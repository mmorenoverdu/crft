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924" r:id="rId2"/>
    <p:sldId id="871" r:id="rId3"/>
    <p:sldId id="872" r:id="rId4"/>
    <p:sldId id="873" r:id="rId5"/>
    <p:sldId id="874" r:id="rId6"/>
    <p:sldId id="875" r:id="rId7"/>
    <p:sldId id="876" r:id="rId8"/>
    <p:sldId id="877" r:id="rId9"/>
    <p:sldId id="878" r:id="rId10"/>
    <p:sldId id="879" r:id="rId11"/>
    <p:sldId id="880" r:id="rId12"/>
    <p:sldId id="881" r:id="rId13"/>
  </p:sldIdLst>
  <p:sldSz cx="719931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52AF01-9AF8-45FD-970A-2F3D9895C122}" v="13" dt="2025-06-13T11:04:02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8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oreno Verdu" userId="e16f21d8-7ade-4398-a799-6875fecfb860" providerId="ADAL" clId="{F452AF01-9AF8-45FD-970A-2F3D9895C122}"/>
    <pc:docChg chg="modSld">
      <pc:chgData name="Marcos Moreno Verdu" userId="e16f21d8-7ade-4398-a799-6875fecfb860" providerId="ADAL" clId="{F452AF01-9AF8-45FD-970A-2F3D9895C122}" dt="2025-06-17T09:23:53.354" v="57" actId="1035"/>
      <pc:docMkLst>
        <pc:docMk/>
      </pc:docMkLst>
      <pc:sldChg chg="addSp modSp mod">
        <pc:chgData name="Marcos Moreno Verdu" userId="e16f21d8-7ade-4398-a799-6875fecfb860" providerId="ADAL" clId="{F452AF01-9AF8-45FD-970A-2F3D9895C122}" dt="2025-06-17T09:22:55.938" v="35" actId="1037"/>
        <pc:sldMkLst>
          <pc:docMk/>
          <pc:sldMk cId="3916276275" sldId="871"/>
        </pc:sldMkLst>
        <pc:picChg chg="add mod">
          <ac:chgData name="Marcos Moreno Verdu" userId="e16f21d8-7ade-4398-a799-6875fecfb860" providerId="ADAL" clId="{F452AF01-9AF8-45FD-970A-2F3D9895C122}" dt="2025-06-17T09:22:55.938" v="35" actId="1037"/>
          <ac:picMkLst>
            <pc:docMk/>
            <pc:sldMk cId="3916276275" sldId="871"/>
            <ac:picMk id="10" creationId="{83B7AC27-206E-A324-5F0D-C8881AB31F18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3T11:02:30.230" v="8" actId="1036"/>
        <pc:sldMkLst>
          <pc:docMk/>
          <pc:sldMk cId="345220509" sldId="872"/>
        </pc:sldMkLst>
        <pc:picChg chg="add mod">
          <ac:chgData name="Marcos Moreno Verdu" userId="e16f21d8-7ade-4398-a799-6875fecfb860" providerId="ADAL" clId="{F452AF01-9AF8-45FD-970A-2F3D9895C122}" dt="2025-06-13T11:02:30.230" v="8" actId="1036"/>
          <ac:picMkLst>
            <pc:docMk/>
            <pc:sldMk cId="345220509" sldId="872"/>
            <ac:picMk id="3" creationId="{E2219F2E-C751-C749-9E51-8306BCBAF048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7T09:23:18.556" v="39" actId="1035"/>
        <pc:sldMkLst>
          <pc:docMk/>
          <pc:sldMk cId="1809262826" sldId="873"/>
        </pc:sldMkLst>
        <pc:picChg chg="add mod">
          <ac:chgData name="Marcos Moreno Verdu" userId="e16f21d8-7ade-4398-a799-6875fecfb860" providerId="ADAL" clId="{F452AF01-9AF8-45FD-970A-2F3D9895C122}" dt="2025-06-17T09:23:18.556" v="39" actId="1035"/>
          <ac:picMkLst>
            <pc:docMk/>
            <pc:sldMk cId="1809262826" sldId="873"/>
            <ac:picMk id="2" creationId="{32E47FA9-204D-6DF0-586A-0E75EC486A21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3T11:03:30.822" v="17" actId="1035"/>
        <pc:sldMkLst>
          <pc:docMk/>
          <pc:sldMk cId="1584849216" sldId="874"/>
        </pc:sldMkLst>
        <pc:picChg chg="add mod">
          <ac:chgData name="Marcos Moreno Verdu" userId="e16f21d8-7ade-4398-a799-6875fecfb860" providerId="ADAL" clId="{F452AF01-9AF8-45FD-970A-2F3D9895C122}" dt="2025-06-13T11:03:30.822" v="17" actId="1035"/>
          <ac:picMkLst>
            <pc:docMk/>
            <pc:sldMk cId="1584849216" sldId="874"/>
            <ac:picMk id="2" creationId="{AF59CB7B-7033-1939-0286-4A18B0033372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7T09:23:31.305" v="45" actId="1038"/>
        <pc:sldMkLst>
          <pc:docMk/>
          <pc:sldMk cId="2943979280" sldId="875"/>
        </pc:sldMkLst>
        <pc:picChg chg="add mod">
          <ac:chgData name="Marcos Moreno Verdu" userId="e16f21d8-7ade-4398-a799-6875fecfb860" providerId="ADAL" clId="{F452AF01-9AF8-45FD-970A-2F3D9895C122}" dt="2025-06-17T09:23:31.305" v="45" actId="1038"/>
          <ac:picMkLst>
            <pc:docMk/>
            <pc:sldMk cId="2943979280" sldId="875"/>
            <ac:picMk id="2" creationId="{AFC4129E-3FC5-52B8-934D-F31CAF86646C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3T11:03:42.758" v="23" actId="1036"/>
        <pc:sldMkLst>
          <pc:docMk/>
          <pc:sldMk cId="1157580586" sldId="876"/>
        </pc:sldMkLst>
        <pc:picChg chg="add mod">
          <ac:chgData name="Marcos Moreno Verdu" userId="e16f21d8-7ade-4398-a799-6875fecfb860" providerId="ADAL" clId="{F452AF01-9AF8-45FD-970A-2F3D9895C122}" dt="2025-06-13T11:03:42.758" v="23" actId="1036"/>
          <ac:picMkLst>
            <pc:docMk/>
            <pc:sldMk cId="1157580586" sldId="876"/>
            <ac:picMk id="2" creationId="{7CE6B0E7-1AA9-B026-F488-7E398D2150E0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7T09:23:38.914" v="49" actId="1035"/>
        <pc:sldMkLst>
          <pc:docMk/>
          <pc:sldMk cId="2906745120" sldId="877"/>
        </pc:sldMkLst>
        <pc:picChg chg="add mod">
          <ac:chgData name="Marcos Moreno Verdu" userId="e16f21d8-7ade-4398-a799-6875fecfb860" providerId="ADAL" clId="{F452AF01-9AF8-45FD-970A-2F3D9895C122}" dt="2025-06-17T09:23:38.914" v="49" actId="1035"/>
          <ac:picMkLst>
            <pc:docMk/>
            <pc:sldMk cId="2906745120" sldId="877"/>
            <ac:picMk id="2" creationId="{9DC9EFCE-9DF4-7939-D47E-D80CDF5F2BC6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3T11:03:56.579" v="31" actId="1036"/>
        <pc:sldMkLst>
          <pc:docMk/>
          <pc:sldMk cId="4138966623" sldId="878"/>
        </pc:sldMkLst>
        <pc:picChg chg="add mod">
          <ac:chgData name="Marcos Moreno Verdu" userId="e16f21d8-7ade-4398-a799-6875fecfb860" providerId="ADAL" clId="{F452AF01-9AF8-45FD-970A-2F3D9895C122}" dt="2025-06-13T11:03:56.579" v="31" actId="1036"/>
          <ac:picMkLst>
            <pc:docMk/>
            <pc:sldMk cId="4138966623" sldId="878"/>
            <ac:picMk id="2" creationId="{C45510FE-4CDF-A646-50FC-27140E2C46F6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7T09:23:47.492" v="53" actId="1035"/>
        <pc:sldMkLst>
          <pc:docMk/>
          <pc:sldMk cId="4168026530" sldId="879"/>
        </pc:sldMkLst>
        <pc:picChg chg="add mod">
          <ac:chgData name="Marcos Moreno Verdu" userId="e16f21d8-7ade-4398-a799-6875fecfb860" providerId="ADAL" clId="{F452AF01-9AF8-45FD-970A-2F3D9895C122}" dt="2025-06-17T09:23:47.492" v="53" actId="1035"/>
          <ac:picMkLst>
            <pc:docMk/>
            <pc:sldMk cId="4168026530" sldId="879"/>
            <ac:picMk id="2" creationId="{6FFB0E7F-208C-7181-1ECD-96A012EEB3CF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3T11:04:08.373" v="34" actId="1036"/>
        <pc:sldMkLst>
          <pc:docMk/>
          <pc:sldMk cId="3504586907" sldId="880"/>
        </pc:sldMkLst>
        <pc:picChg chg="add mod">
          <ac:chgData name="Marcos Moreno Verdu" userId="e16f21d8-7ade-4398-a799-6875fecfb860" providerId="ADAL" clId="{F452AF01-9AF8-45FD-970A-2F3D9895C122}" dt="2025-06-13T11:04:08.373" v="34" actId="1036"/>
          <ac:picMkLst>
            <pc:docMk/>
            <pc:sldMk cId="3504586907" sldId="880"/>
            <ac:picMk id="2" creationId="{C1740AD2-BE63-5923-4521-576F6ACF365A}"/>
          </ac:picMkLst>
        </pc:picChg>
      </pc:sldChg>
      <pc:sldChg chg="addSp modSp mod">
        <pc:chgData name="Marcos Moreno Verdu" userId="e16f21d8-7ade-4398-a799-6875fecfb860" providerId="ADAL" clId="{F452AF01-9AF8-45FD-970A-2F3D9895C122}" dt="2025-06-17T09:23:53.354" v="57" actId="1035"/>
        <pc:sldMkLst>
          <pc:docMk/>
          <pc:sldMk cId="1994022406" sldId="881"/>
        </pc:sldMkLst>
        <pc:picChg chg="add mod">
          <ac:chgData name="Marcos Moreno Verdu" userId="e16f21d8-7ade-4398-a799-6875fecfb860" providerId="ADAL" clId="{F452AF01-9AF8-45FD-970A-2F3D9895C122}" dt="2025-06-17T09:23:53.354" v="57" actId="1035"/>
          <ac:picMkLst>
            <pc:docMk/>
            <pc:sldMk cId="1994022406" sldId="881"/>
            <ac:picMk id="2" creationId="{2CACCC4E-CE5E-FF48-236F-77A1F7751B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097ED-9251-4AC3-A0C2-2DB02CCE4960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B25A9-5478-4913-927A-20F7B29A1DA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44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1pPr>
    <a:lvl2pPr marL="359999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2pPr>
    <a:lvl3pPr marL="719999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3pPr>
    <a:lvl4pPr marL="1079998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4pPr>
    <a:lvl5pPr marL="1439997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5pPr>
    <a:lvl6pPr marL="1799996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6pPr>
    <a:lvl7pPr marL="2159996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7pPr>
    <a:lvl8pPr marL="2519995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8pPr>
    <a:lvl9pPr marL="2879994" algn="l" defTabSz="719999" rtl="0" eaLnBrk="1" latinLnBrk="0" hangingPunct="1">
      <a:defRPr sz="9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Each</a:t>
            </a:r>
            <a:r>
              <a:rPr lang="de-AT" dirty="0"/>
              <a:t> </a:t>
            </a:r>
            <a:r>
              <a:rPr lang="de-AT" dirty="0" err="1"/>
              <a:t>png</a:t>
            </a:r>
            <a:r>
              <a:rPr lang="de-AT" dirty="0"/>
              <a:t> was </a:t>
            </a:r>
            <a:r>
              <a:rPr lang="de-AT" dirty="0" err="1"/>
              <a:t>shown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1100ms </a:t>
            </a:r>
            <a:r>
              <a:rPr lang="de-AT" dirty="0">
                <a:sym typeface="Wingdings" panose="05000000000000000000" pitchFamily="2" charset="2"/>
              </a:rPr>
              <a:t> </a:t>
            </a:r>
            <a:r>
              <a:rPr lang="de-AT" dirty="0" err="1"/>
              <a:t>slower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</a:t>
            </a:r>
            <a:r>
              <a:rPr lang="de-AT" dirty="0" err="1"/>
              <a:t>they</a:t>
            </a:r>
            <a:r>
              <a:rPr lang="de-AT" dirty="0"/>
              <a:t> </a:t>
            </a:r>
            <a:r>
              <a:rPr lang="de-AT" dirty="0" err="1"/>
              <a:t>would</a:t>
            </a:r>
            <a:r>
              <a:rPr lang="de-AT" dirty="0"/>
              <a:t> </a:t>
            </a:r>
            <a:r>
              <a:rPr lang="de-AT" dirty="0" err="1"/>
              <a:t>actually</a:t>
            </a:r>
            <a:r>
              <a:rPr lang="de-AT" dirty="0"/>
              <a:t> </a:t>
            </a:r>
            <a:r>
              <a:rPr lang="de-AT" dirty="0" err="1"/>
              <a:t>execute</a:t>
            </a:r>
            <a:r>
              <a:rPr lang="de-AT" dirty="0"/>
              <a:t>/</a:t>
            </a:r>
            <a:r>
              <a:rPr lang="de-AT" dirty="0" err="1"/>
              <a:t>imagine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movements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make</a:t>
            </a:r>
            <a:r>
              <a:rPr lang="de-AT" dirty="0"/>
              <a:t> </a:t>
            </a:r>
            <a:r>
              <a:rPr lang="de-AT" dirty="0" err="1"/>
              <a:t>sure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do not </a:t>
            </a:r>
            <a:r>
              <a:rPr lang="de-AT" dirty="0" err="1"/>
              <a:t>influence</a:t>
            </a:r>
            <a:r>
              <a:rPr lang="de-AT" dirty="0"/>
              <a:t> </a:t>
            </a:r>
            <a:r>
              <a:rPr lang="de-AT" dirty="0" err="1"/>
              <a:t>their</a:t>
            </a:r>
            <a:r>
              <a:rPr lang="de-AT" dirty="0"/>
              <a:t> </a:t>
            </a:r>
            <a:r>
              <a:rPr lang="de-AT" dirty="0" err="1"/>
              <a:t>imagery</a:t>
            </a:r>
            <a:r>
              <a:rPr lang="de-AT" dirty="0"/>
              <a:t> </a:t>
            </a:r>
            <a:r>
              <a:rPr lang="de-AT" dirty="0" err="1"/>
              <a:t>too</a:t>
            </a:r>
            <a:r>
              <a:rPr lang="de-AT" dirty="0"/>
              <a:t> </a:t>
            </a:r>
            <a:r>
              <a:rPr lang="de-AT" dirty="0" err="1"/>
              <a:t>much</a:t>
            </a:r>
            <a:r>
              <a:rPr lang="de-AT" dirty="0"/>
              <a:t> (also, </a:t>
            </a:r>
            <a:r>
              <a:rPr lang="de-AT" dirty="0" err="1"/>
              <a:t>this</a:t>
            </a:r>
            <a:r>
              <a:rPr lang="de-AT" dirty="0"/>
              <a:t> was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reason</a:t>
            </a:r>
            <a:r>
              <a:rPr lang="de-AT" dirty="0"/>
              <a:t> </a:t>
            </a:r>
            <a:r>
              <a:rPr lang="de-AT" dirty="0" err="1"/>
              <a:t>why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amplitude</a:t>
            </a:r>
            <a:r>
              <a:rPr lang="de-AT" dirty="0"/>
              <a:t> &amp; </a:t>
            </a:r>
            <a:r>
              <a:rPr lang="de-AT" dirty="0" err="1"/>
              <a:t>width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animation</a:t>
            </a:r>
            <a:r>
              <a:rPr lang="de-AT" dirty="0"/>
              <a:t> </a:t>
            </a:r>
            <a:r>
              <a:rPr lang="de-AT" dirty="0" err="1"/>
              <a:t>does</a:t>
            </a:r>
            <a:r>
              <a:rPr lang="de-AT" dirty="0"/>
              <a:t> not fit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testblock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practice</a:t>
            </a:r>
            <a:r>
              <a:rPr lang="de-AT" dirty="0"/>
              <a:t> </a:t>
            </a:r>
            <a:r>
              <a:rPr lang="de-AT" dirty="0" err="1"/>
              <a:t>trials</a:t>
            </a:r>
            <a:r>
              <a:rPr lang="de-AT" dirty="0"/>
              <a:t>) </a:t>
            </a:r>
          </a:p>
          <a:p>
            <a:endParaRPr lang="de-AT" dirty="0"/>
          </a:p>
          <a:p>
            <a:r>
              <a:rPr lang="de-AT" dirty="0"/>
              <a:t>Alternative </a:t>
            </a:r>
            <a:r>
              <a:rPr lang="de-AT" dirty="0" err="1"/>
              <a:t>version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animation</a:t>
            </a:r>
            <a:r>
              <a:rPr lang="de-AT" dirty="0"/>
              <a:t> in separate </a:t>
            </a:r>
            <a:r>
              <a:rPr lang="de-AT" dirty="0" err="1"/>
              <a:t>folder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066CD-C6DF-462A-8423-C7EA22D1086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8055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066CD-C6DF-462A-8423-C7EA22D1086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5636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863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947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725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88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99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354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8347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3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1540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26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835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415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1A629B5-0A50-4CFC-8AE1-53BB82EFA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3" name="Flussdiagramm: Verbinder 2">
              <a:extLst>
                <a:ext uri="{FF2B5EF4-FFF2-40B4-BE49-F238E27FC236}">
                  <a16:creationId xmlns:a16="http://schemas.microsoft.com/office/drawing/2014/main" id="{96ACAB6A-AEC8-4A35-9647-0080C4B88D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4" name="Flussdiagramm: Verbinder 3">
              <a:extLst>
                <a:ext uri="{FF2B5EF4-FFF2-40B4-BE49-F238E27FC236}">
                  <a16:creationId xmlns:a16="http://schemas.microsoft.com/office/drawing/2014/main" id="{1B306AD7-7B1B-47D3-BFD0-3B14CDA14F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" name="Flussdiagramm: Verbinder 4">
              <a:extLst>
                <a:ext uri="{FF2B5EF4-FFF2-40B4-BE49-F238E27FC236}">
                  <a16:creationId xmlns:a16="http://schemas.microsoft.com/office/drawing/2014/main" id="{C2CE65F1-A1B0-4454-BE0F-4D3F86829F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6" name="Flussdiagramm: Verbinder 5">
              <a:extLst>
                <a:ext uri="{FF2B5EF4-FFF2-40B4-BE49-F238E27FC236}">
                  <a16:creationId xmlns:a16="http://schemas.microsoft.com/office/drawing/2014/main" id="{9B5EA1D0-F3A5-40D3-BE19-072C743391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7" name="Flussdiagramm: Verbinder 6">
              <a:extLst>
                <a:ext uri="{FF2B5EF4-FFF2-40B4-BE49-F238E27FC236}">
                  <a16:creationId xmlns:a16="http://schemas.microsoft.com/office/drawing/2014/main" id="{130508ED-C08E-421D-84A0-EA9835B6C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8" name="Flussdiagramm: Verbinder 7">
              <a:extLst>
                <a:ext uri="{FF2B5EF4-FFF2-40B4-BE49-F238E27FC236}">
                  <a16:creationId xmlns:a16="http://schemas.microsoft.com/office/drawing/2014/main" id="{B2E53EEB-EFC5-4B85-A294-16984A6BE6E1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</p:spTree>
    <p:extLst>
      <p:ext uri="{BB962C8B-B14F-4D97-AF65-F5344CB8AC3E}">
        <p14:creationId xmlns:p14="http://schemas.microsoft.com/office/powerpoint/2010/main" val="141232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1A629B5-0A50-4CFC-8AE1-53BB82EFADB5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3" name="Flussdiagramm: Verbinder 2">
              <a:extLst>
                <a:ext uri="{FF2B5EF4-FFF2-40B4-BE49-F238E27FC236}">
                  <a16:creationId xmlns:a16="http://schemas.microsoft.com/office/drawing/2014/main" id="{96ACAB6A-AEC8-4A35-9647-0080C4B88D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4" name="Flussdiagramm: Verbinder 3">
              <a:extLst>
                <a:ext uri="{FF2B5EF4-FFF2-40B4-BE49-F238E27FC236}">
                  <a16:creationId xmlns:a16="http://schemas.microsoft.com/office/drawing/2014/main" id="{1B306AD7-7B1B-47D3-BFD0-3B14CDA14F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" name="Flussdiagramm: Verbinder 4">
              <a:extLst>
                <a:ext uri="{FF2B5EF4-FFF2-40B4-BE49-F238E27FC236}">
                  <a16:creationId xmlns:a16="http://schemas.microsoft.com/office/drawing/2014/main" id="{C2CE65F1-A1B0-4454-BE0F-4D3F86829F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6" name="Flussdiagramm: Verbinder 5">
              <a:extLst>
                <a:ext uri="{FF2B5EF4-FFF2-40B4-BE49-F238E27FC236}">
                  <a16:creationId xmlns:a16="http://schemas.microsoft.com/office/drawing/2014/main" id="{9B5EA1D0-F3A5-40D3-BE19-072C743391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7" name="Flussdiagramm: Verbinder 6">
              <a:extLst>
                <a:ext uri="{FF2B5EF4-FFF2-40B4-BE49-F238E27FC236}">
                  <a16:creationId xmlns:a16="http://schemas.microsoft.com/office/drawing/2014/main" id="{130508ED-C08E-421D-84A0-EA9835B6C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8" name="Flussdiagramm: Verbinder 7">
              <a:extLst>
                <a:ext uri="{FF2B5EF4-FFF2-40B4-BE49-F238E27FC236}">
                  <a16:creationId xmlns:a16="http://schemas.microsoft.com/office/drawing/2014/main" id="{B2E53EEB-EFC5-4B85-A294-16984A6BE6E1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BC74953-3C5D-4949-B570-DA9FA3AF9382}"/>
              </a:ext>
            </a:extLst>
          </p:cNvPr>
          <p:cNvGrpSpPr>
            <a:grpSpLocks noChangeAspect="1"/>
          </p:cNvGrpSpPr>
          <p:nvPr/>
        </p:nvGrpSpPr>
        <p:grpSpPr>
          <a:xfrm>
            <a:off x="3494854" y="3344889"/>
            <a:ext cx="649639" cy="723600"/>
            <a:chOff x="4184655" y="1692997"/>
            <a:chExt cx="1906332" cy="2123348"/>
          </a:xfrm>
        </p:grpSpPr>
        <p:pic>
          <p:nvPicPr>
            <p:cNvPr id="40" name="Grafik 39" descr="Bleistift mit einfarbiger Füllung">
              <a:extLst>
                <a:ext uri="{FF2B5EF4-FFF2-40B4-BE49-F238E27FC236}">
                  <a16:creationId xmlns:a16="http://schemas.microsoft.com/office/drawing/2014/main" id="{F2251A8A-4C9E-4271-B68E-573224181137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8C7FB15F-38CC-4F54-B272-39B2A800082F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1" name="Rechteck: abgerundete Ecken 50">
                <a:extLst>
                  <a:ext uri="{FF2B5EF4-FFF2-40B4-BE49-F238E27FC236}">
                    <a16:creationId xmlns:a16="http://schemas.microsoft.com/office/drawing/2014/main" id="{DEFF3B47-DB69-4051-9B59-C34C8F93FDA6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2" name="Rechteck: abgerundete Ecken 51">
                <a:extLst>
                  <a:ext uri="{FF2B5EF4-FFF2-40B4-BE49-F238E27FC236}">
                    <a16:creationId xmlns:a16="http://schemas.microsoft.com/office/drawing/2014/main" id="{E81BA1A6-73CC-44EA-ACA8-8C67113187EA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8F6B255F-A24D-4014-94C8-44CDC244D003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47" name="Rechteck: abgerundete Ecken 46">
                <a:extLst>
                  <a:ext uri="{FF2B5EF4-FFF2-40B4-BE49-F238E27FC236}">
                    <a16:creationId xmlns:a16="http://schemas.microsoft.com/office/drawing/2014/main" id="{DEB0DD41-8E42-4FBE-87F0-0D217DFFEC4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48" name="Rechteck: abgerundete Ecken 47">
                <a:extLst>
                  <a:ext uri="{FF2B5EF4-FFF2-40B4-BE49-F238E27FC236}">
                    <a16:creationId xmlns:a16="http://schemas.microsoft.com/office/drawing/2014/main" id="{7D0483B4-DB97-42FE-8E47-789A4D5A12D3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C5D74F2B-D05A-41DE-BC21-A819E3DFC455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D1F310FA-412A-4B58-A814-185F87689922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45" name="Rechteck: abgerundete Ecken 44">
                <a:extLst>
                  <a:ext uri="{FF2B5EF4-FFF2-40B4-BE49-F238E27FC236}">
                    <a16:creationId xmlns:a16="http://schemas.microsoft.com/office/drawing/2014/main" id="{632ACEF8-C452-4225-9649-08DDFE8C9405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46" name="Rechteck: abgerundete Ecken 45">
                <a:extLst>
                  <a:ext uri="{FF2B5EF4-FFF2-40B4-BE49-F238E27FC236}">
                    <a16:creationId xmlns:a16="http://schemas.microsoft.com/office/drawing/2014/main" id="{81557C26-9D2E-4C3A-AFE3-5375E163FA7A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83B7AC27-206E-A324-5F0D-C8881AB31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23" y="4278217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7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52768BB7-CCC5-4597-867C-142BBA46B6B1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52" name="Flussdiagramm: Verbinder 51">
              <a:extLst>
                <a:ext uri="{FF2B5EF4-FFF2-40B4-BE49-F238E27FC236}">
                  <a16:creationId xmlns:a16="http://schemas.microsoft.com/office/drawing/2014/main" id="{83D55941-2953-4FA3-994C-305A05A008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3" name="Flussdiagramm: Verbinder 52">
              <a:extLst>
                <a:ext uri="{FF2B5EF4-FFF2-40B4-BE49-F238E27FC236}">
                  <a16:creationId xmlns:a16="http://schemas.microsoft.com/office/drawing/2014/main" id="{15B5F99D-42B5-4390-B7FF-2B48EE331B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4" name="Flussdiagramm: Verbinder 53">
              <a:extLst>
                <a:ext uri="{FF2B5EF4-FFF2-40B4-BE49-F238E27FC236}">
                  <a16:creationId xmlns:a16="http://schemas.microsoft.com/office/drawing/2014/main" id="{C60698E6-FC46-4524-B961-409D3D9D0A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5" name="Flussdiagramm: Verbinder 54">
              <a:extLst>
                <a:ext uri="{FF2B5EF4-FFF2-40B4-BE49-F238E27FC236}">
                  <a16:creationId xmlns:a16="http://schemas.microsoft.com/office/drawing/2014/main" id="{29C43812-71BA-44FD-9F42-A8C18EFFB9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8" name="Flussdiagramm: Verbinder 57">
              <a:extLst>
                <a:ext uri="{FF2B5EF4-FFF2-40B4-BE49-F238E27FC236}">
                  <a16:creationId xmlns:a16="http://schemas.microsoft.com/office/drawing/2014/main" id="{3322529C-15AA-4240-B97D-8B660B86E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9" name="Flussdiagramm: Verbinder 58">
              <a:extLst>
                <a:ext uri="{FF2B5EF4-FFF2-40B4-BE49-F238E27FC236}">
                  <a16:creationId xmlns:a16="http://schemas.microsoft.com/office/drawing/2014/main" id="{112902CF-6A79-44DF-B146-984EA38832A1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38" name="Bogen 37">
            <a:extLst>
              <a:ext uri="{FF2B5EF4-FFF2-40B4-BE49-F238E27FC236}">
                <a16:creationId xmlns:a16="http://schemas.microsoft.com/office/drawing/2014/main" id="{56207753-DDB5-4FD6-B7C7-87D76462B870}"/>
              </a:ext>
            </a:extLst>
          </p:cNvPr>
          <p:cNvSpPr/>
          <p:nvPr/>
        </p:nvSpPr>
        <p:spPr>
          <a:xfrm rot="17659167" flipV="1">
            <a:off x="1695246" y="2142412"/>
            <a:ext cx="1359447" cy="2579112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C57DA4A7-DFD5-4CEE-83C6-479758F815AD}"/>
              </a:ext>
            </a:extLst>
          </p:cNvPr>
          <p:cNvGrpSpPr>
            <a:grpSpLocks noChangeAspect="1"/>
          </p:cNvGrpSpPr>
          <p:nvPr/>
        </p:nvGrpSpPr>
        <p:grpSpPr>
          <a:xfrm>
            <a:off x="1363220" y="2074311"/>
            <a:ext cx="649639" cy="723600"/>
            <a:chOff x="4184655" y="1692997"/>
            <a:chExt cx="1906332" cy="2123348"/>
          </a:xfrm>
        </p:grpSpPr>
        <p:pic>
          <p:nvPicPr>
            <p:cNvPr id="69" name="Grafik 68" descr="Bleistift mit einfarbiger Füllung">
              <a:extLst>
                <a:ext uri="{FF2B5EF4-FFF2-40B4-BE49-F238E27FC236}">
                  <a16:creationId xmlns:a16="http://schemas.microsoft.com/office/drawing/2014/main" id="{1139698D-65ED-464A-A257-A5C5D1926CBF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EFB5C11E-20D7-48EE-B238-5B38F2D75D49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78" name="Rechteck: abgerundete Ecken 77">
                <a:extLst>
                  <a:ext uri="{FF2B5EF4-FFF2-40B4-BE49-F238E27FC236}">
                    <a16:creationId xmlns:a16="http://schemas.microsoft.com/office/drawing/2014/main" id="{55B62F62-7042-4DAD-9D00-6D1CB413D707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79" name="Rechteck: abgerundete Ecken 78">
                <a:extLst>
                  <a:ext uri="{FF2B5EF4-FFF2-40B4-BE49-F238E27FC236}">
                    <a16:creationId xmlns:a16="http://schemas.microsoft.com/office/drawing/2014/main" id="{18F3E0E4-3213-4442-8810-288F15FEABDE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55A70474-B2CC-44DC-AD7F-35B891F11341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76" name="Rechteck: abgerundete Ecken 75">
                <a:extLst>
                  <a:ext uri="{FF2B5EF4-FFF2-40B4-BE49-F238E27FC236}">
                    <a16:creationId xmlns:a16="http://schemas.microsoft.com/office/drawing/2014/main" id="{F04758C0-3BAB-49F2-B7B3-07EC58718E7E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77" name="Rechteck: abgerundete Ecken 76">
                <a:extLst>
                  <a:ext uri="{FF2B5EF4-FFF2-40B4-BE49-F238E27FC236}">
                    <a16:creationId xmlns:a16="http://schemas.microsoft.com/office/drawing/2014/main" id="{086EDCE4-CACA-4671-BD34-6AB21640CB55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72" name="Rechteck: abgerundete Ecken 71">
              <a:extLst>
                <a:ext uri="{FF2B5EF4-FFF2-40B4-BE49-F238E27FC236}">
                  <a16:creationId xmlns:a16="http://schemas.microsoft.com/office/drawing/2014/main" id="{8B515AC3-C755-4535-874B-FB53B7B357C3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D241B97B-B157-456B-835B-C6015AE580A3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74" name="Rechteck: abgerundete Ecken 73">
                <a:extLst>
                  <a:ext uri="{FF2B5EF4-FFF2-40B4-BE49-F238E27FC236}">
                    <a16:creationId xmlns:a16="http://schemas.microsoft.com/office/drawing/2014/main" id="{017551F4-230E-4BA0-BD4C-722D6D930A1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75" name="Rechteck: abgerundete Ecken 74">
                <a:extLst>
                  <a:ext uri="{FF2B5EF4-FFF2-40B4-BE49-F238E27FC236}">
                    <a16:creationId xmlns:a16="http://schemas.microsoft.com/office/drawing/2014/main" id="{3728E5F0-9186-4BC0-A440-3E7357216CAA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E2219F2E-C751-C749-9E51-8306BCBAF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4" y="2657713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67869EE-A0D1-4FB8-9E73-068BF095E7BD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06768CF0-F32F-4689-A28A-F6E3B936A3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5936BA45-E597-4A1A-975D-8B548F6D88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E3B9A951-2A14-4240-9A3C-BB3F3956A5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8C1B7DCF-7FA5-4EF1-B72F-B3EF9F6F36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CA743BE0-EC5E-45F0-A872-01C4433F4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39" name="Flussdiagramm: Verbinder 38">
              <a:extLst>
                <a:ext uri="{FF2B5EF4-FFF2-40B4-BE49-F238E27FC236}">
                  <a16:creationId xmlns:a16="http://schemas.microsoft.com/office/drawing/2014/main" id="{3FE28599-D248-4BAE-936E-3FEF39BCF6C0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71" name="Bogen 70">
            <a:extLst>
              <a:ext uri="{FF2B5EF4-FFF2-40B4-BE49-F238E27FC236}">
                <a16:creationId xmlns:a16="http://schemas.microsoft.com/office/drawing/2014/main" id="{29470D48-9865-48D2-ABF0-6F5949BEE984}"/>
              </a:ext>
            </a:extLst>
          </p:cNvPr>
          <p:cNvSpPr/>
          <p:nvPr/>
        </p:nvSpPr>
        <p:spPr>
          <a:xfrm rot="7546966" flipH="1" flipV="1">
            <a:off x="1846950" y="2237969"/>
            <a:ext cx="1273272" cy="2633303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AE0E1A52-F3BD-4A89-868D-FFDE71BA1A4C}"/>
              </a:ext>
            </a:extLst>
          </p:cNvPr>
          <p:cNvGrpSpPr>
            <a:grpSpLocks noChangeAspect="1"/>
          </p:cNvGrpSpPr>
          <p:nvPr/>
        </p:nvGrpSpPr>
        <p:grpSpPr>
          <a:xfrm>
            <a:off x="3494854" y="3344889"/>
            <a:ext cx="649639" cy="723600"/>
            <a:chOff x="4184655" y="1692997"/>
            <a:chExt cx="1906332" cy="2123348"/>
          </a:xfrm>
        </p:grpSpPr>
        <p:pic>
          <p:nvPicPr>
            <p:cNvPr id="62" name="Grafik 61" descr="Bleistift mit einfarbiger Füllung">
              <a:extLst>
                <a:ext uri="{FF2B5EF4-FFF2-40B4-BE49-F238E27FC236}">
                  <a16:creationId xmlns:a16="http://schemas.microsoft.com/office/drawing/2014/main" id="{EE38C013-9BE5-4B45-89BF-8B6756A09EEA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3E539D62-6A5A-4668-B830-83E986839274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73" name="Rechteck: abgerundete Ecken 72">
                <a:extLst>
                  <a:ext uri="{FF2B5EF4-FFF2-40B4-BE49-F238E27FC236}">
                    <a16:creationId xmlns:a16="http://schemas.microsoft.com/office/drawing/2014/main" id="{1EBBA59B-AE8E-48CE-869B-85DC1E9E280C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74" name="Rechteck: abgerundete Ecken 73">
                <a:extLst>
                  <a:ext uri="{FF2B5EF4-FFF2-40B4-BE49-F238E27FC236}">
                    <a16:creationId xmlns:a16="http://schemas.microsoft.com/office/drawing/2014/main" id="{A10819CA-117A-43C5-8FD5-30B3AF01C05F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9A45112B-85E9-4CA0-9F30-D784D0C97949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69" name="Rechteck: abgerundete Ecken 68">
                <a:extLst>
                  <a:ext uri="{FF2B5EF4-FFF2-40B4-BE49-F238E27FC236}">
                    <a16:creationId xmlns:a16="http://schemas.microsoft.com/office/drawing/2014/main" id="{9634CA1E-937E-41C1-905F-ECFD474B0AEC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70" name="Rechteck: abgerundete Ecken 69">
                <a:extLst>
                  <a:ext uri="{FF2B5EF4-FFF2-40B4-BE49-F238E27FC236}">
                    <a16:creationId xmlns:a16="http://schemas.microsoft.com/office/drawing/2014/main" id="{83A1D4B9-3771-45FA-9ECB-3B1B48424FCC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65" name="Rechteck: abgerundete Ecken 64">
              <a:extLst>
                <a:ext uri="{FF2B5EF4-FFF2-40B4-BE49-F238E27FC236}">
                  <a16:creationId xmlns:a16="http://schemas.microsoft.com/office/drawing/2014/main" id="{8149162E-07CC-4487-B5CB-CED0E419B61A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AE042DDD-56A8-4DAD-984D-3514A1AAE6CC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67" name="Rechteck: abgerundete Ecken 66">
                <a:extLst>
                  <a:ext uri="{FF2B5EF4-FFF2-40B4-BE49-F238E27FC236}">
                    <a16:creationId xmlns:a16="http://schemas.microsoft.com/office/drawing/2014/main" id="{6671F140-BBF7-40B8-8747-EB95993A291E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68" name="Rechteck: abgerundete Ecken 67">
                <a:extLst>
                  <a:ext uri="{FF2B5EF4-FFF2-40B4-BE49-F238E27FC236}">
                    <a16:creationId xmlns:a16="http://schemas.microsoft.com/office/drawing/2014/main" id="{664B38AE-180B-49C9-9AC6-B84AB3AE449D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66E82540-B42A-B2C0-DF49-9D6F745AB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23" y="4278217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6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6512EBBB-592E-4489-8390-20CE0B1C9D96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AF84C020-AC7E-46AF-993B-23902719D2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60733E62-1BBC-43F2-83C7-13A629AD15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E080D76A-67BE-4272-84BB-6C085C875E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330242E0-78C7-46C4-A06C-682D599C48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D4866A59-A30B-4FB5-8788-9748FDCE8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39" name="Flussdiagramm: Verbinder 38">
              <a:extLst>
                <a:ext uri="{FF2B5EF4-FFF2-40B4-BE49-F238E27FC236}">
                  <a16:creationId xmlns:a16="http://schemas.microsoft.com/office/drawing/2014/main" id="{44DBFDF3-2855-4105-B154-C2C269559DCB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60" name="Bogen 59">
            <a:extLst>
              <a:ext uri="{FF2B5EF4-FFF2-40B4-BE49-F238E27FC236}">
                <a16:creationId xmlns:a16="http://schemas.microsoft.com/office/drawing/2014/main" id="{1601BB81-A2E3-466B-AF5F-9B0963FA9653}"/>
              </a:ext>
            </a:extLst>
          </p:cNvPr>
          <p:cNvSpPr/>
          <p:nvPr/>
        </p:nvSpPr>
        <p:spPr>
          <a:xfrm rot="19345416" flipV="1">
            <a:off x="2130046" y="1672818"/>
            <a:ext cx="1359447" cy="2579112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AD0D26F-08BB-4D4A-9C1E-04D5333F860A}"/>
              </a:ext>
            </a:extLst>
          </p:cNvPr>
          <p:cNvGrpSpPr>
            <a:grpSpLocks noChangeAspect="1"/>
          </p:cNvGrpSpPr>
          <p:nvPr/>
        </p:nvGrpSpPr>
        <p:grpSpPr>
          <a:xfrm>
            <a:off x="2256647" y="1201123"/>
            <a:ext cx="649639" cy="723600"/>
            <a:chOff x="4184655" y="1692997"/>
            <a:chExt cx="1906332" cy="2123348"/>
          </a:xfrm>
        </p:grpSpPr>
        <p:pic>
          <p:nvPicPr>
            <p:cNvPr id="49" name="Grafik 48" descr="Bleistift mit einfarbiger Füllung">
              <a:extLst>
                <a:ext uri="{FF2B5EF4-FFF2-40B4-BE49-F238E27FC236}">
                  <a16:creationId xmlns:a16="http://schemas.microsoft.com/office/drawing/2014/main" id="{12655C8F-2EF7-49E2-931A-AB13D8C3CF77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9D4E6D55-08A3-4B8D-BEA7-A9C5A3792A87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9" name="Rechteck: abgerundete Ecken 58">
                <a:extLst>
                  <a:ext uri="{FF2B5EF4-FFF2-40B4-BE49-F238E27FC236}">
                    <a16:creationId xmlns:a16="http://schemas.microsoft.com/office/drawing/2014/main" id="{1BD56BF0-88A3-42A9-93EE-D014609B0C3B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62" name="Rechteck: abgerundete Ecken 61">
                <a:extLst>
                  <a:ext uri="{FF2B5EF4-FFF2-40B4-BE49-F238E27FC236}">
                    <a16:creationId xmlns:a16="http://schemas.microsoft.com/office/drawing/2014/main" id="{F4D9C2BC-5B66-4132-ACE8-146DBB32ED10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6340E76C-B763-4346-9573-4A3AD5FD1961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E043C076-43A3-46E3-89B2-7338987FCFF9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7" name="Rechteck: abgerundete Ecken 56">
                <a:extLst>
                  <a:ext uri="{FF2B5EF4-FFF2-40B4-BE49-F238E27FC236}">
                    <a16:creationId xmlns:a16="http://schemas.microsoft.com/office/drawing/2014/main" id="{8CEEA246-85E1-43DD-862A-69471140082C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52" name="Rechteck: abgerundete Ecken 51">
              <a:extLst>
                <a:ext uri="{FF2B5EF4-FFF2-40B4-BE49-F238E27FC236}">
                  <a16:creationId xmlns:a16="http://schemas.microsoft.com/office/drawing/2014/main" id="{25594D7F-0FB1-428D-AD33-911B36668722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397706DB-7C90-4391-8D9E-FBB16A1F533A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4" name="Rechteck: abgerundete Ecken 53">
                <a:extLst>
                  <a:ext uri="{FF2B5EF4-FFF2-40B4-BE49-F238E27FC236}">
                    <a16:creationId xmlns:a16="http://schemas.microsoft.com/office/drawing/2014/main" id="{FA2BC049-403D-40D9-99A6-7BA21A252C42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4016EE86-420B-44C9-ADAD-1AC7C24DA179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3E7E4B2B-C8D6-BA66-9E64-F9AA13939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923" y="1556009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4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7A34824-A355-4C9E-8F3D-C20C47CCD925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5DD9E286-8471-4235-9D04-4DCAC339EF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ECAB8C60-F5C5-47D1-96EC-16876636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13EA3628-BDDD-479D-A98A-AA2C05AAB3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C70531F0-A862-4D04-AF17-D874EEA4D5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77D303B4-6A72-470F-930A-A12C75422F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7FED837C-6422-48C5-8437-8F9582352B6A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58" name="Bogen 57">
            <a:extLst>
              <a:ext uri="{FF2B5EF4-FFF2-40B4-BE49-F238E27FC236}">
                <a16:creationId xmlns:a16="http://schemas.microsoft.com/office/drawing/2014/main" id="{9699A8F3-A54F-407F-9550-9AA7F7348300}"/>
              </a:ext>
            </a:extLst>
          </p:cNvPr>
          <p:cNvSpPr/>
          <p:nvPr/>
        </p:nvSpPr>
        <p:spPr>
          <a:xfrm rot="9337979" flipH="1" flipV="1">
            <a:off x="2182879" y="1724726"/>
            <a:ext cx="1273272" cy="2633303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E1CC28A9-DD97-4D20-9E6D-AA1F70BF94C0}"/>
              </a:ext>
            </a:extLst>
          </p:cNvPr>
          <p:cNvGrpSpPr>
            <a:grpSpLocks noChangeAspect="1"/>
          </p:cNvGrpSpPr>
          <p:nvPr/>
        </p:nvGrpSpPr>
        <p:grpSpPr>
          <a:xfrm>
            <a:off x="3494854" y="3344889"/>
            <a:ext cx="649639" cy="723600"/>
            <a:chOff x="4184655" y="1692997"/>
            <a:chExt cx="1906332" cy="2123348"/>
          </a:xfrm>
        </p:grpSpPr>
        <p:pic>
          <p:nvPicPr>
            <p:cNvPr id="63" name="Grafik 62" descr="Bleistift mit einfarbiger Füllung">
              <a:extLst>
                <a:ext uri="{FF2B5EF4-FFF2-40B4-BE49-F238E27FC236}">
                  <a16:creationId xmlns:a16="http://schemas.microsoft.com/office/drawing/2014/main" id="{CCABE0B6-D55C-42C3-9350-DFEA1D37F1CE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CBAA27A5-D64B-49EB-8148-DC65188FF345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72" name="Rechteck: abgerundete Ecken 71">
                <a:extLst>
                  <a:ext uri="{FF2B5EF4-FFF2-40B4-BE49-F238E27FC236}">
                    <a16:creationId xmlns:a16="http://schemas.microsoft.com/office/drawing/2014/main" id="{9FF2DE86-6FB5-4A4B-9B9B-A6D3C71B78D2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73" name="Rechteck: abgerundete Ecken 72">
                <a:extLst>
                  <a:ext uri="{FF2B5EF4-FFF2-40B4-BE49-F238E27FC236}">
                    <a16:creationId xmlns:a16="http://schemas.microsoft.com/office/drawing/2014/main" id="{7A87B98B-4267-44B9-A1D1-02DFCFE2E51E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8292CA68-5565-4B77-A939-434F2C75B4DD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70" name="Rechteck: abgerundete Ecken 69">
                <a:extLst>
                  <a:ext uri="{FF2B5EF4-FFF2-40B4-BE49-F238E27FC236}">
                    <a16:creationId xmlns:a16="http://schemas.microsoft.com/office/drawing/2014/main" id="{1993F7CB-85BD-41D1-A813-516F693EFB14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71" name="Rechteck: abgerundete Ecken 70">
                <a:extLst>
                  <a:ext uri="{FF2B5EF4-FFF2-40B4-BE49-F238E27FC236}">
                    <a16:creationId xmlns:a16="http://schemas.microsoft.com/office/drawing/2014/main" id="{4A46BB11-F59D-425A-97BE-487ECA5CA35B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66" name="Rechteck: abgerundete Ecken 65">
              <a:extLst>
                <a:ext uri="{FF2B5EF4-FFF2-40B4-BE49-F238E27FC236}">
                  <a16:creationId xmlns:a16="http://schemas.microsoft.com/office/drawing/2014/main" id="{B32624C4-D4A1-4C4A-8220-D942D5AEE645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731F562A-C2A7-4FB1-B661-CC5472274229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68" name="Rechteck: abgerundete Ecken 67">
                <a:extLst>
                  <a:ext uri="{FF2B5EF4-FFF2-40B4-BE49-F238E27FC236}">
                    <a16:creationId xmlns:a16="http://schemas.microsoft.com/office/drawing/2014/main" id="{DAFA1E39-CF88-4830-B1E3-355E13042DA7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69" name="Rechteck: abgerundete Ecken 68">
                <a:extLst>
                  <a:ext uri="{FF2B5EF4-FFF2-40B4-BE49-F238E27FC236}">
                    <a16:creationId xmlns:a16="http://schemas.microsoft.com/office/drawing/2014/main" id="{79EDF101-49F6-478B-B387-EA4E9687ED98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AA48C2DA-1208-F182-8D27-98E88C821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23" y="4278217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7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53A6961-1491-4BDE-AE16-4682AEE81367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B051F9B1-F73D-4CA0-A41D-E90B7933F3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EC4D1CCF-17E6-40BB-B833-52B67BA45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FF4F9B6E-5B41-4FB1-AE5A-A4EB298888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140FC5D4-3562-42E0-9014-87A74C273D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C68F8063-54D7-4176-92DC-918307A59D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C1D8E045-9039-4311-880D-CBB4ED6D9DE8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59" name="Bogen 58">
            <a:extLst>
              <a:ext uri="{FF2B5EF4-FFF2-40B4-BE49-F238E27FC236}">
                <a16:creationId xmlns:a16="http://schemas.microsoft.com/office/drawing/2014/main" id="{B874D8A1-3D54-4FDE-9394-D51244FD70E9}"/>
              </a:ext>
            </a:extLst>
          </p:cNvPr>
          <p:cNvSpPr/>
          <p:nvPr/>
        </p:nvSpPr>
        <p:spPr>
          <a:xfrm rot="21430125" flipV="1">
            <a:off x="2618338" y="1446648"/>
            <a:ext cx="1359447" cy="2579112"/>
          </a:xfrm>
          <a:prstGeom prst="arc">
            <a:avLst>
              <a:gd name="adj1" fmla="val 17240598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9D75D2EA-ECFE-4D13-864F-8E2679818C95}"/>
              </a:ext>
            </a:extLst>
          </p:cNvPr>
          <p:cNvGrpSpPr>
            <a:grpSpLocks noChangeAspect="1"/>
          </p:cNvGrpSpPr>
          <p:nvPr/>
        </p:nvGrpSpPr>
        <p:grpSpPr>
          <a:xfrm>
            <a:off x="3494854" y="902419"/>
            <a:ext cx="649639" cy="723600"/>
            <a:chOff x="4184655" y="1692997"/>
            <a:chExt cx="1906332" cy="2123348"/>
          </a:xfrm>
        </p:grpSpPr>
        <p:pic>
          <p:nvPicPr>
            <p:cNvPr id="49" name="Grafik 48" descr="Bleistift mit einfarbiger Füllung">
              <a:extLst>
                <a:ext uri="{FF2B5EF4-FFF2-40B4-BE49-F238E27FC236}">
                  <a16:creationId xmlns:a16="http://schemas.microsoft.com/office/drawing/2014/main" id="{11D326E5-F7B9-4DA3-A472-1506FC57DAE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66483502-D1A4-4254-A031-FEB464DC4D35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61" name="Rechteck: abgerundete Ecken 60">
                <a:extLst>
                  <a:ext uri="{FF2B5EF4-FFF2-40B4-BE49-F238E27FC236}">
                    <a16:creationId xmlns:a16="http://schemas.microsoft.com/office/drawing/2014/main" id="{E67E9C63-004B-499A-944B-EDB361B50D68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62" name="Rechteck: abgerundete Ecken 61">
                <a:extLst>
                  <a:ext uri="{FF2B5EF4-FFF2-40B4-BE49-F238E27FC236}">
                    <a16:creationId xmlns:a16="http://schemas.microsoft.com/office/drawing/2014/main" id="{286FB303-5F5F-4F8A-AE7B-25D392CFED28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E96314D8-A93A-42C1-85E8-2595B5BF899A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DC68E5DB-1E42-446B-8B68-1A434FC77C7F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8" name="Rechteck: abgerundete Ecken 57">
                <a:extLst>
                  <a:ext uri="{FF2B5EF4-FFF2-40B4-BE49-F238E27FC236}">
                    <a16:creationId xmlns:a16="http://schemas.microsoft.com/office/drawing/2014/main" id="{9D988A5E-1D95-4661-9AF7-457A2BD3857F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52" name="Rechteck: abgerundete Ecken 51">
              <a:extLst>
                <a:ext uri="{FF2B5EF4-FFF2-40B4-BE49-F238E27FC236}">
                  <a16:creationId xmlns:a16="http://schemas.microsoft.com/office/drawing/2014/main" id="{9B737D70-D00B-498D-A68D-AE90B19CB744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9D4FECE6-70A2-4CDD-841B-16ED83574256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4" name="Rechteck: abgerundete Ecken 53">
                <a:extLst>
                  <a:ext uri="{FF2B5EF4-FFF2-40B4-BE49-F238E27FC236}">
                    <a16:creationId xmlns:a16="http://schemas.microsoft.com/office/drawing/2014/main" id="{56803B4A-3360-4B46-BB7E-3536A7327236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D2CA6A30-A157-47AE-B49B-75ACC2E2A3B5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7CE6B0E7-1AA9-B026-F488-7E398D215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62" y="547594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8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95DDF29-EECF-46E4-AC1D-DD97EE48C742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8F7E684B-355A-44CF-A8CA-ED87C29758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1A8252FE-9BB3-4CC8-B1A6-9BB228A346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258BEFA2-5338-47D6-8E6D-7A50E752A4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E9E9E01A-E629-4772-831D-890B8E4BC7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265E2F57-F033-428E-AAF5-412366218B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39" name="Flussdiagramm: Verbinder 38">
              <a:extLst>
                <a:ext uri="{FF2B5EF4-FFF2-40B4-BE49-F238E27FC236}">
                  <a16:creationId xmlns:a16="http://schemas.microsoft.com/office/drawing/2014/main" id="{8E873BAC-A632-4956-8332-8166E824CB95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60" name="Bogen 59">
            <a:extLst>
              <a:ext uri="{FF2B5EF4-FFF2-40B4-BE49-F238E27FC236}">
                <a16:creationId xmlns:a16="http://schemas.microsoft.com/office/drawing/2014/main" id="{70B7491A-598C-4CF9-B490-DDD1DA91E3E3}"/>
              </a:ext>
            </a:extLst>
          </p:cNvPr>
          <p:cNvSpPr/>
          <p:nvPr/>
        </p:nvSpPr>
        <p:spPr>
          <a:xfrm rot="11213678" flipH="1" flipV="1">
            <a:off x="2735014" y="1440253"/>
            <a:ext cx="1247001" cy="2633303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4749CFA9-8D8E-4F43-8359-06382B3914F6}"/>
              </a:ext>
            </a:extLst>
          </p:cNvPr>
          <p:cNvGrpSpPr>
            <a:grpSpLocks noChangeAspect="1"/>
          </p:cNvGrpSpPr>
          <p:nvPr/>
        </p:nvGrpSpPr>
        <p:grpSpPr>
          <a:xfrm>
            <a:off x="3502737" y="3368538"/>
            <a:ext cx="649639" cy="723600"/>
            <a:chOff x="4184655" y="1692997"/>
            <a:chExt cx="1906332" cy="2123348"/>
          </a:xfrm>
        </p:grpSpPr>
        <p:pic>
          <p:nvPicPr>
            <p:cNvPr id="49" name="Grafik 48" descr="Bleistift mit einfarbiger Füllung">
              <a:extLst>
                <a:ext uri="{FF2B5EF4-FFF2-40B4-BE49-F238E27FC236}">
                  <a16:creationId xmlns:a16="http://schemas.microsoft.com/office/drawing/2014/main" id="{8F76AF60-B918-4D74-A4FD-0BA5EB8FDD98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71B3375E-BB68-4144-9755-7179A7FDBE30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9" name="Rechteck: abgerundete Ecken 58">
                <a:extLst>
                  <a:ext uri="{FF2B5EF4-FFF2-40B4-BE49-F238E27FC236}">
                    <a16:creationId xmlns:a16="http://schemas.microsoft.com/office/drawing/2014/main" id="{3149C611-CEF4-49F7-B891-65B67A124CC0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62" name="Rechteck: abgerundete Ecken 61">
                <a:extLst>
                  <a:ext uri="{FF2B5EF4-FFF2-40B4-BE49-F238E27FC236}">
                    <a16:creationId xmlns:a16="http://schemas.microsoft.com/office/drawing/2014/main" id="{83543B6E-2BF2-47E0-9EEC-BEFE702A012C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434243BD-1B22-42E2-A3A9-46E7F2E7AD6A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EFF32B21-4C0A-4FEB-B3B3-734A6462C2C3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7" name="Rechteck: abgerundete Ecken 56">
                <a:extLst>
                  <a:ext uri="{FF2B5EF4-FFF2-40B4-BE49-F238E27FC236}">
                    <a16:creationId xmlns:a16="http://schemas.microsoft.com/office/drawing/2014/main" id="{999690B7-4F7E-4858-9BD1-69863635AB03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52" name="Rechteck: abgerundete Ecken 51">
              <a:extLst>
                <a:ext uri="{FF2B5EF4-FFF2-40B4-BE49-F238E27FC236}">
                  <a16:creationId xmlns:a16="http://schemas.microsoft.com/office/drawing/2014/main" id="{8A04326C-2922-4FFC-B8E8-FB59E2D66CAB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7F921437-77BC-4501-8BC3-EE8DD85A1231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4" name="Rechteck: abgerundete Ecken 53">
                <a:extLst>
                  <a:ext uri="{FF2B5EF4-FFF2-40B4-BE49-F238E27FC236}">
                    <a16:creationId xmlns:a16="http://schemas.microsoft.com/office/drawing/2014/main" id="{30541B8C-9EF9-4EF7-903F-3772131C6C9C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7B63D7E3-0F17-4933-B222-EBA6585CBC5D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2A6BFD73-B548-0DDF-A7D0-81C991A76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23" y="4278217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4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7827E99-8F83-4DA7-A8B8-A343D4B63C15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53B07BB2-78DF-431D-9B4C-1066EE986C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9958973D-7650-4BCA-8658-6FD5B18399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CBA11772-1142-4621-AD15-9A10EB123C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17CC835B-7D2B-4AEA-91C2-D5AC42614A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0B937B9A-6443-4AEA-9905-2A8FBE3CF3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891BD726-B306-44ED-A8CE-F0178E94880E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59" name="Bogen 58">
            <a:extLst>
              <a:ext uri="{FF2B5EF4-FFF2-40B4-BE49-F238E27FC236}">
                <a16:creationId xmlns:a16="http://schemas.microsoft.com/office/drawing/2014/main" id="{9054B021-95B3-48B9-AA3A-D6F8C84C6BBE}"/>
              </a:ext>
            </a:extLst>
          </p:cNvPr>
          <p:cNvSpPr/>
          <p:nvPr/>
        </p:nvSpPr>
        <p:spPr>
          <a:xfrm rot="1273589" flipV="1">
            <a:off x="3364190" y="1385223"/>
            <a:ext cx="1359447" cy="2579112"/>
          </a:xfrm>
          <a:prstGeom prst="arc">
            <a:avLst>
              <a:gd name="adj1" fmla="val 16591373"/>
              <a:gd name="adj2" fmla="val 3381995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9C4C029-7159-458E-B865-0989EEC449D8}"/>
              </a:ext>
            </a:extLst>
          </p:cNvPr>
          <p:cNvGrpSpPr>
            <a:grpSpLocks noChangeAspect="1"/>
          </p:cNvGrpSpPr>
          <p:nvPr/>
        </p:nvGrpSpPr>
        <p:grpSpPr>
          <a:xfrm>
            <a:off x="4747864" y="1238206"/>
            <a:ext cx="649639" cy="723600"/>
            <a:chOff x="4184655" y="1692997"/>
            <a:chExt cx="1906332" cy="2123348"/>
          </a:xfrm>
        </p:grpSpPr>
        <p:pic>
          <p:nvPicPr>
            <p:cNvPr id="48" name="Grafik 47" descr="Bleistift mit einfarbiger Füllung">
              <a:extLst>
                <a:ext uri="{FF2B5EF4-FFF2-40B4-BE49-F238E27FC236}">
                  <a16:creationId xmlns:a16="http://schemas.microsoft.com/office/drawing/2014/main" id="{84329A2C-E550-4EA1-BBB2-5C8E68B103ED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1345F07A-6F63-4574-B5F2-798298D024E4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8" name="Rechteck: abgerundete Ecken 57">
                <a:extLst>
                  <a:ext uri="{FF2B5EF4-FFF2-40B4-BE49-F238E27FC236}">
                    <a16:creationId xmlns:a16="http://schemas.microsoft.com/office/drawing/2014/main" id="{295C4FB6-DD65-451B-89FB-4526B9D62577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60" name="Rechteck: abgerundete Ecken 59">
                <a:extLst>
                  <a:ext uri="{FF2B5EF4-FFF2-40B4-BE49-F238E27FC236}">
                    <a16:creationId xmlns:a16="http://schemas.microsoft.com/office/drawing/2014/main" id="{EC086721-87D3-4F7E-AF38-B97547F5BDD6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93BBC937-2AD1-41DA-9F01-BCC93E7A57F5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483E4A25-7473-4926-A19E-5F3661B71D69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0DB18063-845F-47F7-9E1E-A5D3029F419F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51" name="Rechteck: abgerundete Ecken 50">
              <a:extLst>
                <a:ext uri="{FF2B5EF4-FFF2-40B4-BE49-F238E27FC236}">
                  <a16:creationId xmlns:a16="http://schemas.microsoft.com/office/drawing/2014/main" id="{4A221D47-68AC-4DDB-A114-CF43B639C7B6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21BB19B6-35CF-40E1-9EC3-F8D2190569C3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3" name="Rechteck: abgerundete Ecken 52">
                <a:extLst>
                  <a:ext uri="{FF2B5EF4-FFF2-40B4-BE49-F238E27FC236}">
                    <a16:creationId xmlns:a16="http://schemas.microsoft.com/office/drawing/2014/main" id="{078E6409-F255-43CC-8283-FD151AF461F9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4" name="Rechteck: abgerundete Ecken 53">
                <a:extLst>
                  <a:ext uri="{FF2B5EF4-FFF2-40B4-BE49-F238E27FC236}">
                    <a16:creationId xmlns:a16="http://schemas.microsoft.com/office/drawing/2014/main" id="{E4AB4D41-3F9F-46AE-9956-35CD63E872A2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C45510FE-4CDF-A646-50FC-27140E2C4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586" y="1666701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6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73811A-6C42-40C5-8D86-1544F1365E0F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B6A20C29-1C6F-411A-8A46-773F2C55DF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A31897BB-1A93-4978-8DEB-7BFEE707D3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BC65BD9A-439F-4939-8035-C290326157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17BE408F-4F61-4E03-B9AC-E74E04E8F5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CF6A3A16-43AB-4519-BAF9-87B26038E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3DF3F4EE-A229-40BA-91D6-F5B4DCC1ACE8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58" name="Bogen 57">
            <a:extLst>
              <a:ext uri="{FF2B5EF4-FFF2-40B4-BE49-F238E27FC236}">
                <a16:creationId xmlns:a16="http://schemas.microsoft.com/office/drawing/2014/main" id="{A4C748DD-28E2-4C6A-8FD8-758AA783F6F4}"/>
              </a:ext>
            </a:extLst>
          </p:cNvPr>
          <p:cNvSpPr/>
          <p:nvPr/>
        </p:nvSpPr>
        <p:spPr>
          <a:xfrm rot="12954953" flipH="1" flipV="1">
            <a:off x="3363001" y="1478185"/>
            <a:ext cx="1273272" cy="2633303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1536A464-E2A4-4D13-8E1E-797232A9749A}"/>
              </a:ext>
            </a:extLst>
          </p:cNvPr>
          <p:cNvGrpSpPr>
            <a:grpSpLocks noChangeAspect="1"/>
          </p:cNvGrpSpPr>
          <p:nvPr/>
        </p:nvGrpSpPr>
        <p:grpSpPr>
          <a:xfrm>
            <a:off x="3494854" y="3344889"/>
            <a:ext cx="649639" cy="723600"/>
            <a:chOff x="4184655" y="1692997"/>
            <a:chExt cx="1906332" cy="2123348"/>
          </a:xfrm>
        </p:grpSpPr>
        <p:pic>
          <p:nvPicPr>
            <p:cNvPr id="48" name="Grafik 47" descr="Bleistift mit einfarbiger Füllung">
              <a:extLst>
                <a:ext uri="{FF2B5EF4-FFF2-40B4-BE49-F238E27FC236}">
                  <a16:creationId xmlns:a16="http://schemas.microsoft.com/office/drawing/2014/main" id="{F5CD157E-D7B0-42DF-8305-0726F4A900F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85394EB2-A69E-4B9A-A091-91750156FD15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9" name="Rechteck: abgerundete Ecken 58">
                <a:extLst>
                  <a:ext uri="{FF2B5EF4-FFF2-40B4-BE49-F238E27FC236}">
                    <a16:creationId xmlns:a16="http://schemas.microsoft.com/office/drawing/2014/main" id="{225BD906-9E61-4367-A48C-23AB63D16953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61" name="Rechteck: abgerundete Ecken 60">
                <a:extLst>
                  <a:ext uri="{FF2B5EF4-FFF2-40B4-BE49-F238E27FC236}">
                    <a16:creationId xmlns:a16="http://schemas.microsoft.com/office/drawing/2014/main" id="{4F3CC171-F4E2-421D-B3B9-9E0CF0F2B5C0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268DD3B3-F478-4235-AFF3-CB91C13C7AB5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A819F8D9-EF76-4EBE-A40C-989F90C7DF02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6A667922-B80E-4E4A-A826-898C6E715776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51" name="Rechteck: abgerundete Ecken 50">
              <a:extLst>
                <a:ext uri="{FF2B5EF4-FFF2-40B4-BE49-F238E27FC236}">
                  <a16:creationId xmlns:a16="http://schemas.microsoft.com/office/drawing/2014/main" id="{AB714699-686D-41D9-885B-ED578D6693B4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863158DB-09B8-43FF-802C-CC61089DFBA1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3" name="Rechteck: abgerundete Ecken 52">
                <a:extLst>
                  <a:ext uri="{FF2B5EF4-FFF2-40B4-BE49-F238E27FC236}">
                    <a16:creationId xmlns:a16="http://schemas.microsoft.com/office/drawing/2014/main" id="{F404A6D8-D549-403E-81C3-5FD02B8FA59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4" name="Rechteck: abgerundete Ecken 53">
                <a:extLst>
                  <a:ext uri="{FF2B5EF4-FFF2-40B4-BE49-F238E27FC236}">
                    <a16:creationId xmlns:a16="http://schemas.microsoft.com/office/drawing/2014/main" id="{129EF09D-E517-4125-93D6-090CBF9ED7DA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11F99C58-AED9-B496-DC42-64614CDA0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23" y="4278217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2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C7DD447-4EF2-4588-BC03-CB747283F21E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47B1AECE-7556-4B14-9255-2386FEA77D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89D27765-4594-4B33-ADB6-2D4EED1C7A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90A4505E-DD77-44A9-919E-AE271DBF88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A3A8D6F7-676E-4089-830E-A191E1705E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DE6C2FFD-AFF2-47D8-9D92-15942E297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CCCEC9E9-5204-4D3C-842F-848A438B5B54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60" name="Bogen 59">
            <a:extLst>
              <a:ext uri="{FF2B5EF4-FFF2-40B4-BE49-F238E27FC236}">
                <a16:creationId xmlns:a16="http://schemas.microsoft.com/office/drawing/2014/main" id="{F4A8435A-2483-4761-874A-90AB4B6A746C}"/>
              </a:ext>
            </a:extLst>
          </p:cNvPr>
          <p:cNvSpPr/>
          <p:nvPr/>
        </p:nvSpPr>
        <p:spPr>
          <a:xfrm rot="2886420" flipV="1">
            <a:off x="3898996" y="1686148"/>
            <a:ext cx="1359447" cy="2579112"/>
          </a:xfrm>
          <a:prstGeom prst="arc">
            <a:avLst>
              <a:gd name="adj1" fmla="val 16591373"/>
              <a:gd name="adj2" fmla="val 3381995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B71B452F-C701-41EC-B400-42CFADF85249}"/>
              </a:ext>
            </a:extLst>
          </p:cNvPr>
          <p:cNvGrpSpPr>
            <a:grpSpLocks noChangeAspect="1"/>
          </p:cNvGrpSpPr>
          <p:nvPr/>
        </p:nvGrpSpPr>
        <p:grpSpPr>
          <a:xfrm>
            <a:off x="5581934" y="2090715"/>
            <a:ext cx="649639" cy="723600"/>
            <a:chOff x="4184655" y="1692997"/>
            <a:chExt cx="1906332" cy="2123348"/>
          </a:xfrm>
        </p:grpSpPr>
        <p:pic>
          <p:nvPicPr>
            <p:cNvPr id="48" name="Grafik 47" descr="Bleistift mit einfarbiger Füllung">
              <a:extLst>
                <a:ext uri="{FF2B5EF4-FFF2-40B4-BE49-F238E27FC236}">
                  <a16:creationId xmlns:a16="http://schemas.microsoft.com/office/drawing/2014/main" id="{5699DFB9-7B70-4853-8472-889FDD452008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63E22E38-29BF-4942-B3E8-C4496C54FF88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8" name="Rechteck: abgerundete Ecken 57">
                <a:extLst>
                  <a:ext uri="{FF2B5EF4-FFF2-40B4-BE49-F238E27FC236}">
                    <a16:creationId xmlns:a16="http://schemas.microsoft.com/office/drawing/2014/main" id="{556344B3-DC72-43CC-B6D5-20001C286AFE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9" name="Rechteck: abgerundete Ecken 58">
                <a:extLst>
                  <a:ext uri="{FF2B5EF4-FFF2-40B4-BE49-F238E27FC236}">
                    <a16:creationId xmlns:a16="http://schemas.microsoft.com/office/drawing/2014/main" id="{51EB2C71-5A66-4296-8EB6-18158D2828E5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C50BBFD5-9ABA-49A1-890D-D6C7A3538651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AEC56585-45B6-4B49-BDD0-045480210F62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77AFDE1E-779F-4DE0-906D-A96552FAF90E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51" name="Rechteck: abgerundete Ecken 50">
              <a:extLst>
                <a:ext uri="{FF2B5EF4-FFF2-40B4-BE49-F238E27FC236}">
                  <a16:creationId xmlns:a16="http://schemas.microsoft.com/office/drawing/2014/main" id="{F479C6D3-C37A-47FC-9941-CA20828663EA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21B6EFC7-B5E5-46F0-B4F1-E2BA8883FED9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3" name="Rechteck: abgerundete Ecken 52">
                <a:extLst>
                  <a:ext uri="{FF2B5EF4-FFF2-40B4-BE49-F238E27FC236}">
                    <a16:creationId xmlns:a16="http://schemas.microsoft.com/office/drawing/2014/main" id="{BA89F8E7-3281-443F-8DA0-19997B8F0E5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4" name="Rechteck: abgerundete Ecken 53">
                <a:extLst>
                  <a:ext uri="{FF2B5EF4-FFF2-40B4-BE49-F238E27FC236}">
                    <a16:creationId xmlns:a16="http://schemas.microsoft.com/office/drawing/2014/main" id="{2146BAB7-0CD8-4FE4-8107-09EDE24523DF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C1740AD2-BE63-5923-4521-576F6ACF3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303" y="2733315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86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4E9D8790-7B02-4077-9689-E4612DA4C070}"/>
              </a:ext>
            </a:extLst>
          </p:cNvPr>
          <p:cNvGrpSpPr>
            <a:grpSpLocks noChangeAspect="1"/>
          </p:cNvGrpSpPr>
          <p:nvPr/>
        </p:nvGrpSpPr>
        <p:grpSpPr>
          <a:xfrm>
            <a:off x="1268306" y="1264219"/>
            <a:ext cx="4680000" cy="2824078"/>
            <a:chOff x="1760400" y="1360800"/>
            <a:chExt cx="5619600" cy="3391047"/>
          </a:xfrm>
        </p:grpSpPr>
        <p:sp>
          <p:nvSpPr>
            <p:cNvPr id="53" name="Flussdiagramm: Verbinder 52">
              <a:extLst>
                <a:ext uri="{FF2B5EF4-FFF2-40B4-BE49-F238E27FC236}">
                  <a16:creationId xmlns:a16="http://schemas.microsoft.com/office/drawing/2014/main" id="{31A2C334-AE8A-4FB4-9A2F-2BDD1EDD1D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4" name="Flussdiagramm: Verbinder 53">
              <a:extLst>
                <a:ext uri="{FF2B5EF4-FFF2-40B4-BE49-F238E27FC236}">
                  <a16:creationId xmlns:a16="http://schemas.microsoft.com/office/drawing/2014/main" id="{283996C4-C5BB-43FF-9C97-74EB6A7DB9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5" name="Flussdiagramm: Verbinder 54">
              <a:extLst>
                <a:ext uri="{FF2B5EF4-FFF2-40B4-BE49-F238E27FC236}">
                  <a16:creationId xmlns:a16="http://schemas.microsoft.com/office/drawing/2014/main" id="{F72D6DAE-55BA-4ED7-8264-2DECFEB64C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6" name="Flussdiagramm: Verbinder 55">
              <a:extLst>
                <a:ext uri="{FF2B5EF4-FFF2-40B4-BE49-F238E27FC236}">
                  <a16:creationId xmlns:a16="http://schemas.microsoft.com/office/drawing/2014/main" id="{4FD20884-82B2-4B5C-A40A-FC93F5E85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7" name="Flussdiagramm: Verbinder 56">
              <a:extLst>
                <a:ext uri="{FF2B5EF4-FFF2-40B4-BE49-F238E27FC236}">
                  <a16:creationId xmlns:a16="http://schemas.microsoft.com/office/drawing/2014/main" id="{DEA7B126-7078-41A0-A604-92DC1BAFF9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58" name="Flussdiagramm: Verbinder 57">
              <a:extLst>
                <a:ext uri="{FF2B5EF4-FFF2-40B4-BE49-F238E27FC236}">
                  <a16:creationId xmlns:a16="http://schemas.microsoft.com/office/drawing/2014/main" id="{3E0B8CE5-1044-4FBD-8F73-A5F002CE46A9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80" name="Bogen 79">
            <a:extLst>
              <a:ext uri="{FF2B5EF4-FFF2-40B4-BE49-F238E27FC236}">
                <a16:creationId xmlns:a16="http://schemas.microsoft.com/office/drawing/2014/main" id="{77E9C146-839C-4A63-9C01-5E15FB925A95}"/>
              </a:ext>
            </a:extLst>
          </p:cNvPr>
          <p:cNvSpPr/>
          <p:nvPr/>
        </p:nvSpPr>
        <p:spPr>
          <a:xfrm rot="14691876" flipH="1" flipV="1">
            <a:off x="3866532" y="1838701"/>
            <a:ext cx="1273272" cy="2633303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tx1"/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C0DA3B2-FEC8-409F-8236-B30A26E4FFB9}"/>
              </a:ext>
            </a:extLst>
          </p:cNvPr>
          <p:cNvGrpSpPr>
            <a:grpSpLocks noChangeAspect="1"/>
          </p:cNvGrpSpPr>
          <p:nvPr/>
        </p:nvGrpSpPr>
        <p:grpSpPr>
          <a:xfrm>
            <a:off x="3494854" y="3344889"/>
            <a:ext cx="649639" cy="723600"/>
            <a:chOff x="4184655" y="1692997"/>
            <a:chExt cx="1906332" cy="2123348"/>
          </a:xfrm>
        </p:grpSpPr>
        <p:pic>
          <p:nvPicPr>
            <p:cNvPr id="41" name="Grafik 40" descr="Bleistift mit einfarbiger Füllung">
              <a:extLst>
                <a:ext uri="{FF2B5EF4-FFF2-40B4-BE49-F238E27FC236}">
                  <a16:creationId xmlns:a16="http://schemas.microsoft.com/office/drawing/2014/main" id="{81307AC2-5ABC-4ABB-AA68-F383B514888A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4EBF82E8-E30F-40B6-B60E-52C2C130F1E2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50" name="Rechteck: abgerundete Ecken 49">
                <a:extLst>
                  <a:ext uri="{FF2B5EF4-FFF2-40B4-BE49-F238E27FC236}">
                    <a16:creationId xmlns:a16="http://schemas.microsoft.com/office/drawing/2014/main" id="{0A91B95B-559E-4B89-A6BA-8D8D842933D8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51" name="Rechteck: abgerundete Ecken 50">
                <a:extLst>
                  <a:ext uri="{FF2B5EF4-FFF2-40B4-BE49-F238E27FC236}">
                    <a16:creationId xmlns:a16="http://schemas.microsoft.com/office/drawing/2014/main" id="{E0D851BB-EF1B-4EBE-B375-54A051758DF0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2BBC5CD2-5B40-4B9A-8DD7-3E0AEAF60195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48" name="Rechteck: abgerundete Ecken 47">
                <a:extLst>
                  <a:ext uri="{FF2B5EF4-FFF2-40B4-BE49-F238E27FC236}">
                    <a16:creationId xmlns:a16="http://schemas.microsoft.com/office/drawing/2014/main" id="{0276CA79-3265-400D-B8E1-5114FD864F63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49" name="Rechteck: abgerundete Ecken 48">
                <a:extLst>
                  <a:ext uri="{FF2B5EF4-FFF2-40B4-BE49-F238E27FC236}">
                    <a16:creationId xmlns:a16="http://schemas.microsoft.com/office/drawing/2014/main" id="{9D35CE02-6065-4EE0-AEEF-E0AA7653922F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B7A01662-BB36-4FF2-90B1-755C58B632AA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C8FC1CD3-792F-4786-86B8-E0C6D5357DFA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solidFill>
              <a:schemeClr val="tx1"/>
            </a:solidFill>
          </p:grpSpPr>
          <p:sp>
            <p:nvSpPr>
              <p:cNvPr id="46" name="Rechteck: abgerundete Ecken 45">
                <a:extLst>
                  <a:ext uri="{FF2B5EF4-FFF2-40B4-BE49-F238E27FC236}">
                    <a16:creationId xmlns:a16="http://schemas.microsoft.com/office/drawing/2014/main" id="{F9C05C56-2B4C-494B-ADF4-64A75A98CCF4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dirty="0"/>
              </a:p>
            </p:txBody>
          </p:sp>
          <p:sp>
            <p:nvSpPr>
              <p:cNvPr id="47" name="Rechteck: abgerundete Ecken 46">
                <a:extLst>
                  <a:ext uri="{FF2B5EF4-FFF2-40B4-BE49-F238E27FC236}">
                    <a16:creationId xmlns:a16="http://schemas.microsoft.com/office/drawing/2014/main" id="{2520970E-18DA-418A-9380-12E5AB10DDDF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43AD8F17-7654-7159-744F-02B832484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23" y="4278217"/>
            <a:ext cx="745382" cy="5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22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62</Words>
  <Application>Microsoft Office PowerPoint</Application>
  <PresentationFormat>Personnalisé</PresentationFormat>
  <Paragraphs>5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Tema de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Moreno Verdu</dc:creator>
  <cp:lastModifiedBy>Marcos Moreno Verdu</cp:lastModifiedBy>
  <cp:revision>2</cp:revision>
  <dcterms:created xsi:type="dcterms:W3CDTF">2025-06-13T10:18:05Z</dcterms:created>
  <dcterms:modified xsi:type="dcterms:W3CDTF">2025-06-18T14:43:58Z</dcterms:modified>
</cp:coreProperties>
</file>