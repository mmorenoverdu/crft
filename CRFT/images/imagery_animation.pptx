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4"/>
  </p:notesMasterIdLst>
  <p:sldIdLst>
    <p:sldId id="915" r:id="rId2"/>
    <p:sldId id="860" r:id="rId3"/>
    <p:sldId id="861" r:id="rId4"/>
    <p:sldId id="862" r:id="rId5"/>
    <p:sldId id="863" r:id="rId6"/>
    <p:sldId id="864" r:id="rId7"/>
    <p:sldId id="865" r:id="rId8"/>
    <p:sldId id="866" r:id="rId9"/>
    <p:sldId id="867" r:id="rId10"/>
    <p:sldId id="868" r:id="rId11"/>
    <p:sldId id="869" r:id="rId12"/>
    <p:sldId id="870" r:id="rId13"/>
  </p:sldIdLst>
  <p:sldSz cx="5759450" cy="43195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95D6D7-B2F8-4284-818E-7758EE23E7D4}" v="28" dt="2025-06-16T15:50:26.6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63" d="100"/>
          <a:sy n="163" d="100"/>
        </p:scale>
        <p:origin x="188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os Moreno Verdu" userId="e16f21d8-7ade-4398-a799-6875fecfb860" providerId="ADAL" clId="{F452AF01-9AF8-45FD-970A-2F3D9895C122}"/>
    <pc:docChg chg="modSld">
      <pc:chgData name="Marcos Moreno Verdu" userId="e16f21d8-7ade-4398-a799-6875fecfb860" providerId="ADAL" clId="{F452AF01-9AF8-45FD-970A-2F3D9895C122}" dt="2025-06-13T11:04:08.373" v="34" actId="1036"/>
      <pc:docMkLst>
        <pc:docMk/>
      </pc:docMkLst>
      <pc:sldChg chg="addSp modSp mod">
        <pc:chgData name="Marcos Moreno Verdu" userId="e16f21d8-7ade-4398-a799-6875fecfb860" providerId="ADAL" clId="{F452AF01-9AF8-45FD-970A-2F3D9895C122}" dt="2025-06-13T11:02:15.787" v="3" actId="1076"/>
        <pc:sldMkLst>
          <pc:docMk/>
          <pc:sldMk cId="3916276275" sldId="871"/>
        </pc:sldMkLst>
      </pc:sldChg>
      <pc:sldChg chg="addSp modSp mod">
        <pc:chgData name="Marcos Moreno Verdu" userId="e16f21d8-7ade-4398-a799-6875fecfb860" providerId="ADAL" clId="{F452AF01-9AF8-45FD-970A-2F3D9895C122}" dt="2025-06-13T11:02:30.230" v="8" actId="1036"/>
        <pc:sldMkLst>
          <pc:docMk/>
          <pc:sldMk cId="345220509" sldId="872"/>
        </pc:sldMkLst>
      </pc:sldChg>
      <pc:sldChg chg="addSp modSp">
        <pc:chgData name="Marcos Moreno Verdu" userId="e16f21d8-7ade-4398-a799-6875fecfb860" providerId="ADAL" clId="{F452AF01-9AF8-45FD-970A-2F3D9895C122}" dt="2025-06-13T11:02:46.703" v="9"/>
        <pc:sldMkLst>
          <pc:docMk/>
          <pc:sldMk cId="1809262826" sldId="873"/>
        </pc:sldMkLst>
      </pc:sldChg>
      <pc:sldChg chg="addSp modSp mod">
        <pc:chgData name="Marcos Moreno Verdu" userId="e16f21d8-7ade-4398-a799-6875fecfb860" providerId="ADAL" clId="{F452AF01-9AF8-45FD-970A-2F3D9895C122}" dt="2025-06-13T11:03:30.822" v="17" actId="1035"/>
        <pc:sldMkLst>
          <pc:docMk/>
          <pc:sldMk cId="1584849216" sldId="874"/>
        </pc:sldMkLst>
      </pc:sldChg>
      <pc:sldChg chg="addSp modSp">
        <pc:chgData name="Marcos Moreno Verdu" userId="e16f21d8-7ade-4398-a799-6875fecfb860" providerId="ADAL" clId="{F452AF01-9AF8-45FD-970A-2F3D9895C122}" dt="2025-06-13T11:02:50.790" v="10"/>
        <pc:sldMkLst>
          <pc:docMk/>
          <pc:sldMk cId="2943979280" sldId="875"/>
        </pc:sldMkLst>
      </pc:sldChg>
      <pc:sldChg chg="addSp modSp mod">
        <pc:chgData name="Marcos Moreno Verdu" userId="e16f21d8-7ade-4398-a799-6875fecfb860" providerId="ADAL" clId="{F452AF01-9AF8-45FD-970A-2F3D9895C122}" dt="2025-06-13T11:03:42.758" v="23" actId="1036"/>
        <pc:sldMkLst>
          <pc:docMk/>
          <pc:sldMk cId="1157580586" sldId="876"/>
        </pc:sldMkLst>
      </pc:sldChg>
      <pc:sldChg chg="addSp modSp">
        <pc:chgData name="Marcos Moreno Verdu" userId="e16f21d8-7ade-4398-a799-6875fecfb860" providerId="ADAL" clId="{F452AF01-9AF8-45FD-970A-2F3D9895C122}" dt="2025-06-13T11:02:54.101" v="11"/>
        <pc:sldMkLst>
          <pc:docMk/>
          <pc:sldMk cId="2906745120" sldId="877"/>
        </pc:sldMkLst>
      </pc:sldChg>
      <pc:sldChg chg="addSp modSp mod">
        <pc:chgData name="Marcos Moreno Verdu" userId="e16f21d8-7ade-4398-a799-6875fecfb860" providerId="ADAL" clId="{F452AF01-9AF8-45FD-970A-2F3D9895C122}" dt="2025-06-13T11:03:56.579" v="31" actId="1036"/>
        <pc:sldMkLst>
          <pc:docMk/>
          <pc:sldMk cId="4138966623" sldId="878"/>
        </pc:sldMkLst>
      </pc:sldChg>
      <pc:sldChg chg="addSp modSp">
        <pc:chgData name="Marcos Moreno Verdu" userId="e16f21d8-7ade-4398-a799-6875fecfb860" providerId="ADAL" clId="{F452AF01-9AF8-45FD-970A-2F3D9895C122}" dt="2025-06-13T11:02:58.114" v="12"/>
        <pc:sldMkLst>
          <pc:docMk/>
          <pc:sldMk cId="4168026530" sldId="879"/>
        </pc:sldMkLst>
      </pc:sldChg>
      <pc:sldChg chg="addSp modSp mod">
        <pc:chgData name="Marcos Moreno Verdu" userId="e16f21d8-7ade-4398-a799-6875fecfb860" providerId="ADAL" clId="{F452AF01-9AF8-45FD-970A-2F3D9895C122}" dt="2025-06-13T11:04:08.373" v="34" actId="1036"/>
        <pc:sldMkLst>
          <pc:docMk/>
          <pc:sldMk cId="3504586907" sldId="880"/>
        </pc:sldMkLst>
      </pc:sldChg>
      <pc:sldChg chg="addSp modSp">
        <pc:chgData name="Marcos Moreno Verdu" userId="e16f21d8-7ade-4398-a799-6875fecfb860" providerId="ADAL" clId="{F452AF01-9AF8-45FD-970A-2F3D9895C122}" dt="2025-06-13T11:03:02.099" v="13"/>
        <pc:sldMkLst>
          <pc:docMk/>
          <pc:sldMk cId="1994022406" sldId="881"/>
        </pc:sldMkLst>
      </pc:sldChg>
    </pc:docChg>
  </pc:docChgLst>
  <pc:docChgLst>
    <pc:chgData name="Marcos Moreno Verdu" userId="e16f21d8-7ade-4398-a799-6875fecfb860" providerId="ADAL" clId="{1C95D6D7-B2F8-4284-818E-7758EE23E7D4}"/>
    <pc:docChg chg="undo custSel addSld delSld modSld">
      <pc:chgData name="Marcos Moreno Verdu" userId="e16f21d8-7ade-4398-a799-6875fecfb860" providerId="ADAL" clId="{1C95D6D7-B2F8-4284-818E-7758EE23E7D4}" dt="2025-06-13T11:26:47.387" v="192" actId="1037"/>
      <pc:docMkLst>
        <pc:docMk/>
      </pc:docMkLst>
      <pc:sldChg chg="addSp modSp add mod">
        <pc:chgData name="Marcos Moreno Verdu" userId="e16f21d8-7ade-4398-a799-6875fecfb860" providerId="ADAL" clId="{1C95D6D7-B2F8-4284-818E-7758EE23E7D4}" dt="2025-06-13T11:26:47.387" v="192" actId="1037"/>
        <pc:sldMkLst>
          <pc:docMk/>
          <pc:sldMk cId="3837363025" sldId="860"/>
        </pc:sldMkLst>
        <pc:spChg chg="mod">
          <ac:chgData name="Marcos Moreno Verdu" userId="e16f21d8-7ade-4398-a799-6875fecfb860" providerId="ADAL" clId="{1C95D6D7-B2F8-4284-818E-7758EE23E7D4}" dt="2025-06-13T11:26:47.387" v="192" actId="1037"/>
          <ac:spMkLst>
            <pc:docMk/>
            <pc:sldMk cId="3837363025" sldId="860"/>
            <ac:spMk id="50" creationId="{C898A897-95DF-4F4C-A53E-E9DF7E377937}"/>
          </ac:spMkLst>
        </pc:spChg>
        <pc:grpChg chg="mod">
          <ac:chgData name="Marcos Moreno Verdu" userId="e16f21d8-7ade-4398-a799-6875fecfb860" providerId="ADAL" clId="{1C95D6D7-B2F8-4284-818E-7758EE23E7D4}" dt="2025-06-13T11:18:51.112" v="5" actId="1076"/>
          <ac:grpSpMkLst>
            <pc:docMk/>
            <pc:sldMk cId="3837363025" sldId="860"/>
            <ac:grpSpMk id="21" creationId="{19B2256E-4A7F-4078-BDDD-80B8095FA518}"/>
          </ac:grpSpMkLst>
        </pc:grpChg>
        <pc:grpChg chg="mod">
          <ac:chgData name="Marcos Moreno Verdu" userId="e16f21d8-7ade-4398-a799-6875fecfb860" providerId="ADAL" clId="{1C95D6D7-B2F8-4284-818E-7758EE23E7D4}" dt="2025-06-13T11:21:30.389" v="50" actId="1036"/>
          <ac:grpSpMkLst>
            <pc:docMk/>
            <pc:sldMk cId="3837363025" sldId="860"/>
            <ac:grpSpMk id="28" creationId="{80322985-F9A9-4ECB-830B-0A8C25823DE4}"/>
          </ac:grpSpMkLst>
        </pc:grpChg>
        <pc:picChg chg="add mod">
          <ac:chgData name="Marcos Moreno Verdu" userId="e16f21d8-7ade-4398-a799-6875fecfb860" providerId="ADAL" clId="{1C95D6D7-B2F8-4284-818E-7758EE23E7D4}" dt="2025-06-13T11:19:10.610" v="16" actId="1035"/>
          <ac:picMkLst>
            <pc:docMk/>
            <pc:sldMk cId="3837363025" sldId="860"/>
            <ac:picMk id="9" creationId="{69417E26-0773-E2AE-7CC6-9251739F0B87}"/>
          </ac:picMkLst>
        </pc:picChg>
      </pc:sldChg>
      <pc:sldChg chg="addSp modSp add mod">
        <pc:chgData name="Marcos Moreno Verdu" userId="e16f21d8-7ade-4398-a799-6875fecfb860" providerId="ADAL" clId="{1C95D6D7-B2F8-4284-818E-7758EE23E7D4}" dt="2025-06-13T11:21:53.941" v="53" actId="14100"/>
        <pc:sldMkLst>
          <pc:docMk/>
          <pc:sldMk cId="991811623" sldId="861"/>
        </pc:sldMkLst>
        <pc:spChg chg="mod">
          <ac:chgData name="Marcos Moreno Verdu" userId="e16f21d8-7ade-4398-a799-6875fecfb860" providerId="ADAL" clId="{1C95D6D7-B2F8-4284-818E-7758EE23E7D4}" dt="2025-06-13T11:21:53.941" v="53" actId="14100"/>
          <ac:spMkLst>
            <pc:docMk/>
            <pc:sldMk cId="991811623" sldId="861"/>
            <ac:spMk id="67" creationId="{3271C3EB-6540-4395-9DCB-D0965012D93A}"/>
          </ac:spMkLst>
        </pc:spChg>
        <pc:picChg chg="add mod">
          <ac:chgData name="Marcos Moreno Verdu" userId="e16f21d8-7ade-4398-a799-6875fecfb860" providerId="ADAL" clId="{1C95D6D7-B2F8-4284-818E-7758EE23E7D4}" dt="2025-06-13T11:19:47.456" v="23" actId="1076"/>
          <ac:picMkLst>
            <pc:docMk/>
            <pc:sldMk cId="991811623" sldId="861"/>
            <ac:picMk id="2" creationId="{030AC215-859E-C034-5169-FC724EF6026A}"/>
          </ac:picMkLst>
        </pc:picChg>
      </pc:sldChg>
      <pc:sldChg chg="addSp delSp modSp add mod">
        <pc:chgData name="Marcos Moreno Verdu" userId="e16f21d8-7ade-4398-a799-6875fecfb860" providerId="ADAL" clId="{1C95D6D7-B2F8-4284-818E-7758EE23E7D4}" dt="2025-06-13T11:22:16.303" v="57"/>
        <pc:sldMkLst>
          <pc:docMk/>
          <pc:sldMk cId="334814737" sldId="862"/>
        </pc:sldMkLst>
        <pc:spChg chg="add mod">
          <ac:chgData name="Marcos Moreno Verdu" userId="e16f21d8-7ade-4398-a799-6875fecfb860" providerId="ADAL" clId="{1C95D6D7-B2F8-4284-818E-7758EE23E7D4}" dt="2025-06-13T11:22:01.015" v="55"/>
          <ac:spMkLst>
            <pc:docMk/>
            <pc:sldMk cId="334814737" sldId="862"/>
            <ac:spMk id="3" creationId="{A2BDCD1A-3A2C-5FD8-108E-CCECE2E35638}"/>
          </ac:spMkLst>
        </pc:spChg>
        <pc:spChg chg="mod">
          <ac:chgData name="Marcos Moreno Verdu" userId="e16f21d8-7ade-4398-a799-6875fecfb860" providerId="ADAL" clId="{1C95D6D7-B2F8-4284-818E-7758EE23E7D4}" dt="2025-06-13T11:22:16.303" v="57"/>
          <ac:spMkLst>
            <pc:docMk/>
            <pc:sldMk cId="334814737" sldId="862"/>
            <ac:spMk id="8" creationId="{9639CCD0-EC50-40FC-57FC-7DA346DB33CE}"/>
          </ac:spMkLst>
        </pc:spChg>
        <pc:spChg chg="mod">
          <ac:chgData name="Marcos Moreno Verdu" userId="e16f21d8-7ade-4398-a799-6875fecfb860" providerId="ADAL" clId="{1C95D6D7-B2F8-4284-818E-7758EE23E7D4}" dt="2025-06-13T11:22:16.303" v="57"/>
          <ac:spMkLst>
            <pc:docMk/>
            <pc:sldMk cId="334814737" sldId="862"/>
            <ac:spMk id="10" creationId="{60F5F2A2-025B-D08B-CC1C-71D221D38D2E}"/>
          </ac:spMkLst>
        </pc:spChg>
        <pc:spChg chg="mod">
          <ac:chgData name="Marcos Moreno Verdu" userId="e16f21d8-7ade-4398-a799-6875fecfb860" providerId="ADAL" clId="{1C95D6D7-B2F8-4284-818E-7758EE23E7D4}" dt="2025-06-13T11:22:16.303" v="57"/>
          <ac:spMkLst>
            <pc:docMk/>
            <pc:sldMk cId="334814737" sldId="862"/>
            <ac:spMk id="11" creationId="{F9E0AA27-5E9D-6702-5F7E-D9333F88E81B}"/>
          </ac:spMkLst>
        </pc:spChg>
        <pc:spChg chg="mod">
          <ac:chgData name="Marcos Moreno Verdu" userId="e16f21d8-7ade-4398-a799-6875fecfb860" providerId="ADAL" clId="{1C95D6D7-B2F8-4284-818E-7758EE23E7D4}" dt="2025-06-13T11:22:16.303" v="57"/>
          <ac:spMkLst>
            <pc:docMk/>
            <pc:sldMk cId="334814737" sldId="862"/>
            <ac:spMk id="12" creationId="{78015731-9B29-5FD0-AD1B-1D41FEA2960F}"/>
          </ac:spMkLst>
        </pc:spChg>
        <pc:spChg chg="mod">
          <ac:chgData name="Marcos Moreno Verdu" userId="e16f21d8-7ade-4398-a799-6875fecfb860" providerId="ADAL" clId="{1C95D6D7-B2F8-4284-818E-7758EE23E7D4}" dt="2025-06-13T11:22:16.303" v="57"/>
          <ac:spMkLst>
            <pc:docMk/>
            <pc:sldMk cId="334814737" sldId="862"/>
            <ac:spMk id="13" creationId="{CE278698-16EA-3AD5-E7DB-026154B80789}"/>
          </ac:spMkLst>
        </pc:spChg>
        <pc:spChg chg="mod">
          <ac:chgData name="Marcos Moreno Verdu" userId="e16f21d8-7ade-4398-a799-6875fecfb860" providerId="ADAL" clId="{1C95D6D7-B2F8-4284-818E-7758EE23E7D4}" dt="2025-06-13T11:22:16.303" v="57"/>
          <ac:spMkLst>
            <pc:docMk/>
            <pc:sldMk cId="334814737" sldId="862"/>
            <ac:spMk id="14" creationId="{6F11CF67-60BE-EF49-C281-09EC5C48362B}"/>
          </ac:spMkLst>
        </pc:spChg>
        <pc:spChg chg="mod">
          <ac:chgData name="Marcos Moreno Verdu" userId="e16f21d8-7ade-4398-a799-6875fecfb860" providerId="ADAL" clId="{1C95D6D7-B2F8-4284-818E-7758EE23E7D4}" dt="2025-06-13T11:22:16.303" v="57"/>
          <ac:spMkLst>
            <pc:docMk/>
            <pc:sldMk cId="334814737" sldId="862"/>
            <ac:spMk id="15" creationId="{7807B4AD-070E-BEDB-963E-24EFE360C5B8}"/>
          </ac:spMkLst>
        </pc:spChg>
        <pc:grpChg chg="mod">
          <ac:chgData name="Marcos Moreno Verdu" userId="e16f21d8-7ade-4398-a799-6875fecfb860" providerId="ADAL" clId="{1C95D6D7-B2F8-4284-818E-7758EE23E7D4}" dt="2025-06-13T11:22:16.303" v="57"/>
          <ac:grpSpMkLst>
            <pc:docMk/>
            <pc:sldMk cId="334814737" sldId="862"/>
            <ac:grpSpMk id="6" creationId="{257B1F36-5137-AB44-5C34-4AF2141B8C74}"/>
          </ac:grpSpMkLst>
        </pc:grpChg>
        <pc:grpChg chg="mod">
          <ac:chgData name="Marcos Moreno Verdu" userId="e16f21d8-7ade-4398-a799-6875fecfb860" providerId="ADAL" clId="{1C95D6D7-B2F8-4284-818E-7758EE23E7D4}" dt="2025-06-13T11:22:16.303" v="57"/>
          <ac:grpSpMkLst>
            <pc:docMk/>
            <pc:sldMk cId="334814737" sldId="862"/>
            <ac:grpSpMk id="7" creationId="{A2327756-2DAB-4CDC-FBBB-F4F777FA327B}"/>
          </ac:grpSpMkLst>
        </pc:grpChg>
        <pc:picChg chg="add mod">
          <ac:chgData name="Marcos Moreno Verdu" userId="e16f21d8-7ade-4398-a799-6875fecfb860" providerId="ADAL" clId="{1C95D6D7-B2F8-4284-818E-7758EE23E7D4}" dt="2025-06-13T11:19:20.184" v="17"/>
          <ac:picMkLst>
            <pc:docMk/>
            <pc:sldMk cId="334814737" sldId="862"/>
            <ac:picMk id="2" creationId="{3228E13A-7C1D-FDEF-5426-63370B3B4911}"/>
          </ac:picMkLst>
        </pc:picChg>
        <pc:picChg chg="mod">
          <ac:chgData name="Marcos Moreno Verdu" userId="e16f21d8-7ade-4398-a799-6875fecfb860" providerId="ADAL" clId="{1C95D6D7-B2F8-4284-818E-7758EE23E7D4}" dt="2025-06-13T11:22:16.303" v="57"/>
          <ac:picMkLst>
            <pc:docMk/>
            <pc:sldMk cId="334814737" sldId="862"/>
            <ac:picMk id="5" creationId="{09FBC5CA-F7BE-5410-DD8A-DFDC80196781}"/>
          </ac:picMkLst>
        </pc:picChg>
      </pc:sldChg>
      <pc:sldChg chg="addSp delSp modSp add mod">
        <pc:chgData name="Marcos Moreno Verdu" userId="e16f21d8-7ade-4398-a799-6875fecfb860" providerId="ADAL" clId="{1C95D6D7-B2F8-4284-818E-7758EE23E7D4}" dt="2025-06-13T11:23:42.769" v="88" actId="1038"/>
        <pc:sldMkLst>
          <pc:docMk/>
          <pc:sldMk cId="3890862635" sldId="863"/>
        </pc:sldMkLst>
        <pc:spChg chg="add mod">
          <ac:chgData name="Marcos Moreno Verdu" userId="e16f21d8-7ade-4398-a799-6875fecfb860" providerId="ADAL" clId="{1C95D6D7-B2F8-4284-818E-7758EE23E7D4}" dt="2025-06-13T11:23:42.769" v="88" actId="1038"/>
          <ac:spMkLst>
            <pc:docMk/>
            <pc:sldMk cId="3890862635" sldId="863"/>
            <ac:spMk id="3" creationId="{92950A3E-3B04-945A-7E17-35DFA1E39069}"/>
          </ac:spMkLst>
        </pc:spChg>
        <pc:picChg chg="add mod">
          <ac:chgData name="Marcos Moreno Verdu" userId="e16f21d8-7ade-4398-a799-6875fecfb860" providerId="ADAL" clId="{1C95D6D7-B2F8-4284-818E-7758EE23E7D4}" dt="2025-06-13T11:19:59.023" v="25" actId="1076"/>
          <ac:picMkLst>
            <pc:docMk/>
            <pc:sldMk cId="3890862635" sldId="863"/>
            <ac:picMk id="2" creationId="{C53304EA-59B5-4D0A-7881-024C76ECBEAF}"/>
          </ac:picMkLst>
        </pc:picChg>
      </pc:sldChg>
      <pc:sldChg chg="addSp delSp modSp add mod">
        <pc:chgData name="Marcos Moreno Verdu" userId="e16f21d8-7ade-4398-a799-6875fecfb860" providerId="ADAL" clId="{1C95D6D7-B2F8-4284-818E-7758EE23E7D4}" dt="2025-06-13T11:23:51.378" v="90"/>
        <pc:sldMkLst>
          <pc:docMk/>
          <pc:sldMk cId="1981462253" sldId="864"/>
        </pc:sldMkLst>
        <pc:spChg chg="mod">
          <ac:chgData name="Marcos Moreno Verdu" userId="e16f21d8-7ade-4398-a799-6875fecfb860" providerId="ADAL" clId="{1C95D6D7-B2F8-4284-818E-7758EE23E7D4}" dt="2025-06-13T11:22:25.072" v="59"/>
          <ac:spMkLst>
            <pc:docMk/>
            <pc:sldMk cId="1981462253" sldId="864"/>
            <ac:spMk id="7" creationId="{F9436E41-9CE1-9E46-7E0B-2A7CF9D7AC12}"/>
          </ac:spMkLst>
        </pc:spChg>
        <pc:spChg chg="mod">
          <ac:chgData name="Marcos Moreno Verdu" userId="e16f21d8-7ade-4398-a799-6875fecfb860" providerId="ADAL" clId="{1C95D6D7-B2F8-4284-818E-7758EE23E7D4}" dt="2025-06-13T11:22:25.072" v="59"/>
          <ac:spMkLst>
            <pc:docMk/>
            <pc:sldMk cId="1981462253" sldId="864"/>
            <ac:spMk id="9" creationId="{49392F15-4435-73EA-FB1D-46CD2AF03D21}"/>
          </ac:spMkLst>
        </pc:spChg>
        <pc:spChg chg="mod">
          <ac:chgData name="Marcos Moreno Verdu" userId="e16f21d8-7ade-4398-a799-6875fecfb860" providerId="ADAL" clId="{1C95D6D7-B2F8-4284-818E-7758EE23E7D4}" dt="2025-06-13T11:22:25.072" v="59"/>
          <ac:spMkLst>
            <pc:docMk/>
            <pc:sldMk cId="1981462253" sldId="864"/>
            <ac:spMk id="10" creationId="{813ADE54-A446-46EE-7F9A-09F809DCEAE9}"/>
          </ac:spMkLst>
        </pc:spChg>
        <pc:spChg chg="mod">
          <ac:chgData name="Marcos Moreno Verdu" userId="e16f21d8-7ade-4398-a799-6875fecfb860" providerId="ADAL" clId="{1C95D6D7-B2F8-4284-818E-7758EE23E7D4}" dt="2025-06-13T11:22:25.072" v="59"/>
          <ac:spMkLst>
            <pc:docMk/>
            <pc:sldMk cId="1981462253" sldId="864"/>
            <ac:spMk id="11" creationId="{CA81215F-4075-DE8A-3576-7CB0D3857171}"/>
          </ac:spMkLst>
        </pc:spChg>
        <pc:spChg chg="mod">
          <ac:chgData name="Marcos Moreno Verdu" userId="e16f21d8-7ade-4398-a799-6875fecfb860" providerId="ADAL" clId="{1C95D6D7-B2F8-4284-818E-7758EE23E7D4}" dt="2025-06-13T11:22:25.072" v="59"/>
          <ac:spMkLst>
            <pc:docMk/>
            <pc:sldMk cId="1981462253" sldId="864"/>
            <ac:spMk id="12" creationId="{8D9B8974-5A1E-8CB8-36BE-A02E2AD08CFD}"/>
          </ac:spMkLst>
        </pc:spChg>
        <pc:spChg chg="mod">
          <ac:chgData name="Marcos Moreno Verdu" userId="e16f21d8-7ade-4398-a799-6875fecfb860" providerId="ADAL" clId="{1C95D6D7-B2F8-4284-818E-7758EE23E7D4}" dt="2025-06-13T11:22:25.072" v="59"/>
          <ac:spMkLst>
            <pc:docMk/>
            <pc:sldMk cId="1981462253" sldId="864"/>
            <ac:spMk id="13" creationId="{8575C0F0-DD68-29E4-8727-0342429EC396}"/>
          </ac:spMkLst>
        </pc:spChg>
        <pc:spChg chg="mod">
          <ac:chgData name="Marcos Moreno Verdu" userId="e16f21d8-7ade-4398-a799-6875fecfb860" providerId="ADAL" clId="{1C95D6D7-B2F8-4284-818E-7758EE23E7D4}" dt="2025-06-13T11:22:25.072" v="59"/>
          <ac:spMkLst>
            <pc:docMk/>
            <pc:sldMk cId="1981462253" sldId="864"/>
            <ac:spMk id="14" creationId="{9B070484-91CC-B378-E8EC-2ADBDCED09F4}"/>
          </ac:spMkLst>
        </pc:spChg>
        <pc:spChg chg="add mod">
          <ac:chgData name="Marcos Moreno Verdu" userId="e16f21d8-7ade-4398-a799-6875fecfb860" providerId="ADAL" clId="{1C95D6D7-B2F8-4284-818E-7758EE23E7D4}" dt="2025-06-13T11:23:51.378" v="90"/>
          <ac:spMkLst>
            <pc:docMk/>
            <pc:sldMk cId="1981462253" sldId="864"/>
            <ac:spMk id="15" creationId="{3FF036C8-AD20-4665-3477-14EE0B1EB24A}"/>
          </ac:spMkLst>
        </pc:spChg>
        <pc:grpChg chg="add mod">
          <ac:chgData name="Marcos Moreno Verdu" userId="e16f21d8-7ade-4398-a799-6875fecfb860" providerId="ADAL" clId="{1C95D6D7-B2F8-4284-818E-7758EE23E7D4}" dt="2025-06-13T11:22:25.072" v="59"/>
          <ac:grpSpMkLst>
            <pc:docMk/>
            <pc:sldMk cId="1981462253" sldId="864"/>
            <ac:grpSpMk id="3" creationId="{6A0978D4-036F-913B-6144-BE73EC6D6901}"/>
          </ac:grpSpMkLst>
        </pc:grpChg>
        <pc:grpChg chg="mod">
          <ac:chgData name="Marcos Moreno Verdu" userId="e16f21d8-7ade-4398-a799-6875fecfb860" providerId="ADAL" clId="{1C95D6D7-B2F8-4284-818E-7758EE23E7D4}" dt="2025-06-13T11:22:25.072" v="59"/>
          <ac:grpSpMkLst>
            <pc:docMk/>
            <pc:sldMk cId="1981462253" sldId="864"/>
            <ac:grpSpMk id="6" creationId="{C596A8B1-97BA-839F-AA2A-5FF0167A885A}"/>
          </ac:grpSpMkLst>
        </pc:grpChg>
        <pc:picChg chg="add mod">
          <ac:chgData name="Marcos Moreno Verdu" userId="e16f21d8-7ade-4398-a799-6875fecfb860" providerId="ADAL" clId="{1C95D6D7-B2F8-4284-818E-7758EE23E7D4}" dt="2025-06-13T11:19:22.749" v="18"/>
          <ac:picMkLst>
            <pc:docMk/>
            <pc:sldMk cId="1981462253" sldId="864"/>
            <ac:picMk id="2" creationId="{1998E38B-482D-7F89-9E07-502E6B022F74}"/>
          </ac:picMkLst>
        </pc:picChg>
        <pc:picChg chg="mod">
          <ac:chgData name="Marcos Moreno Verdu" userId="e16f21d8-7ade-4398-a799-6875fecfb860" providerId="ADAL" clId="{1C95D6D7-B2F8-4284-818E-7758EE23E7D4}" dt="2025-06-13T11:22:25.072" v="59"/>
          <ac:picMkLst>
            <pc:docMk/>
            <pc:sldMk cId="1981462253" sldId="864"/>
            <ac:picMk id="4" creationId="{8DFE2DFE-40E3-4E2D-BC8F-0944E9DDD58C}"/>
          </ac:picMkLst>
        </pc:picChg>
      </pc:sldChg>
      <pc:sldChg chg="addSp modSp add mod">
        <pc:chgData name="Marcos Moreno Verdu" userId="e16f21d8-7ade-4398-a799-6875fecfb860" providerId="ADAL" clId="{1C95D6D7-B2F8-4284-818E-7758EE23E7D4}" dt="2025-06-13T11:24:15.480" v="97" actId="1037"/>
        <pc:sldMkLst>
          <pc:docMk/>
          <pc:sldMk cId="1680126986" sldId="865"/>
        </pc:sldMkLst>
        <pc:spChg chg="mod">
          <ac:chgData name="Marcos Moreno Verdu" userId="e16f21d8-7ade-4398-a799-6875fecfb860" providerId="ADAL" clId="{1C95D6D7-B2F8-4284-818E-7758EE23E7D4}" dt="2025-06-13T11:24:15.480" v="97" actId="1037"/>
          <ac:spMkLst>
            <pc:docMk/>
            <pc:sldMk cId="1680126986" sldId="865"/>
            <ac:spMk id="60" creationId="{FC770EA3-DA86-415E-8372-02E098017B72}"/>
          </ac:spMkLst>
        </pc:spChg>
        <pc:picChg chg="add mod">
          <ac:chgData name="Marcos Moreno Verdu" userId="e16f21d8-7ade-4398-a799-6875fecfb860" providerId="ADAL" clId="{1C95D6D7-B2F8-4284-818E-7758EE23E7D4}" dt="2025-06-13T11:20:09.911" v="27" actId="1076"/>
          <ac:picMkLst>
            <pc:docMk/>
            <pc:sldMk cId="1680126986" sldId="865"/>
            <ac:picMk id="2" creationId="{C6691679-6DF4-D472-59DF-7BBA20F7A3EC}"/>
          </ac:picMkLst>
        </pc:picChg>
      </pc:sldChg>
      <pc:sldChg chg="addSp delSp modSp add mod">
        <pc:chgData name="Marcos Moreno Verdu" userId="e16f21d8-7ade-4398-a799-6875fecfb860" providerId="ADAL" clId="{1C95D6D7-B2F8-4284-818E-7758EE23E7D4}" dt="2025-06-13T11:24:23.111" v="99"/>
        <pc:sldMkLst>
          <pc:docMk/>
          <pc:sldMk cId="3847515752" sldId="866"/>
        </pc:sldMkLst>
        <pc:spChg chg="mod">
          <ac:chgData name="Marcos Moreno Verdu" userId="e16f21d8-7ade-4398-a799-6875fecfb860" providerId="ADAL" clId="{1C95D6D7-B2F8-4284-818E-7758EE23E7D4}" dt="2025-06-13T11:22:44.981" v="61"/>
          <ac:spMkLst>
            <pc:docMk/>
            <pc:sldMk cId="3847515752" sldId="866"/>
            <ac:spMk id="7" creationId="{9AA81532-BC43-8D93-52B3-90697AADA764}"/>
          </ac:spMkLst>
        </pc:spChg>
        <pc:spChg chg="mod">
          <ac:chgData name="Marcos Moreno Verdu" userId="e16f21d8-7ade-4398-a799-6875fecfb860" providerId="ADAL" clId="{1C95D6D7-B2F8-4284-818E-7758EE23E7D4}" dt="2025-06-13T11:22:44.981" v="61"/>
          <ac:spMkLst>
            <pc:docMk/>
            <pc:sldMk cId="3847515752" sldId="866"/>
            <ac:spMk id="9" creationId="{A7DF8B3C-0BA3-74DE-AF80-15B88EDB4C9F}"/>
          </ac:spMkLst>
        </pc:spChg>
        <pc:spChg chg="mod">
          <ac:chgData name="Marcos Moreno Verdu" userId="e16f21d8-7ade-4398-a799-6875fecfb860" providerId="ADAL" clId="{1C95D6D7-B2F8-4284-818E-7758EE23E7D4}" dt="2025-06-13T11:22:44.981" v="61"/>
          <ac:spMkLst>
            <pc:docMk/>
            <pc:sldMk cId="3847515752" sldId="866"/>
            <ac:spMk id="10" creationId="{E48A2F6A-34C0-9C04-0F07-FBF5DB12C689}"/>
          </ac:spMkLst>
        </pc:spChg>
        <pc:spChg chg="mod">
          <ac:chgData name="Marcos Moreno Verdu" userId="e16f21d8-7ade-4398-a799-6875fecfb860" providerId="ADAL" clId="{1C95D6D7-B2F8-4284-818E-7758EE23E7D4}" dt="2025-06-13T11:22:44.981" v="61"/>
          <ac:spMkLst>
            <pc:docMk/>
            <pc:sldMk cId="3847515752" sldId="866"/>
            <ac:spMk id="11" creationId="{D1C8AA0A-A697-6E69-C81B-903D94B80446}"/>
          </ac:spMkLst>
        </pc:spChg>
        <pc:spChg chg="mod">
          <ac:chgData name="Marcos Moreno Verdu" userId="e16f21d8-7ade-4398-a799-6875fecfb860" providerId="ADAL" clId="{1C95D6D7-B2F8-4284-818E-7758EE23E7D4}" dt="2025-06-13T11:22:44.981" v="61"/>
          <ac:spMkLst>
            <pc:docMk/>
            <pc:sldMk cId="3847515752" sldId="866"/>
            <ac:spMk id="12" creationId="{28EF2AA9-376D-0427-D638-488C506AA758}"/>
          </ac:spMkLst>
        </pc:spChg>
        <pc:spChg chg="mod">
          <ac:chgData name="Marcos Moreno Verdu" userId="e16f21d8-7ade-4398-a799-6875fecfb860" providerId="ADAL" clId="{1C95D6D7-B2F8-4284-818E-7758EE23E7D4}" dt="2025-06-13T11:22:44.981" v="61"/>
          <ac:spMkLst>
            <pc:docMk/>
            <pc:sldMk cId="3847515752" sldId="866"/>
            <ac:spMk id="13" creationId="{E292CB38-C2DF-75B7-7EE2-4645C5F28003}"/>
          </ac:spMkLst>
        </pc:spChg>
        <pc:spChg chg="mod">
          <ac:chgData name="Marcos Moreno Verdu" userId="e16f21d8-7ade-4398-a799-6875fecfb860" providerId="ADAL" clId="{1C95D6D7-B2F8-4284-818E-7758EE23E7D4}" dt="2025-06-13T11:22:44.981" v="61"/>
          <ac:spMkLst>
            <pc:docMk/>
            <pc:sldMk cId="3847515752" sldId="866"/>
            <ac:spMk id="14" creationId="{93F51F0D-F082-F431-19A7-F92DCC133C0F}"/>
          </ac:spMkLst>
        </pc:spChg>
        <pc:spChg chg="add mod">
          <ac:chgData name="Marcos Moreno Verdu" userId="e16f21d8-7ade-4398-a799-6875fecfb860" providerId="ADAL" clId="{1C95D6D7-B2F8-4284-818E-7758EE23E7D4}" dt="2025-06-13T11:24:23.111" v="99"/>
          <ac:spMkLst>
            <pc:docMk/>
            <pc:sldMk cId="3847515752" sldId="866"/>
            <ac:spMk id="15" creationId="{7D7E98DA-9002-A785-9615-4A78A663C47D}"/>
          </ac:spMkLst>
        </pc:spChg>
        <pc:grpChg chg="mod">
          <ac:chgData name="Marcos Moreno Verdu" userId="e16f21d8-7ade-4398-a799-6875fecfb860" providerId="ADAL" clId="{1C95D6D7-B2F8-4284-818E-7758EE23E7D4}" dt="2025-06-13T11:22:44.981" v="61"/>
          <ac:grpSpMkLst>
            <pc:docMk/>
            <pc:sldMk cId="3847515752" sldId="866"/>
            <ac:grpSpMk id="5" creationId="{E57F2650-E502-9174-DD56-9310963BDB7E}"/>
          </ac:grpSpMkLst>
        </pc:grpChg>
        <pc:grpChg chg="mod">
          <ac:chgData name="Marcos Moreno Verdu" userId="e16f21d8-7ade-4398-a799-6875fecfb860" providerId="ADAL" clId="{1C95D6D7-B2F8-4284-818E-7758EE23E7D4}" dt="2025-06-13T11:22:44.981" v="61"/>
          <ac:grpSpMkLst>
            <pc:docMk/>
            <pc:sldMk cId="3847515752" sldId="866"/>
            <ac:grpSpMk id="6" creationId="{023DAA68-FDC2-80E9-9003-3DE68F002E88}"/>
          </ac:grpSpMkLst>
        </pc:grpChg>
        <pc:picChg chg="add mod">
          <ac:chgData name="Marcos Moreno Verdu" userId="e16f21d8-7ade-4398-a799-6875fecfb860" providerId="ADAL" clId="{1C95D6D7-B2F8-4284-818E-7758EE23E7D4}" dt="2025-06-13T11:19:27.603" v="19"/>
          <ac:picMkLst>
            <pc:docMk/>
            <pc:sldMk cId="3847515752" sldId="866"/>
            <ac:picMk id="2" creationId="{827912F6-3934-3238-AB6B-AC791D2AD3E6}"/>
          </ac:picMkLst>
        </pc:picChg>
        <pc:picChg chg="mod">
          <ac:chgData name="Marcos Moreno Verdu" userId="e16f21d8-7ade-4398-a799-6875fecfb860" providerId="ADAL" clId="{1C95D6D7-B2F8-4284-818E-7758EE23E7D4}" dt="2025-06-13T11:22:44.981" v="61"/>
          <ac:picMkLst>
            <pc:docMk/>
            <pc:sldMk cId="3847515752" sldId="866"/>
            <ac:picMk id="4" creationId="{9A4BDBA9-95BE-7181-D13D-7763961489B3}"/>
          </ac:picMkLst>
        </pc:picChg>
      </pc:sldChg>
      <pc:sldChg chg="addSp delSp modSp add mod">
        <pc:chgData name="Marcos Moreno Verdu" userId="e16f21d8-7ade-4398-a799-6875fecfb860" providerId="ADAL" clId="{1C95D6D7-B2F8-4284-818E-7758EE23E7D4}" dt="2025-06-13T11:24:53.247" v="126" actId="1035"/>
        <pc:sldMkLst>
          <pc:docMk/>
          <pc:sldMk cId="859104583" sldId="867"/>
        </pc:sldMkLst>
        <pc:spChg chg="add mod">
          <ac:chgData name="Marcos Moreno Verdu" userId="e16f21d8-7ade-4398-a799-6875fecfb860" providerId="ADAL" clId="{1C95D6D7-B2F8-4284-818E-7758EE23E7D4}" dt="2025-06-13T11:24:53.247" v="126" actId="1035"/>
          <ac:spMkLst>
            <pc:docMk/>
            <pc:sldMk cId="859104583" sldId="867"/>
            <ac:spMk id="3" creationId="{3F23BC0B-E60B-D638-5D21-DA06DCD801DA}"/>
          </ac:spMkLst>
        </pc:spChg>
        <pc:picChg chg="add mod">
          <ac:chgData name="Marcos Moreno Verdu" userId="e16f21d8-7ade-4398-a799-6875fecfb860" providerId="ADAL" clId="{1C95D6D7-B2F8-4284-818E-7758EE23E7D4}" dt="2025-06-13T11:20:45.871" v="35" actId="1037"/>
          <ac:picMkLst>
            <pc:docMk/>
            <pc:sldMk cId="859104583" sldId="867"/>
            <ac:picMk id="2" creationId="{2383D661-3371-50F0-DFDF-69BAA90AC33E}"/>
          </ac:picMkLst>
        </pc:picChg>
      </pc:sldChg>
      <pc:sldChg chg="addSp delSp modSp add mod">
        <pc:chgData name="Marcos Moreno Verdu" userId="e16f21d8-7ade-4398-a799-6875fecfb860" providerId="ADAL" clId="{1C95D6D7-B2F8-4284-818E-7758EE23E7D4}" dt="2025-06-13T11:25:02.275" v="128"/>
        <pc:sldMkLst>
          <pc:docMk/>
          <pc:sldMk cId="3369180129" sldId="868"/>
        </pc:sldMkLst>
        <pc:spChg chg="mod">
          <ac:chgData name="Marcos Moreno Verdu" userId="e16f21d8-7ade-4398-a799-6875fecfb860" providerId="ADAL" clId="{1C95D6D7-B2F8-4284-818E-7758EE23E7D4}" dt="2025-06-13T11:22:53.882" v="63"/>
          <ac:spMkLst>
            <pc:docMk/>
            <pc:sldMk cId="3369180129" sldId="868"/>
            <ac:spMk id="7" creationId="{3D80C9A6-1F26-1076-2AAD-5DCC52B564C4}"/>
          </ac:spMkLst>
        </pc:spChg>
        <pc:spChg chg="mod">
          <ac:chgData name="Marcos Moreno Verdu" userId="e16f21d8-7ade-4398-a799-6875fecfb860" providerId="ADAL" clId="{1C95D6D7-B2F8-4284-818E-7758EE23E7D4}" dt="2025-06-13T11:22:53.882" v="63"/>
          <ac:spMkLst>
            <pc:docMk/>
            <pc:sldMk cId="3369180129" sldId="868"/>
            <ac:spMk id="9" creationId="{2EBFEA17-EDDB-5D2B-8453-CF1EF1CA1AD3}"/>
          </ac:spMkLst>
        </pc:spChg>
        <pc:spChg chg="mod">
          <ac:chgData name="Marcos Moreno Verdu" userId="e16f21d8-7ade-4398-a799-6875fecfb860" providerId="ADAL" clId="{1C95D6D7-B2F8-4284-818E-7758EE23E7D4}" dt="2025-06-13T11:22:53.882" v="63"/>
          <ac:spMkLst>
            <pc:docMk/>
            <pc:sldMk cId="3369180129" sldId="868"/>
            <ac:spMk id="10" creationId="{31BD914E-FFCF-36D3-F7CD-A153DF2F4117}"/>
          </ac:spMkLst>
        </pc:spChg>
        <pc:spChg chg="mod">
          <ac:chgData name="Marcos Moreno Verdu" userId="e16f21d8-7ade-4398-a799-6875fecfb860" providerId="ADAL" clId="{1C95D6D7-B2F8-4284-818E-7758EE23E7D4}" dt="2025-06-13T11:22:53.882" v="63"/>
          <ac:spMkLst>
            <pc:docMk/>
            <pc:sldMk cId="3369180129" sldId="868"/>
            <ac:spMk id="11" creationId="{CE8802F2-1297-5767-74F4-C7F0A3BE4F76}"/>
          </ac:spMkLst>
        </pc:spChg>
        <pc:spChg chg="mod">
          <ac:chgData name="Marcos Moreno Verdu" userId="e16f21d8-7ade-4398-a799-6875fecfb860" providerId="ADAL" clId="{1C95D6D7-B2F8-4284-818E-7758EE23E7D4}" dt="2025-06-13T11:22:53.882" v="63"/>
          <ac:spMkLst>
            <pc:docMk/>
            <pc:sldMk cId="3369180129" sldId="868"/>
            <ac:spMk id="12" creationId="{7FC5FD6A-D2B4-2DB3-BB96-287C96D44599}"/>
          </ac:spMkLst>
        </pc:spChg>
        <pc:spChg chg="mod">
          <ac:chgData name="Marcos Moreno Verdu" userId="e16f21d8-7ade-4398-a799-6875fecfb860" providerId="ADAL" clId="{1C95D6D7-B2F8-4284-818E-7758EE23E7D4}" dt="2025-06-13T11:22:53.882" v="63"/>
          <ac:spMkLst>
            <pc:docMk/>
            <pc:sldMk cId="3369180129" sldId="868"/>
            <ac:spMk id="13" creationId="{4A2A8D28-DB10-3FD6-3994-5580C17484D3}"/>
          </ac:spMkLst>
        </pc:spChg>
        <pc:spChg chg="mod">
          <ac:chgData name="Marcos Moreno Verdu" userId="e16f21d8-7ade-4398-a799-6875fecfb860" providerId="ADAL" clId="{1C95D6D7-B2F8-4284-818E-7758EE23E7D4}" dt="2025-06-13T11:22:53.882" v="63"/>
          <ac:spMkLst>
            <pc:docMk/>
            <pc:sldMk cId="3369180129" sldId="868"/>
            <ac:spMk id="14" creationId="{C4E5D2BA-55F0-37BF-87D9-ED5BEB3C24CC}"/>
          </ac:spMkLst>
        </pc:spChg>
        <pc:spChg chg="add mod">
          <ac:chgData name="Marcos Moreno Verdu" userId="e16f21d8-7ade-4398-a799-6875fecfb860" providerId="ADAL" clId="{1C95D6D7-B2F8-4284-818E-7758EE23E7D4}" dt="2025-06-13T11:25:02.275" v="128"/>
          <ac:spMkLst>
            <pc:docMk/>
            <pc:sldMk cId="3369180129" sldId="868"/>
            <ac:spMk id="15" creationId="{38EA3E10-7EB7-E78B-8496-C67AD5A3BE74}"/>
          </ac:spMkLst>
        </pc:spChg>
        <pc:grpChg chg="add mod">
          <ac:chgData name="Marcos Moreno Verdu" userId="e16f21d8-7ade-4398-a799-6875fecfb860" providerId="ADAL" clId="{1C95D6D7-B2F8-4284-818E-7758EE23E7D4}" dt="2025-06-13T11:22:53.882" v="63"/>
          <ac:grpSpMkLst>
            <pc:docMk/>
            <pc:sldMk cId="3369180129" sldId="868"/>
            <ac:grpSpMk id="3" creationId="{5C568857-CEFA-0CEF-C420-4F49A9ABF95F}"/>
          </ac:grpSpMkLst>
        </pc:grpChg>
        <pc:grpChg chg="mod">
          <ac:chgData name="Marcos Moreno Verdu" userId="e16f21d8-7ade-4398-a799-6875fecfb860" providerId="ADAL" clId="{1C95D6D7-B2F8-4284-818E-7758EE23E7D4}" dt="2025-06-13T11:22:53.882" v="63"/>
          <ac:grpSpMkLst>
            <pc:docMk/>
            <pc:sldMk cId="3369180129" sldId="868"/>
            <ac:grpSpMk id="8" creationId="{6C3F736F-D1C2-B09D-C435-2081A3363C4E}"/>
          </ac:grpSpMkLst>
        </pc:grpChg>
        <pc:picChg chg="add mod">
          <ac:chgData name="Marcos Moreno Verdu" userId="e16f21d8-7ade-4398-a799-6875fecfb860" providerId="ADAL" clId="{1C95D6D7-B2F8-4284-818E-7758EE23E7D4}" dt="2025-06-13T11:19:32.074" v="20"/>
          <ac:picMkLst>
            <pc:docMk/>
            <pc:sldMk cId="3369180129" sldId="868"/>
            <ac:picMk id="2" creationId="{E5E73527-9A88-DEB7-70B9-34FE764056AE}"/>
          </ac:picMkLst>
        </pc:picChg>
        <pc:picChg chg="mod">
          <ac:chgData name="Marcos Moreno Verdu" userId="e16f21d8-7ade-4398-a799-6875fecfb860" providerId="ADAL" clId="{1C95D6D7-B2F8-4284-818E-7758EE23E7D4}" dt="2025-06-13T11:22:53.882" v="63"/>
          <ac:picMkLst>
            <pc:docMk/>
            <pc:sldMk cId="3369180129" sldId="868"/>
            <ac:picMk id="4" creationId="{D8552D9E-775B-2A90-5B8A-1F5AD33B60E9}"/>
          </ac:picMkLst>
        </pc:picChg>
      </pc:sldChg>
      <pc:sldChg chg="addSp delSp modSp add mod">
        <pc:chgData name="Marcos Moreno Verdu" userId="e16f21d8-7ade-4398-a799-6875fecfb860" providerId="ADAL" clId="{1C95D6D7-B2F8-4284-818E-7758EE23E7D4}" dt="2025-06-13T11:25:19.888" v="181" actId="1037"/>
        <pc:sldMkLst>
          <pc:docMk/>
          <pc:sldMk cId="4133003853" sldId="869"/>
        </pc:sldMkLst>
        <pc:spChg chg="add mod">
          <ac:chgData name="Marcos Moreno Verdu" userId="e16f21d8-7ade-4398-a799-6875fecfb860" providerId="ADAL" clId="{1C95D6D7-B2F8-4284-818E-7758EE23E7D4}" dt="2025-06-13T11:25:19.888" v="181" actId="1037"/>
          <ac:spMkLst>
            <pc:docMk/>
            <pc:sldMk cId="4133003853" sldId="869"/>
            <ac:spMk id="3" creationId="{F903B997-5B90-1727-9613-4A99387188FC}"/>
          </ac:spMkLst>
        </pc:spChg>
        <pc:picChg chg="add mod">
          <ac:chgData name="Marcos Moreno Verdu" userId="e16f21d8-7ade-4398-a799-6875fecfb860" providerId="ADAL" clId="{1C95D6D7-B2F8-4284-818E-7758EE23E7D4}" dt="2025-06-13T11:21:00.563" v="41" actId="1037"/>
          <ac:picMkLst>
            <pc:docMk/>
            <pc:sldMk cId="4133003853" sldId="869"/>
            <ac:picMk id="2" creationId="{4A84E0C1-20B7-30E2-9107-6EF3428705E3}"/>
          </ac:picMkLst>
        </pc:picChg>
      </pc:sldChg>
      <pc:sldChg chg="addSp delSp modSp add mod">
        <pc:chgData name="Marcos Moreno Verdu" userId="e16f21d8-7ade-4398-a799-6875fecfb860" providerId="ADAL" clId="{1C95D6D7-B2F8-4284-818E-7758EE23E7D4}" dt="2025-06-13T11:25:26.614" v="183"/>
        <pc:sldMkLst>
          <pc:docMk/>
          <pc:sldMk cId="102069171" sldId="870"/>
        </pc:sldMkLst>
        <pc:spChg chg="mod">
          <ac:chgData name="Marcos Moreno Verdu" userId="e16f21d8-7ade-4398-a799-6875fecfb860" providerId="ADAL" clId="{1C95D6D7-B2F8-4284-818E-7758EE23E7D4}" dt="2025-06-13T11:23:00.196" v="65"/>
          <ac:spMkLst>
            <pc:docMk/>
            <pc:sldMk cId="102069171" sldId="870"/>
            <ac:spMk id="7" creationId="{96D52A94-CBEA-425D-524F-906A4348FC9E}"/>
          </ac:spMkLst>
        </pc:spChg>
        <pc:spChg chg="mod">
          <ac:chgData name="Marcos Moreno Verdu" userId="e16f21d8-7ade-4398-a799-6875fecfb860" providerId="ADAL" clId="{1C95D6D7-B2F8-4284-818E-7758EE23E7D4}" dt="2025-06-13T11:23:00.196" v="65"/>
          <ac:spMkLst>
            <pc:docMk/>
            <pc:sldMk cId="102069171" sldId="870"/>
            <ac:spMk id="9" creationId="{1FB97D73-6D06-4A64-2905-6161CF2D8790}"/>
          </ac:spMkLst>
        </pc:spChg>
        <pc:spChg chg="mod">
          <ac:chgData name="Marcos Moreno Verdu" userId="e16f21d8-7ade-4398-a799-6875fecfb860" providerId="ADAL" clId="{1C95D6D7-B2F8-4284-818E-7758EE23E7D4}" dt="2025-06-13T11:23:00.196" v="65"/>
          <ac:spMkLst>
            <pc:docMk/>
            <pc:sldMk cId="102069171" sldId="870"/>
            <ac:spMk id="10" creationId="{7D353342-B0B1-06ED-E761-6890C727F063}"/>
          </ac:spMkLst>
        </pc:spChg>
        <pc:spChg chg="mod">
          <ac:chgData name="Marcos Moreno Verdu" userId="e16f21d8-7ade-4398-a799-6875fecfb860" providerId="ADAL" clId="{1C95D6D7-B2F8-4284-818E-7758EE23E7D4}" dt="2025-06-13T11:23:00.196" v="65"/>
          <ac:spMkLst>
            <pc:docMk/>
            <pc:sldMk cId="102069171" sldId="870"/>
            <ac:spMk id="11" creationId="{77A34092-AD10-FC60-A049-88CFDB1A71FE}"/>
          </ac:spMkLst>
        </pc:spChg>
        <pc:spChg chg="mod">
          <ac:chgData name="Marcos Moreno Verdu" userId="e16f21d8-7ade-4398-a799-6875fecfb860" providerId="ADAL" clId="{1C95D6D7-B2F8-4284-818E-7758EE23E7D4}" dt="2025-06-13T11:23:00.196" v="65"/>
          <ac:spMkLst>
            <pc:docMk/>
            <pc:sldMk cId="102069171" sldId="870"/>
            <ac:spMk id="12" creationId="{F7670A2B-EFEA-6048-6EE9-264731138991}"/>
          </ac:spMkLst>
        </pc:spChg>
        <pc:spChg chg="mod">
          <ac:chgData name="Marcos Moreno Verdu" userId="e16f21d8-7ade-4398-a799-6875fecfb860" providerId="ADAL" clId="{1C95D6D7-B2F8-4284-818E-7758EE23E7D4}" dt="2025-06-13T11:23:00.196" v="65"/>
          <ac:spMkLst>
            <pc:docMk/>
            <pc:sldMk cId="102069171" sldId="870"/>
            <ac:spMk id="13" creationId="{5C02A67A-B647-4404-BD4E-BB3084C36B75}"/>
          </ac:spMkLst>
        </pc:spChg>
        <pc:spChg chg="mod">
          <ac:chgData name="Marcos Moreno Verdu" userId="e16f21d8-7ade-4398-a799-6875fecfb860" providerId="ADAL" clId="{1C95D6D7-B2F8-4284-818E-7758EE23E7D4}" dt="2025-06-13T11:23:00.196" v="65"/>
          <ac:spMkLst>
            <pc:docMk/>
            <pc:sldMk cId="102069171" sldId="870"/>
            <ac:spMk id="14" creationId="{6B631B30-0B23-0081-8EA3-25564D0A267D}"/>
          </ac:spMkLst>
        </pc:spChg>
        <pc:spChg chg="add mod">
          <ac:chgData name="Marcos Moreno Verdu" userId="e16f21d8-7ade-4398-a799-6875fecfb860" providerId="ADAL" clId="{1C95D6D7-B2F8-4284-818E-7758EE23E7D4}" dt="2025-06-13T11:25:26.614" v="183"/>
          <ac:spMkLst>
            <pc:docMk/>
            <pc:sldMk cId="102069171" sldId="870"/>
            <ac:spMk id="15" creationId="{639ECF35-CE7F-4F06-FC12-F0716EF2111F}"/>
          </ac:spMkLst>
        </pc:spChg>
        <pc:grpChg chg="mod">
          <ac:chgData name="Marcos Moreno Verdu" userId="e16f21d8-7ade-4398-a799-6875fecfb860" providerId="ADAL" clId="{1C95D6D7-B2F8-4284-818E-7758EE23E7D4}" dt="2025-06-13T11:23:00.196" v="65"/>
          <ac:grpSpMkLst>
            <pc:docMk/>
            <pc:sldMk cId="102069171" sldId="870"/>
            <ac:grpSpMk id="6" creationId="{F9C01EBE-9019-3C74-15A6-81A6C295EA17}"/>
          </ac:grpSpMkLst>
        </pc:grpChg>
        <pc:grpChg chg="mod">
          <ac:chgData name="Marcos Moreno Verdu" userId="e16f21d8-7ade-4398-a799-6875fecfb860" providerId="ADAL" clId="{1C95D6D7-B2F8-4284-818E-7758EE23E7D4}" dt="2025-06-13T11:23:00.196" v="65"/>
          <ac:grpSpMkLst>
            <pc:docMk/>
            <pc:sldMk cId="102069171" sldId="870"/>
            <ac:grpSpMk id="8" creationId="{1FCA169A-862E-5893-1456-99B6880ED0D5}"/>
          </ac:grpSpMkLst>
        </pc:grpChg>
        <pc:picChg chg="add mod">
          <ac:chgData name="Marcos Moreno Verdu" userId="e16f21d8-7ade-4398-a799-6875fecfb860" providerId="ADAL" clId="{1C95D6D7-B2F8-4284-818E-7758EE23E7D4}" dt="2025-06-13T11:19:36.938" v="21"/>
          <ac:picMkLst>
            <pc:docMk/>
            <pc:sldMk cId="102069171" sldId="870"/>
            <ac:picMk id="2" creationId="{398E3412-75AC-4590-DA97-5DE27232F62D}"/>
          </ac:picMkLst>
        </pc:picChg>
        <pc:picChg chg="mod">
          <ac:chgData name="Marcos Moreno Verdu" userId="e16f21d8-7ade-4398-a799-6875fecfb860" providerId="ADAL" clId="{1C95D6D7-B2F8-4284-818E-7758EE23E7D4}" dt="2025-06-13T11:23:00.196" v="65"/>
          <ac:picMkLst>
            <pc:docMk/>
            <pc:sldMk cId="102069171" sldId="870"/>
            <ac:picMk id="4" creationId="{3917CC2E-752A-317A-BDCB-FE9C15CA2001}"/>
          </ac:picMkLst>
        </pc:picChg>
      </pc:sldChg>
      <pc:sldChg chg="del">
        <pc:chgData name="Marcos Moreno Verdu" userId="e16f21d8-7ade-4398-a799-6875fecfb860" providerId="ADAL" clId="{1C95D6D7-B2F8-4284-818E-7758EE23E7D4}" dt="2025-06-13T11:10:13.387" v="3" actId="47"/>
        <pc:sldMkLst>
          <pc:docMk/>
          <pc:sldMk cId="3916276275" sldId="871"/>
        </pc:sldMkLst>
      </pc:sldChg>
      <pc:sldChg chg="del">
        <pc:chgData name="Marcos Moreno Verdu" userId="e16f21d8-7ade-4398-a799-6875fecfb860" providerId="ADAL" clId="{1C95D6D7-B2F8-4284-818E-7758EE23E7D4}" dt="2025-06-13T11:10:13.387" v="3" actId="47"/>
        <pc:sldMkLst>
          <pc:docMk/>
          <pc:sldMk cId="345220509" sldId="872"/>
        </pc:sldMkLst>
      </pc:sldChg>
      <pc:sldChg chg="del">
        <pc:chgData name="Marcos Moreno Verdu" userId="e16f21d8-7ade-4398-a799-6875fecfb860" providerId="ADAL" clId="{1C95D6D7-B2F8-4284-818E-7758EE23E7D4}" dt="2025-06-13T11:10:13.387" v="3" actId="47"/>
        <pc:sldMkLst>
          <pc:docMk/>
          <pc:sldMk cId="1809262826" sldId="873"/>
        </pc:sldMkLst>
      </pc:sldChg>
      <pc:sldChg chg="del">
        <pc:chgData name="Marcos Moreno Verdu" userId="e16f21d8-7ade-4398-a799-6875fecfb860" providerId="ADAL" clId="{1C95D6D7-B2F8-4284-818E-7758EE23E7D4}" dt="2025-06-13T11:10:13.387" v="3" actId="47"/>
        <pc:sldMkLst>
          <pc:docMk/>
          <pc:sldMk cId="1584849216" sldId="874"/>
        </pc:sldMkLst>
      </pc:sldChg>
      <pc:sldChg chg="del">
        <pc:chgData name="Marcos Moreno Verdu" userId="e16f21d8-7ade-4398-a799-6875fecfb860" providerId="ADAL" clId="{1C95D6D7-B2F8-4284-818E-7758EE23E7D4}" dt="2025-06-13T11:10:13.387" v="3" actId="47"/>
        <pc:sldMkLst>
          <pc:docMk/>
          <pc:sldMk cId="2943979280" sldId="875"/>
        </pc:sldMkLst>
      </pc:sldChg>
      <pc:sldChg chg="del">
        <pc:chgData name="Marcos Moreno Verdu" userId="e16f21d8-7ade-4398-a799-6875fecfb860" providerId="ADAL" clId="{1C95D6D7-B2F8-4284-818E-7758EE23E7D4}" dt="2025-06-13T11:10:13.387" v="3" actId="47"/>
        <pc:sldMkLst>
          <pc:docMk/>
          <pc:sldMk cId="1157580586" sldId="876"/>
        </pc:sldMkLst>
      </pc:sldChg>
      <pc:sldChg chg="del">
        <pc:chgData name="Marcos Moreno Verdu" userId="e16f21d8-7ade-4398-a799-6875fecfb860" providerId="ADAL" clId="{1C95D6D7-B2F8-4284-818E-7758EE23E7D4}" dt="2025-06-13T11:10:13.387" v="3" actId="47"/>
        <pc:sldMkLst>
          <pc:docMk/>
          <pc:sldMk cId="2906745120" sldId="877"/>
        </pc:sldMkLst>
      </pc:sldChg>
      <pc:sldChg chg="del">
        <pc:chgData name="Marcos Moreno Verdu" userId="e16f21d8-7ade-4398-a799-6875fecfb860" providerId="ADAL" clId="{1C95D6D7-B2F8-4284-818E-7758EE23E7D4}" dt="2025-06-13T11:10:13.387" v="3" actId="47"/>
        <pc:sldMkLst>
          <pc:docMk/>
          <pc:sldMk cId="4138966623" sldId="878"/>
        </pc:sldMkLst>
      </pc:sldChg>
      <pc:sldChg chg="del">
        <pc:chgData name="Marcos Moreno Verdu" userId="e16f21d8-7ade-4398-a799-6875fecfb860" providerId="ADAL" clId="{1C95D6D7-B2F8-4284-818E-7758EE23E7D4}" dt="2025-06-13T11:10:13.387" v="3" actId="47"/>
        <pc:sldMkLst>
          <pc:docMk/>
          <pc:sldMk cId="4168026530" sldId="879"/>
        </pc:sldMkLst>
      </pc:sldChg>
      <pc:sldChg chg="del">
        <pc:chgData name="Marcos Moreno Verdu" userId="e16f21d8-7ade-4398-a799-6875fecfb860" providerId="ADAL" clId="{1C95D6D7-B2F8-4284-818E-7758EE23E7D4}" dt="2025-06-13T11:10:13.387" v="3" actId="47"/>
        <pc:sldMkLst>
          <pc:docMk/>
          <pc:sldMk cId="3504586907" sldId="880"/>
        </pc:sldMkLst>
      </pc:sldChg>
      <pc:sldChg chg="modSp del">
        <pc:chgData name="Marcos Moreno Verdu" userId="e16f21d8-7ade-4398-a799-6875fecfb860" providerId="ADAL" clId="{1C95D6D7-B2F8-4284-818E-7758EE23E7D4}" dt="2025-06-13T11:10:13.387" v="3" actId="47"/>
        <pc:sldMkLst>
          <pc:docMk/>
          <pc:sldMk cId="1994022406" sldId="881"/>
        </pc:sldMkLst>
      </pc:sldChg>
      <pc:sldChg chg="add">
        <pc:chgData name="Marcos Moreno Verdu" userId="e16f21d8-7ade-4398-a799-6875fecfb860" providerId="ADAL" clId="{1C95D6D7-B2F8-4284-818E-7758EE23E7D4}" dt="2025-06-13T11:09:44.058" v="1"/>
        <pc:sldMkLst>
          <pc:docMk/>
          <pc:sldMk cId="435705514" sldId="915"/>
        </pc:sldMkLst>
      </pc:sldChg>
      <pc:sldChg chg="del">
        <pc:chgData name="Marcos Moreno Verdu" userId="e16f21d8-7ade-4398-a799-6875fecfb860" providerId="ADAL" clId="{1C95D6D7-B2F8-4284-818E-7758EE23E7D4}" dt="2025-06-13T11:10:13.387" v="3" actId="47"/>
        <pc:sldMkLst>
          <pc:docMk/>
          <pc:sldMk cId="1412327036" sldId="92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0097ED-9251-4AC3-A0C2-2DB02CCE4960}" type="datetimeFigureOut">
              <a:rPr lang="es-ES" smtClean="0"/>
              <a:t>18/06/2025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5B25A9-5478-4913-927A-20F7B29A1DAF}" type="slidenum">
              <a:rPr lang="es-ES" smtClean="0"/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5442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575927" rtl="0" eaLnBrk="1" latinLnBrk="0" hangingPunct="1">
      <a:defRPr sz="756" kern="1200">
        <a:solidFill>
          <a:schemeClr val="tx1"/>
        </a:solidFill>
        <a:latin typeface="+mn-lt"/>
        <a:ea typeface="+mn-ea"/>
        <a:cs typeface="+mn-cs"/>
      </a:defRPr>
    </a:lvl1pPr>
    <a:lvl2pPr marL="287963" algn="l" defTabSz="575927" rtl="0" eaLnBrk="1" latinLnBrk="0" hangingPunct="1">
      <a:defRPr sz="756" kern="1200">
        <a:solidFill>
          <a:schemeClr val="tx1"/>
        </a:solidFill>
        <a:latin typeface="+mn-lt"/>
        <a:ea typeface="+mn-ea"/>
        <a:cs typeface="+mn-cs"/>
      </a:defRPr>
    </a:lvl2pPr>
    <a:lvl3pPr marL="575927" algn="l" defTabSz="575927" rtl="0" eaLnBrk="1" latinLnBrk="0" hangingPunct="1">
      <a:defRPr sz="756" kern="1200">
        <a:solidFill>
          <a:schemeClr val="tx1"/>
        </a:solidFill>
        <a:latin typeface="+mn-lt"/>
        <a:ea typeface="+mn-ea"/>
        <a:cs typeface="+mn-cs"/>
      </a:defRPr>
    </a:lvl3pPr>
    <a:lvl4pPr marL="863890" algn="l" defTabSz="575927" rtl="0" eaLnBrk="1" latinLnBrk="0" hangingPunct="1">
      <a:defRPr sz="756" kern="1200">
        <a:solidFill>
          <a:schemeClr val="tx1"/>
        </a:solidFill>
        <a:latin typeface="+mn-lt"/>
        <a:ea typeface="+mn-ea"/>
        <a:cs typeface="+mn-cs"/>
      </a:defRPr>
    </a:lvl4pPr>
    <a:lvl5pPr marL="1151854" algn="l" defTabSz="575927" rtl="0" eaLnBrk="1" latinLnBrk="0" hangingPunct="1">
      <a:defRPr sz="756" kern="1200">
        <a:solidFill>
          <a:schemeClr val="tx1"/>
        </a:solidFill>
        <a:latin typeface="+mn-lt"/>
        <a:ea typeface="+mn-ea"/>
        <a:cs typeface="+mn-cs"/>
      </a:defRPr>
    </a:lvl5pPr>
    <a:lvl6pPr marL="1439817" algn="l" defTabSz="575927" rtl="0" eaLnBrk="1" latinLnBrk="0" hangingPunct="1">
      <a:defRPr sz="756" kern="1200">
        <a:solidFill>
          <a:schemeClr val="tx1"/>
        </a:solidFill>
        <a:latin typeface="+mn-lt"/>
        <a:ea typeface="+mn-ea"/>
        <a:cs typeface="+mn-cs"/>
      </a:defRPr>
    </a:lvl6pPr>
    <a:lvl7pPr marL="1727781" algn="l" defTabSz="575927" rtl="0" eaLnBrk="1" latinLnBrk="0" hangingPunct="1">
      <a:defRPr sz="756" kern="1200">
        <a:solidFill>
          <a:schemeClr val="tx1"/>
        </a:solidFill>
        <a:latin typeface="+mn-lt"/>
        <a:ea typeface="+mn-ea"/>
        <a:cs typeface="+mn-cs"/>
      </a:defRPr>
    </a:lvl7pPr>
    <a:lvl8pPr marL="2015744" algn="l" defTabSz="575927" rtl="0" eaLnBrk="1" latinLnBrk="0" hangingPunct="1">
      <a:defRPr sz="756" kern="1200">
        <a:solidFill>
          <a:schemeClr val="tx1"/>
        </a:solidFill>
        <a:latin typeface="+mn-lt"/>
        <a:ea typeface="+mn-ea"/>
        <a:cs typeface="+mn-cs"/>
      </a:defRPr>
    </a:lvl8pPr>
    <a:lvl9pPr marL="2303707" algn="l" defTabSz="575927" rtl="0" eaLnBrk="1" latinLnBrk="0" hangingPunct="1">
      <a:defRPr sz="75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9066CD-C6DF-462A-8423-C7EA22D10867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599034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1959" y="706933"/>
            <a:ext cx="4895533" cy="1503857"/>
          </a:xfrm>
        </p:spPr>
        <p:txBody>
          <a:bodyPr anchor="b"/>
          <a:lstStyle>
            <a:lvl1pPr algn="ctr">
              <a:defRPr sz="3779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9931" y="2268784"/>
            <a:ext cx="4319588" cy="1042900"/>
          </a:xfrm>
        </p:spPr>
        <p:txBody>
          <a:bodyPr/>
          <a:lstStyle>
            <a:lvl1pPr marL="0" indent="0" algn="ctr">
              <a:buNone/>
              <a:defRPr sz="1512"/>
            </a:lvl1pPr>
            <a:lvl2pPr marL="287990" indent="0" algn="ctr">
              <a:buNone/>
              <a:defRPr sz="1260"/>
            </a:lvl2pPr>
            <a:lvl3pPr marL="575981" indent="0" algn="ctr">
              <a:buNone/>
              <a:defRPr sz="1134"/>
            </a:lvl3pPr>
            <a:lvl4pPr marL="863971" indent="0" algn="ctr">
              <a:buNone/>
              <a:defRPr sz="1008"/>
            </a:lvl4pPr>
            <a:lvl5pPr marL="1151961" indent="0" algn="ctr">
              <a:buNone/>
              <a:defRPr sz="1008"/>
            </a:lvl5pPr>
            <a:lvl6pPr marL="1439951" indent="0" algn="ctr">
              <a:buNone/>
              <a:defRPr sz="1008"/>
            </a:lvl6pPr>
            <a:lvl7pPr marL="1727942" indent="0" algn="ctr">
              <a:buNone/>
              <a:defRPr sz="1008"/>
            </a:lvl7pPr>
            <a:lvl8pPr marL="2015932" indent="0" algn="ctr">
              <a:buNone/>
              <a:defRPr sz="1008"/>
            </a:lvl8pPr>
            <a:lvl9pPr marL="2303922" indent="0" algn="ctr">
              <a:buNone/>
              <a:defRPr sz="1008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BE8B9-2931-4A72-91CB-D491258E36CB}" type="datetimeFigureOut">
              <a:rPr lang="es-ES" smtClean="0"/>
              <a:t>18/06/2025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A0D38-AE75-4D2C-8A8A-D68AEAF6D4FF}" type="slidenum">
              <a:rPr lang="es-ES" smtClean="0"/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177621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BE8B9-2931-4A72-91CB-D491258E36CB}" type="datetimeFigureOut">
              <a:rPr lang="es-ES" smtClean="0"/>
              <a:t>18/06/2025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A0D38-AE75-4D2C-8A8A-D68AEAF6D4FF}" type="slidenum">
              <a:rPr lang="es-ES" smtClean="0"/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41587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963" y="1076899"/>
            <a:ext cx="4967526" cy="1796828"/>
          </a:xfrm>
        </p:spPr>
        <p:txBody>
          <a:bodyPr anchor="b"/>
          <a:lstStyle>
            <a:lvl1pPr>
              <a:defRPr sz="3779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963" y="2890725"/>
            <a:ext cx="4967526" cy="944910"/>
          </a:xfrm>
        </p:spPr>
        <p:txBody>
          <a:bodyPr/>
          <a:lstStyle>
            <a:lvl1pPr marL="0" indent="0">
              <a:buNone/>
              <a:defRPr sz="1512">
                <a:solidFill>
                  <a:schemeClr val="tx1">
                    <a:tint val="82000"/>
                  </a:schemeClr>
                </a:solidFill>
              </a:defRPr>
            </a:lvl1pPr>
            <a:lvl2pPr marL="287990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2pPr>
            <a:lvl3pPr marL="575981" indent="0">
              <a:buNone/>
              <a:defRPr sz="1134">
                <a:solidFill>
                  <a:schemeClr val="tx1">
                    <a:tint val="82000"/>
                  </a:schemeClr>
                </a:solidFill>
              </a:defRPr>
            </a:lvl3pPr>
            <a:lvl4pPr marL="863971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4pPr>
            <a:lvl5pPr marL="1151961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5pPr>
            <a:lvl6pPr marL="1439951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6pPr>
            <a:lvl7pPr marL="1727942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7pPr>
            <a:lvl8pPr marL="2015932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8pPr>
            <a:lvl9pPr marL="2303922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BE8B9-2931-4A72-91CB-D491258E36CB}" type="datetimeFigureOut">
              <a:rPr lang="es-ES" smtClean="0"/>
              <a:t>18/06/2025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A0D38-AE75-4D2C-8A8A-D68AEAF6D4FF}" type="slidenum">
              <a:rPr lang="es-ES" smtClean="0"/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18479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5962" y="1149890"/>
            <a:ext cx="2447766" cy="274073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15722" y="1149890"/>
            <a:ext cx="2447766" cy="274073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BE8B9-2931-4A72-91CB-D491258E36CB}" type="datetimeFigureOut">
              <a:rPr lang="es-ES" smtClean="0"/>
              <a:t>18/06/2025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A0D38-AE75-4D2C-8A8A-D68AEAF6D4FF}" type="slidenum">
              <a:rPr lang="es-ES" smtClean="0"/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29939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712" y="229979"/>
            <a:ext cx="4967526" cy="83492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6713" y="1058899"/>
            <a:ext cx="2436517" cy="518950"/>
          </a:xfrm>
        </p:spPr>
        <p:txBody>
          <a:bodyPr anchor="b"/>
          <a:lstStyle>
            <a:lvl1pPr marL="0" indent="0">
              <a:buNone/>
              <a:defRPr sz="1512" b="1"/>
            </a:lvl1pPr>
            <a:lvl2pPr marL="287990" indent="0">
              <a:buNone/>
              <a:defRPr sz="1260" b="1"/>
            </a:lvl2pPr>
            <a:lvl3pPr marL="575981" indent="0">
              <a:buNone/>
              <a:defRPr sz="1134" b="1"/>
            </a:lvl3pPr>
            <a:lvl4pPr marL="863971" indent="0">
              <a:buNone/>
              <a:defRPr sz="1008" b="1"/>
            </a:lvl4pPr>
            <a:lvl5pPr marL="1151961" indent="0">
              <a:buNone/>
              <a:defRPr sz="1008" b="1"/>
            </a:lvl5pPr>
            <a:lvl6pPr marL="1439951" indent="0">
              <a:buNone/>
              <a:defRPr sz="1008" b="1"/>
            </a:lvl6pPr>
            <a:lvl7pPr marL="1727942" indent="0">
              <a:buNone/>
              <a:defRPr sz="1008" b="1"/>
            </a:lvl7pPr>
            <a:lvl8pPr marL="2015932" indent="0">
              <a:buNone/>
              <a:defRPr sz="1008" b="1"/>
            </a:lvl8pPr>
            <a:lvl9pPr marL="2303922" indent="0">
              <a:buNone/>
              <a:defRPr sz="1008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6713" y="1577849"/>
            <a:ext cx="2436517" cy="232077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5722" y="1058899"/>
            <a:ext cx="2448516" cy="518950"/>
          </a:xfrm>
        </p:spPr>
        <p:txBody>
          <a:bodyPr anchor="b"/>
          <a:lstStyle>
            <a:lvl1pPr marL="0" indent="0">
              <a:buNone/>
              <a:defRPr sz="1512" b="1"/>
            </a:lvl1pPr>
            <a:lvl2pPr marL="287990" indent="0">
              <a:buNone/>
              <a:defRPr sz="1260" b="1"/>
            </a:lvl2pPr>
            <a:lvl3pPr marL="575981" indent="0">
              <a:buNone/>
              <a:defRPr sz="1134" b="1"/>
            </a:lvl3pPr>
            <a:lvl4pPr marL="863971" indent="0">
              <a:buNone/>
              <a:defRPr sz="1008" b="1"/>
            </a:lvl4pPr>
            <a:lvl5pPr marL="1151961" indent="0">
              <a:buNone/>
              <a:defRPr sz="1008" b="1"/>
            </a:lvl5pPr>
            <a:lvl6pPr marL="1439951" indent="0">
              <a:buNone/>
              <a:defRPr sz="1008" b="1"/>
            </a:lvl6pPr>
            <a:lvl7pPr marL="1727942" indent="0">
              <a:buNone/>
              <a:defRPr sz="1008" b="1"/>
            </a:lvl7pPr>
            <a:lvl8pPr marL="2015932" indent="0">
              <a:buNone/>
              <a:defRPr sz="1008" b="1"/>
            </a:lvl8pPr>
            <a:lvl9pPr marL="2303922" indent="0">
              <a:buNone/>
              <a:defRPr sz="1008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915722" y="1577849"/>
            <a:ext cx="2448516" cy="232077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BE8B9-2931-4A72-91CB-D491258E36CB}" type="datetimeFigureOut">
              <a:rPr lang="es-ES" smtClean="0"/>
              <a:t>18/06/2025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A0D38-AE75-4D2C-8A8A-D68AEAF6D4FF}" type="slidenum">
              <a:rPr lang="es-ES" smtClean="0"/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74465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BE8B9-2931-4A72-91CB-D491258E36CB}" type="datetimeFigureOut">
              <a:rPr lang="es-ES" smtClean="0"/>
              <a:t>18/06/2025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A0D38-AE75-4D2C-8A8A-D68AEAF6D4FF}" type="slidenum">
              <a:rPr lang="es-ES" smtClean="0"/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4547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BE8B9-2931-4A72-91CB-D491258E36CB}" type="datetimeFigureOut">
              <a:rPr lang="es-ES" smtClean="0"/>
              <a:t>18/06/2025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A0D38-AE75-4D2C-8A8A-D68AEAF6D4FF}" type="slidenum">
              <a:rPr lang="es-ES" smtClean="0"/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25143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712" y="287972"/>
            <a:ext cx="1857573" cy="1007904"/>
          </a:xfrm>
        </p:spPr>
        <p:txBody>
          <a:bodyPr anchor="b"/>
          <a:lstStyle>
            <a:lvl1pPr>
              <a:defRPr sz="2016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48516" y="621942"/>
            <a:ext cx="2915722" cy="3069707"/>
          </a:xfrm>
        </p:spPr>
        <p:txBody>
          <a:bodyPr/>
          <a:lstStyle>
            <a:lvl1pPr>
              <a:defRPr sz="2016"/>
            </a:lvl1pPr>
            <a:lvl2pPr>
              <a:defRPr sz="1764"/>
            </a:lvl2pPr>
            <a:lvl3pPr>
              <a:defRPr sz="1512"/>
            </a:lvl3pPr>
            <a:lvl4pPr>
              <a:defRPr sz="1260"/>
            </a:lvl4pPr>
            <a:lvl5pPr>
              <a:defRPr sz="1260"/>
            </a:lvl5pPr>
            <a:lvl6pPr>
              <a:defRPr sz="1260"/>
            </a:lvl6pPr>
            <a:lvl7pPr>
              <a:defRPr sz="1260"/>
            </a:lvl7pPr>
            <a:lvl8pPr>
              <a:defRPr sz="1260"/>
            </a:lvl8pPr>
            <a:lvl9pPr>
              <a:defRPr sz="126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6712" y="1295877"/>
            <a:ext cx="1857573" cy="2400771"/>
          </a:xfrm>
        </p:spPr>
        <p:txBody>
          <a:bodyPr/>
          <a:lstStyle>
            <a:lvl1pPr marL="0" indent="0">
              <a:buNone/>
              <a:defRPr sz="1008"/>
            </a:lvl1pPr>
            <a:lvl2pPr marL="287990" indent="0">
              <a:buNone/>
              <a:defRPr sz="882"/>
            </a:lvl2pPr>
            <a:lvl3pPr marL="575981" indent="0">
              <a:buNone/>
              <a:defRPr sz="756"/>
            </a:lvl3pPr>
            <a:lvl4pPr marL="863971" indent="0">
              <a:buNone/>
              <a:defRPr sz="630"/>
            </a:lvl4pPr>
            <a:lvl5pPr marL="1151961" indent="0">
              <a:buNone/>
              <a:defRPr sz="630"/>
            </a:lvl5pPr>
            <a:lvl6pPr marL="1439951" indent="0">
              <a:buNone/>
              <a:defRPr sz="630"/>
            </a:lvl6pPr>
            <a:lvl7pPr marL="1727942" indent="0">
              <a:buNone/>
              <a:defRPr sz="630"/>
            </a:lvl7pPr>
            <a:lvl8pPr marL="2015932" indent="0">
              <a:buNone/>
              <a:defRPr sz="630"/>
            </a:lvl8pPr>
            <a:lvl9pPr marL="2303922" indent="0">
              <a:buNone/>
              <a:defRPr sz="63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BE8B9-2931-4A72-91CB-D491258E36CB}" type="datetimeFigureOut">
              <a:rPr lang="es-ES" smtClean="0"/>
              <a:t>18/06/2025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A0D38-AE75-4D2C-8A8A-D68AEAF6D4FF}" type="slidenum">
              <a:rPr lang="es-ES" smtClean="0"/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02399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712" y="287972"/>
            <a:ext cx="1857573" cy="1007904"/>
          </a:xfrm>
        </p:spPr>
        <p:txBody>
          <a:bodyPr anchor="b"/>
          <a:lstStyle>
            <a:lvl1pPr>
              <a:defRPr sz="2016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448516" y="621942"/>
            <a:ext cx="2915722" cy="3069707"/>
          </a:xfrm>
        </p:spPr>
        <p:txBody>
          <a:bodyPr anchor="t"/>
          <a:lstStyle>
            <a:lvl1pPr marL="0" indent="0">
              <a:buNone/>
              <a:defRPr sz="2016"/>
            </a:lvl1pPr>
            <a:lvl2pPr marL="287990" indent="0">
              <a:buNone/>
              <a:defRPr sz="1764"/>
            </a:lvl2pPr>
            <a:lvl3pPr marL="575981" indent="0">
              <a:buNone/>
              <a:defRPr sz="1512"/>
            </a:lvl3pPr>
            <a:lvl4pPr marL="863971" indent="0">
              <a:buNone/>
              <a:defRPr sz="1260"/>
            </a:lvl4pPr>
            <a:lvl5pPr marL="1151961" indent="0">
              <a:buNone/>
              <a:defRPr sz="1260"/>
            </a:lvl5pPr>
            <a:lvl6pPr marL="1439951" indent="0">
              <a:buNone/>
              <a:defRPr sz="1260"/>
            </a:lvl6pPr>
            <a:lvl7pPr marL="1727942" indent="0">
              <a:buNone/>
              <a:defRPr sz="1260"/>
            </a:lvl7pPr>
            <a:lvl8pPr marL="2015932" indent="0">
              <a:buNone/>
              <a:defRPr sz="1260"/>
            </a:lvl8pPr>
            <a:lvl9pPr marL="2303922" indent="0">
              <a:buNone/>
              <a:defRPr sz="126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6712" y="1295877"/>
            <a:ext cx="1857573" cy="2400771"/>
          </a:xfrm>
        </p:spPr>
        <p:txBody>
          <a:bodyPr/>
          <a:lstStyle>
            <a:lvl1pPr marL="0" indent="0">
              <a:buNone/>
              <a:defRPr sz="1008"/>
            </a:lvl1pPr>
            <a:lvl2pPr marL="287990" indent="0">
              <a:buNone/>
              <a:defRPr sz="882"/>
            </a:lvl2pPr>
            <a:lvl3pPr marL="575981" indent="0">
              <a:buNone/>
              <a:defRPr sz="756"/>
            </a:lvl3pPr>
            <a:lvl4pPr marL="863971" indent="0">
              <a:buNone/>
              <a:defRPr sz="630"/>
            </a:lvl4pPr>
            <a:lvl5pPr marL="1151961" indent="0">
              <a:buNone/>
              <a:defRPr sz="630"/>
            </a:lvl5pPr>
            <a:lvl6pPr marL="1439951" indent="0">
              <a:buNone/>
              <a:defRPr sz="630"/>
            </a:lvl6pPr>
            <a:lvl7pPr marL="1727942" indent="0">
              <a:buNone/>
              <a:defRPr sz="630"/>
            </a:lvl7pPr>
            <a:lvl8pPr marL="2015932" indent="0">
              <a:buNone/>
              <a:defRPr sz="630"/>
            </a:lvl8pPr>
            <a:lvl9pPr marL="2303922" indent="0">
              <a:buNone/>
              <a:defRPr sz="63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BE8B9-2931-4A72-91CB-D491258E36CB}" type="datetimeFigureOut">
              <a:rPr lang="es-ES" smtClean="0"/>
              <a:t>18/06/2025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A0D38-AE75-4D2C-8A8A-D68AEAF6D4FF}" type="slidenum">
              <a:rPr lang="es-ES" smtClean="0"/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81053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BE8B9-2931-4A72-91CB-D491258E36CB}" type="datetimeFigureOut">
              <a:rPr lang="es-ES" smtClean="0"/>
              <a:t>18/06/2025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A0D38-AE75-4D2C-8A8A-D68AEAF6D4FF}" type="slidenum">
              <a:rPr lang="es-ES" smtClean="0"/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71337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121607" y="229978"/>
            <a:ext cx="1241881" cy="366065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5963" y="229978"/>
            <a:ext cx="3653651" cy="366065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BE8B9-2931-4A72-91CB-D491258E36CB}" type="datetimeFigureOut">
              <a:rPr lang="es-ES" smtClean="0"/>
              <a:t>18/06/2025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A0D38-AE75-4D2C-8A8A-D68AEAF6D4FF}" type="slidenum">
              <a:rPr lang="es-ES" smtClean="0"/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92288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5962" y="229979"/>
            <a:ext cx="4967526" cy="834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5962" y="1149890"/>
            <a:ext cx="4967526" cy="27407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95962" y="4003619"/>
            <a:ext cx="1295876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FBE8B9-2931-4A72-91CB-D491258E36CB}" type="datetimeFigureOut">
              <a:rPr lang="es-ES" smtClean="0"/>
              <a:t>18/06/2025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07818" y="4003619"/>
            <a:ext cx="1943814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067612" y="4003619"/>
            <a:ext cx="1295876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BA0D38-AE75-4D2C-8A8A-D68AEAF6D4FF}" type="slidenum">
              <a:rPr lang="es-ES" smtClean="0"/>
              <a:t>‹N°›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77088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575981" rtl="0" eaLnBrk="1" latinLnBrk="0" hangingPunct="1">
        <a:lnSpc>
          <a:spcPct val="90000"/>
        </a:lnSpc>
        <a:spcBef>
          <a:spcPct val="0"/>
        </a:spcBef>
        <a:buNone/>
        <a:defRPr sz="277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3995" indent="-143995" algn="l" defTabSz="575981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1764" kern="1200">
          <a:solidFill>
            <a:schemeClr val="tx1"/>
          </a:solidFill>
          <a:latin typeface="+mn-lt"/>
          <a:ea typeface="+mn-ea"/>
          <a:cs typeface="+mn-cs"/>
        </a:defRPr>
      </a:lvl1pPr>
      <a:lvl2pPr marL="431985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2pPr>
      <a:lvl3pPr marL="71997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3pPr>
      <a:lvl4pPr marL="100796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4pPr>
      <a:lvl5pPr marL="129595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5pPr>
      <a:lvl6pPr marL="158394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6pPr>
      <a:lvl7pPr marL="187193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7pPr>
      <a:lvl8pPr marL="215992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8pPr>
      <a:lvl9pPr marL="244791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1pPr>
      <a:lvl2pPr marL="287990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2pPr>
      <a:lvl3pPr marL="57598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3pPr>
      <a:lvl4pPr marL="86397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4pPr>
      <a:lvl5pPr marL="115196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5pPr>
      <a:lvl6pPr marL="143995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6pPr>
      <a:lvl7pPr marL="1727942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7pPr>
      <a:lvl8pPr marL="2015932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8pPr>
      <a:lvl9pPr marL="2303922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31A629B5-0A50-4CFC-8AE1-53BB82EFADB5}"/>
              </a:ext>
            </a:extLst>
          </p:cNvPr>
          <p:cNvGrpSpPr>
            <a:grpSpLocks noChangeAspect="1"/>
          </p:cNvGrpSpPr>
          <p:nvPr/>
        </p:nvGrpSpPr>
        <p:grpSpPr>
          <a:xfrm>
            <a:off x="1044191" y="1029101"/>
            <a:ext cx="3684688" cy="2223471"/>
            <a:chOff x="1760400" y="1360800"/>
            <a:chExt cx="5619600" cy="3391047"/>
          </a:xfrm>
        </p:grpSpPr>
        <p:sp>
          <p:nvSpPr>
            <p:cNvPr id="3" name="Flussdiagramm: Verbinder 2">
              <a:extLst>
                <a:ext uri="{FF2B5EF4-FFF2-40B4-BE49-F238E27FC236}">
                  <a16:creationId xmlns:a16="http://schemas.microsoft.com/office/drawing/2014/main" id="{96ACAB6A-AEC8-4A35-9647-0080C4B88DB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20000" y="13608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sz="1417" dirty="0"/>
            </a:p>
          </p:txBody>
        </p:sp>
        <p:sp>
          <p:nvSpPr>
            <p:cNvPr id="4" name="Flussdiagramm: Verbinder 3">
              <a:extLst>
                <a:ext uri="{FF2B5EF4-FFF2-40B4-BE49-F238E27FC236}">
                  <a16:creationId xmlns:a16="http://schemas.microsoft.com/office/drawing/2014/main" id="{1B306AD7-7B1B-47D3-BFD0-3B14CDA14FC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760400" y="28368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sz="1417" dirty="0"/>
            </a:p>
          </p:txBody>
        </p:sp>
        <p:sp>
          <p:nvSpPr>
            <p:cNvPr id="5" name="Flussdiagramm: Verbinder 4">
              <a:extLst>
                <a:ext uri="{FF2B5EF4-FFF2-40B4-BE49-F238E27FC236}">
                  <a16:creationId xmlns:a16="http://schemas.microsoft.com/office/drawing/2014/main" id="{C2CE65F1-A1B0-4454-BE0F-4D3F86829F6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03200" y="17640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sz="1417" dirty="0"/>
            </a:p>
          </p:txBody>
        </p:sp>
        <p:sp>
          <p:nvSpPr>
            <p:cNvPr id="6" name="Flussdiagramm: Verbinder 5">
              <a:extLst>
                <a:ext uri="{FF2B5EF4-FFF2-40B4-BE49-F238E27FC236}">
                  <a16:creationId xmlns:a16="http://schemas.microsoft.com/office/drawing/2014/main" id="{9B5EA1D0-F3A5-40D3-BE19-072C743391F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33200" y="17640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sz="1417" dirty="0"/>
            </a:p>
          </p:txBody>
        </p:sp>
        <p:sp>
          <p:nvSpPr>
            <p:cNvPr id="7" name="Flussdiagramm: Verbinder 6">
              <a:extLst>
                <a:ext uri="{FF2B5EF4-FFF2-40B4-BE49-F238E27FC236}">
                  <a16:creationId xmlns:a16="http://schemas.microsoft.com/office/drawing/2014/main" id="{130508ED-C08E-421D-84A0-EA9835B6CC5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76000" y="28368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sz="1417" dirty="0"/>
            </a:p>
          </p:txBody>
        </p:sp>
        <p:sp>
          <p:nvSpPr>
            <p:cNvPr id="8" name="Flussdiagramm: Verbinder 7">
              <a:extLst>
                <a:ext uri="{FF2B5EF4-FFF2-40B4-BE49-F238E27FC236}">
                  <a16:creationId xmlns:a16="http://schemas.microsoft.com/office/drawing/2014/main" id="{B2E53EEB-EFC5-4B85-A294-16984A6BE6E1}"/>
                </a:ext>
              </a:extLst>
            </p:cNvPr>
            <p:cNvSpPr/>
            <p:nvPr/>
          </p:nvSpPr>
          <p:spPr>
            <a:xfrm>
              <a:off x="4392000" y="4391807"/>
              <a:ext cx="360000" cy="360040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sz="1417" dirty="0"/>
            </a:p>
          </p:txBody>
        </p:sp>
      </p:grpSp>
    </p:spTree>
    <p:extLst>
      <p:ext uri="{BB962C8B-B14F-4D97-AF65-F5344CB8AC3E}">
        <p14:creationId xmlns:p14="http://schemas.microsoft.com/office/powerpoint/2010/main" val="435705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31A629B5-0A50-4CFC-8AE1-53BB82EFADB5}"/>
              </a:ext>
            </a:extLst>
          </p:cNvPr>
          <p:cNvGrpSpPr>
            <a:grpSpLocks noChangeAspect="1"/>
          </p:cNvGrpSpPr>
          <p:nvPr/>
        </p:nvGrpSpPr>
        <p:grpSpPr>
          <a:xfrm>
            <a:off x="1044191" y="1029101"/>
            <a:ext cx="3684688" cy="2223471"/>
            <a:chOff x="1760400" y="1360800"/>
            <a:chExt cx="5619600" cy="3391047"/>
          </a:xfrm>
        </p:grpSpPr>
        <p:sp>
          <p:nvSpPr>
            <p:cNvPr id="3" name="Flussdiagramm: Verbinder 2">
              <a:extLst>
                <a:ext uri="{FF2B5EF4-FFF2-40B4-BE49-F238E27FC236}">
                  <a16:creationId xmlns:a16="http://schemas.microsoft.com/office/drawing/2014/main" id="{96ACAB6A-AEC8-4A35-9647-0080C4B88DB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20000" y="13608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sz="1417" dirty="0"/>
            </a:p>
          </p:txBody>
        </p:sp>
        <p:sp>
          <p:nvSpPr>
            <p:cNvPr id="4" name="Flussdiagramm: Verbinder 3">
              <a:extLst>
                <a:ext uri="{FF2B5EF4-FFF2-40B4-BE49-F238E27FC236}">
                  <a16:creationId xmlns:a16="http://schemas.microsoft.com/office/drawing/2014/main" id="{1B306AD7-7B1B-47D3-BFD0-3B14CDA14FC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760400" y="28368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sz="1417" dirty="0"/>
            </a:p>
          </p:txBody>
        </p:sp>
        <p:sp>
          <p:nvSpPr>
            <p:cNvPr id="5" name="Flussdiagramm: Verbinder 4">
              <a:extLst>
                <a:ext uri="{FF2B5EF4-FFF2-40B4-BE49-F238E27FC236}">
                  <a16:creationId xmlns:a16="http://schemas.microsoft.com/office/drawing/2014/main" id="{C2CE65F1-A1B0-4454-BE0F-4D3F86829F6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03200" y="17640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sz="1417" dirty="0"/>
            </a:p>
          </p:txBody>
        </p:sp>
        <p:sp>
          <p:nvSpPr>
            <p:cNvPr id="6" name="Flussdiagramm: Verbinder 5">
              <a:extLst>
                <a:ext uri="{FF2B5EF4-FFF2-40B4-BE49-F238E27FC236}">
                  <a16:creationId xmlns:a16="http://schemas.microsoft.com/office/drawing/2014/main" id="{9B5EA1D0-F3A5-40D3-BE19-072C743391F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33200" y="17640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sz="1417" dirty="0"/>
            </a:p>
          </p:txBody>
        </p:sp>
        <p:sp>
          <p:nvSpPr>
            <p:cNvPr id="7" name="Flussdiagramm: Verbinder 6">
              <a:extLst>
                <a:ext uri="{FF2B5EF4-FFF2-40B4-BE49-F238E27FC236}">
                  <a16:creationId xmlns:a16="http://schemas.microsoft.com/office/drawing/2014/main" id="{130508ED-C08E-421D-84A0-EA9835B6CC5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76000" y="28368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sz="1417" dirty="0"/>
            </a:p>
          </p:txBody>
        </p:sp>
        <p:sp>
          <p:nvSpPr>
            <p:cNvPr id="8" name="Flussdiagramm: Verbinder 7">
              <a:extLst>
                <a:ext uri="{FF2B5EF4-FFF2-40B4-BE49-F238E27FC236}">
                  <a16:creationId xmlns:a16="http://schemas.microsoft.com/office/drawing/2014/main" id="{B2E53EEB-EFC5-4B85-A294-16984A6BE6E1}"/>
                </a:ext>
              </a:extLst>
            </p:cNvPr>
            <p:cNvSpPr/>
            <p:nvPr/>
          </p:nvSpPr>
          <p:spPr>
            <a:xfrm>
              <a:off x="4392000" y="4391807"/>
              <a:ext cx="360000" cy="360040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sz="1417" dirty="0"/>
            </a:p>
          </p:txBody>
        </p:sp>
      </p:grpSp>
      <p:sp>
        <p:nvSpPr>
          <p:cNvPr id="50" name="Freihandform: Form 49">
            <a:extLst>
              <a:ext uri="{FF2B5EF4-FFF2-40B4-BE49-F238E27FC236}">
                <a16:creationId xmlns:a16="http://schemas.microsoft.com/office/drawing/2014/main" id="{C898A897-95DF-4F4C-A53E-E9DF7E377937}"/>
              </a:ext>
            </a:extLst>
          </p:cNvPr>
          <p:cNvSpPr/>
          <p:nvPr/>
        </p:nvSpPr>
        <p:spPr>
          <a:xfrm rot="10361777">
            <a:off x="2586367" y="2908483"/>
            <a:ext cx="611113" cy="484559"/>
          </a:xfrm>
          <a:custGeom>
            <a:avLst/>
            <a:gdLst>
              <a:gd name="connsiteX0" fmla="*/ 647700 w 742950"/>
              <a:gd name="connsiteY0" fmla="*/ 171450 h 504825"/>
              <a:gd name="connsiteX1" fmla="*/ 625793 w 742950"/>
              <a:gd name="connsiteY1" fmla="*/ 174308 h 504825"/>
              <a:gd name="connsiteX2" fmla="*/ 628650 w 742950"/>
              <a:gd name="connsiteY2" fmla="*/ 152400 h 504825"/>
              <a:gd name="connsiteX3" fmla="*/ 533400 w 742950"/>
              <a:gd name="connsiteY3" fmla="*/ 57150 h 504825"/>
              <a:gd name="connsiteX4" fmla="*/ 474345 w 742950"/>
              <a:gd name="connsiteY4" fmla="*/ 77153 h 504825"/>
              <a:gd name="connsiteX5" fmla="*/ 381000 w 742950"/>
              <a:gd name="connsiteY5" fmla="*/ 0 h 504825"/>
              <a:gd name="connsiteX6" fmla="*/ 288608 w 742950"/>
              <a:gd name="connsiteY6" fmla="*/ 71438 h 504825"/>
              <a:gd name="connsiteX7" fmla="*/ 209550 w 742950"/>
              <a:gd name="connsiteY7" fmla="*/ 28575 h 504825"/>
              <a:gd name="connsiteX8" fmla="*/ 114300 w 742950"/>
              <a:gd name="connsiteY8" fmla="*/ 123825 h 504825"/>
              <a:gd name="connsiteX9" fmla="*/ 117157 w 742950"/>
              <a:gd name="connsiteY9" fmla="*/ 145733 h 504825"/>
              <a:gd name="connsiteX10" fmla="*/ 95250 w 742950"/>
              <a:gd name="connsiteY10" fmla="*/ 142875 h 504825"/>
              <a:gd name="connsiteX11" fmla="*/ 0 w 742950"/>
              <a:gd name="connsiteY11" fmla="*/ 238125 h 504825"/>
              <a:gd name="connsiteX12" fmla="*/ 95250 w 742950"/>
              <a:gd name="connsiteY12" fmla="*/ 333375 h 504825"/>
              <a:gd name="connsiteX13" fmla="*/ 96203 w 742950"/>
              <a:gd name="connsiteY13" fmla="*/ 333375 h 504825"/>
              <a:gd name="connsiteX14" fmla="*/ 190500 w 742950"/>
              <a:gd name="connsiteY14" fmla="*/ 419100 h 504825"/>
              <a:gd name="connsiteX15" fmla="*/ 248602 w 742950"/>
              <a:gd name="connsiteY15" fmla="*/ 399098 h 504825"/>
              <a:gd name="connsiteX16" fmla="*/ 247650 w 742950"/>
              <a:gd name="connsiteY16" fmla="*/ 409575 h 504825"/>
              <a:gd name="connsiteX17" fmla="*/ 342900 w 742950"/>
              <a:gd name="connsiteY17" fmla="*/ 504825 h 504825"/>
              <a:gd name="connsiteX18" fmla="*/ 438150 w 742950"/>
              <a:gd name="connsiteY18" fmla="*/ 418148 h 504825"/>
              <a:gd name="connsiteX19" fmla="*/ 514350 w 742950"/>
              <a:gd name="connsiteY19" fmla="*/ 457200 h 504825"/>
              <a:gd name="connsiteX20" fmla="*/ 609600 w 742950"/>
              <a:gd name="connsiteY20" fmla="*/ 361950 h 504825"/>
              <a:gd name="connsiteX21" fmla="*/ 609600 w 742950"/>
              <a:gd name="connsiteY21" fmla="*/ 353378 h 504825"/>
              <a:gd name="connsiteX22" fmla="*/ 647700 w 742950"/>
              <a:gd name="connsiteY22" fmla="*/ 361950 h 504825"/>
              <a:gd name="connsiteX23" fmla="*/ 742950 w 742950"/>
              <a:gd name="connsiteY23" fmla="*/ 266700 h 504825"/>
              <a:gd name="connsiteX24" fmla="*/ 647700 w 742950"/>
              <a:gd name="connsiteY24" fmla="*/ 171450 h 5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742950" h="504825">
                <a:moveTo>
                  <a:pt x="647700" y="171450"/>
                </a:moveTo>
                <a:cubicBezTo>
                  <a:pt x="640080" y="171450"/>
                  <a:pt x="633413" y="172403"/>
                  <a:pt x="625793" y="174308"/>
                </a:cubicBezTo>
                <a:cubicBezTo>
                  <a:pt x="627698" y="167640"/>
                  <a:pt x="628650" y="160020"/>
                  <a:pt x="628650" y="152400"/>
                </a:cubicBezTo>
                <a:cubicBezTo>
                  <a:pt x="628650" y="100013"/>
                  <a:pt x="585788" y="57150"/>
                  <a:pt x="533400" y="57150"/>
                </a:cubicBezTo>
                <a:cubicBezTo>
                  <a:pt x="511493" y="57150"/>
                  <a:pt x="490538" y="64770"/>
                  <a:pt x="474345" y="77153"/>
                </a:cubicBezTo>
                <a:cubicBezTo>
                  <a:pt x="466725" y="33338"/>
                  <a:pt x="427673" y="0"/>
                  <a:pt x="381000" y="0"/>
                </a:cubicBezTo>
                <a:cubicBezTo>
                  <a:pt x="337185" y="0"/>
                  <a:pt x="300038" y="30480"/>
                  <a:pt x="288608" y="71438"/>
                </a:cubicBezTo>
                <a:cubicBezTo>
                  <a:pt x="271463" y="45720"/>
                  <a:pt x="242888" y="28575"/>
                  <a:pt x="209550" y="28575"/>
                </a:cubicBezTo>
                <a:cubicBezTo>
                  <a:pt x="157163" y="28575"/>
                  <a:pt x="114300" y="71438"/>
                  <a:pt x="114300" y="123825"/>
                </a:cubicBezTo>
                <a:cubicBezTo>
                  <a:pt x="114300" y="131445"/>
                  <a:pt x="115253" y="138113"/>
                  <a:pt x="117157" y="145733"/>
                </a:cubicBezTo>
                <a:cubicBezTo>
                  <a:pt x="109538" y="143828"/>
                  <a:pt x="102870" y="142875"/>
                  <a:pt x="95250" y="142875"/>
                </a:cubicBezTo>
                <a:cubicBezTo>
                  <a:pt x="42863" y="142875"/>
                  <a:pt x="0" y="185738"/>
                  <a:pt x="0" y="238125"/>
                </a:cubicBezTo>
                <a:cubicBezTo>
                  <a:pt x="0" y="290513"/>
                  <a:pt x="42863" y="333375"/>
                  <a:pt x="95250" y="333375"/>
                </a:cubicBezTo>
                <a:cubicBezTo>
                  <a:pt x="95250" y="333375"/>
                  <a:pt x="95250" y="333375"/>
                  <a:pt x="96203" y="333375"/>
                </a:cubicBezTo>
                <a:cubicBezTo>
                  <a:pt x="100965" y="381953"/>
                  <a:pt x="141923" y="419100"/>
                  <a:pt x="190500" y="419100"/>
                </a:cubicBezTo>
                <a:cubicBezTo>
                  <a:pt x="212408" y="419100"/>
                  <a:pt x="232410" y="411480"/>
                  <a:pt x="248602" y="399098"/>
                </a:cubicBezTo>
                <a:cubicBezTo>
                  <a:pt x="248602" y="401955"/>
                  <a:pt x="247650" y="405765"/>
                  <a:pt x="247650" y="409575"/>
                </a:cubicBezTo>
                <a:cubicBezTo>
                  <a:pt x="247650" y="461963"/>
                  <a:pt x="290513" y="504825"/>
                  <a:pt x="342900" y="504825"/>
                </a:cubicBezTo>
                <a:cubicBezTo>
                  <a:pt x="392430" y="504825"/>
                  <a:pt x="433388" y="466725"/>
                  <a:pt x="438150" y="418148"/>
                </a:cubicBezTo>
                <a:cubicBezTo>
                  <a:pt x="455295" y="441960"/>
                  <a:pt x="482918" y="457200"/>
                  <a:pt x="514350" y="457200"/>
                </a:cubicBezTo>
                <a:cubicBezTo>
                  <a:pt x="566738" y="457200"/>
                  <a:pt x="609600" y="414338"/>
                  <a:pt x="609600" y="361950"/>
                </a:cubicBezTo>
                <a:cubicBezTo>
                  <a:pt x="609600" y="359093"/>
                  <a:pt x="609600" y="356235"/>
                  <a:pt x="609600" y="353378"/>
                </a:cubicBezTo>
                <a:cubicBezTo>
                  <a:pt x="621030" y="358140"/>
                  <a:pt x="634365" y="361950"/>
                  <a:pt x="647700" y="361950"/>
                </a:cubicBezTo>
                <a:cubicBezTo>
                  <a:pt x="700088" y="361950"/>
                  <a:pt x="742950" y="319088"/>
                  <a:pt x="742950" y="266700"/>
                </a:cubicBezTo>
                <a:cubicBezTo>
                  <a:pt x="742950" y="214313"/>
                  <a:pt x="700088" y="171450"/>
                  <a:pt x="647700" y="171450"/>
                </a:cubicBezTo>
                <a:close/>
              </a:path>
            </a:pathLst>
          </a:custGeom>
          <a:noFill/>
          <a:ln w="19050" cap="flat">
            <a:solidFill>
              <a:schemeClr val="accent5">
                <a:lumMod val="60000"/>
                <a:lumOff val="4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de-AT" sz="1417" dirty="0"/>
          </a:p>
        </p:txBody>
      </p: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80322985-F9A9-4ECB-830B-0A8C25823DE4}"/>
              </a:ext>
            </a:extLst>
          </p:cNvPr>
          <p:cNvGrpSpPr>
            <a:grpSpLocks noChangeAspect="1"/>
          </p:cNvGrpSpPr>
          <p:nvPr/>
        </p:nvGrpSpPr>
        <p:grpSpPr>
          <a:xfrm>
            <a:off x="2783931" y="2673419"/>
            <a:ext cx="510973" cy="569147"/>
            <a:chOff x="4184655" y="1692997"/>
            <a:chExt cx="1906332" cy="2123348"/>
          </a:xfrm>
          <a:solidFill>
            <a:schemeClr val="accent5">
              <a:lumMod val="60000"/>
              <a:lumOff val="40000"/>
            </a:schemeClr>
          </a:solidFill>
        </p:grpSpPr>
        <p:pic>
          <p:nvPicPr>
            <p:cNvPr id="30" name="Grafik 29" descr="Bleistift mit einfarbiger Füllung">
              <a:extLst>
                <a:ext uri="{FF2B5EF4-FFF2-40B4-BE49-F238E27FC236}">
                  <a16:creationId xmlns:a16="http://schemas.microsoft.com/office/drawing/2014/main" id="{68125B74-9427-4AE0-BDD4-CFA1FE661A1E}"/>
                </a:ext>
              </a:extLst>
            </p:cNvPr>
            <p:cNvPicPr preferRelativeResize="0"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21085753">
              <a:off x="4326104" y="1692997"/>
              <a:ext cx="1764883" cy="1764000"/>
            </a:xfrm>
            <a:prstGeom prst="rect">
              <a:avLst/>
            </a:prstGeom>
          </p:spPr>
        </p:pic>
        <p:grpSp>
          <p:nvGrpSpPr>
            <p:cNvPr id="31" name="Gruppieren 30">
              <a:extLst>
                <a:ext uri="{FF2B5EF4-FFF2-40B4-BE49-F238E27FC236}">
                  <a16:creationId xmlns:a16="http://schemas.microsoft.com/office/drawing/2014/main" id="{E838203F-5AB0-43CC-AD6A-9045CD73051D}"/>
                </a:ext>
              </a:extLst>
            </p:cNvPr>
            <p:cNvGrpSpPr/>
            <p:nvPr/>
          </p:nvGrpSpPr>
          <p:grpSpPr>
            <a:xfrm>
              <a:off x="4550400" y="3041655"/>
              <a:ext cx="43200" cy="774690"/>
              <a:chOff x="3385929" y="4336972"/>
              <a:chExt cx="57150" cy="774690"/>
            </a:xfrm>
            <a:grpFill/>
          </p:grpSpPr>
          <p:sp>
            <p:nvSpPr>
              <p:cNvPr id="39" name="Rechteck: abgerundete Ecken 38">
                <a:extLst>
                  <a:ext uri="{FF2B5EF4-FFF2-40B4-BE49-F238E27FC236}">
                    <a16:creationId xmlns:a16="http://schemas.microsoft.com/office/drawing/2014/main" id="{E7198325-B775-4759-A6A1-A9D7693DFEE1}"/>
                  </a:ext>
                </a:extLst>
              </p:cNvPr>
              <p:cNvSpPr/>
              <p:nvPr/>
            </p:nvSpPr>
            <p:spPr>
              <a:xfrm>
                <a:off x="3385929" y="433697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 sz="1417" dirty="0"/>
              </a:p>
            </p:txBody>
          </p:sp>
          <p:sp>
            <p:nvSpPr>
              <p:cNvPr id="49" name="Rechteck: abgerundete Ecken 48">
                <a:extLst>
                  <a:ext uri="{FF2B5EF4-FFF2-40B4-BE49-F238E27FC236}">
                    <a16:creationId xmlns:a16="http://schemas.microsoft.com/office/drawing/2014/main" id="{17BCB485-980C-408F-A84B-003197AD0254}"/>
                  </a:ext>
                </a:extLst>
              </p:cNvPr>
              <p:cNvSpPr/>
              <p:nvPr/>
            </p:nvSpPr>
            <p:spPr>
              <a:xfrm>
                <a:off x="3385929" y="489566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 sz="1417"/>
              </a:p>
            </p:txBody>
          </p:sp>
        </p:grpSp>
        <p:grpSp>
          <p:nvGrpSpPr>
            <p:cNvPr id="32" name="Gruppieren 31">
              <a:extLst>
                <a:ext uri="{FF2B5EF4-FFF2-40B4-BE49-F238E27FC236}">
                  <a16:creationId xmlns:a16="http://schemas.microsoft.com/office/drawing/2014/main" id="{C024CE84-7534-4A3D-92D1-41ABB2CC2F8E}"/>
                </a:ext>
              </a:extLst>
            </p:cNvPr>
            <p:cNvGrpSpPr/>
            <p:nvPr/>
          </p:nvGrpSpPr>
          <p:grpSpPr>
            <a:xfrm rot="5400000">
              <a:off x="4550400" y="3041655"/>
              <a:ext cx="43200" cy="774690"/>
              <a:chOff x="3385929" y="4336972"/>
              <a:chExt cx="57150" cy="774690"/>
            </a:xfrm>
            <a:grpFill/>
          </p:grpSpPr>
          <p:sp>
            <p:nvSpPr>
              <p:cNvPr id="37" name="Rechteck: abgerundete Ecken 36">
                <a:extLst>
                  <a:ext uri="{FF2B5EF4-FFF2-40B4-BE49-F238E27FC236}">
                    <a16:creationId xmlns:a16="http://schemas.microsoft.com/office/drawing/2014/main" id="{6FE65584-4A9A-4F58-9C30-2F3036A1A4E4}"/>
                  </a:ext>
                </a:extLst>
              </p:cNvPr>
              <p:cNvSpPr/>
              <p:nvPr/>
            </p:nvSpPr>
            <p:spPr>
              <a:xfrm>
                <a:off x="3385929" y="433697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 sz="1417" dirty="0"/>
              </a:p>
            </p:txBody>
          </p:sp>
          <p:sp>
            <p:nvSpPr>
              <p:cNvPr id="38" name="Rechteck: abgerundete Ecken 37">
                <a:extLst>
                  <a:ext uri="{FF2B5EF4-FFF2-40B4-BE49-F238E27FC236}">
                    <a16:creationId xmlns:a16="http://schemas.microsoft.com/office/drawing/2014/main" id="{C183D6EF-0492-4193-87CE-384F33BC1DA3}"/>
                  </a:ext>
                </a:extLst>
              </p:cNvPr>
              <p:cNvSpPr/>
              <p:nvPr/>
            </p:nvSpPr>
            <p:spPr>
              <a:xfrm>
                <a:off x="3385929" y="489566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 sz="1417"/>
              </a:p>
            </p:txBody>
          </p:sp>
        </p:grpSp>
        <p:sp>
          <p:nvSpPr>
            <p:cNvPr id="33" name="Rechteck: abgerundete Ecken 32">
              <a:extLst>
                <a:ext uri="{FF2B5EF4-FFF2-40B4-BE49-F238E27FC236}">
                  <a16:creationId xmlns:a16="http://schemas.microsoft.com/office/drawing/2014/main" id="{2960FB02-DAA8-406F-801A-AB0D61914A5F}"/>
                </a:ext>
              </a:extLst>
            </p:cNvPr>
            <p:cNvSpPr/>
            <p:nvPr/>
          </p:nvSpPr>
          <p:spPr>
            <a:xfrm rot="2700000">
              <a:off x="4352873" y="3518528"/>
              <a:ext cx="43200" cy="216000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sz="1417"/>
            </a:p>
          </p:txBody>
        </p:sp>
        <p:grpSp>
          <p:nvGrpSpPr>
            <p:cNvPr id="34" name="Gruppieren 33">
              <a:extLst>
                <a:ext uri="{FF2B5EF4-FFF2-40B4-BE49-F238E27FC236}">
                  <a16:creationId xmlns:a16="http://schemas.microsoft.com/office/drawing/2014/main" id="{7DC0D5C9-73DB-4AFC-A699-F8B55358418A}"/>
                </a:ext>
              </a:extLst>
            </p:cNvPr>
            <p:cNvGrpSpPr/>
            <p:nvPr/>
          </p:nvGrpSpPr>
          <p:grpSpPr>
            <a:xfrm rot="8100000">
              <a:off x="4550400" y="3041655"/>
              <a:ext cx="43200" cy="774690"/>
              <a:chOff x="3385929" y="4336972"/>
              <a:chExt cx="57150" cy="774690"/>
            </a:xfrm>
            <a:grpFill/>
          </p:grpSpPr>
          <p:sp>
            <p:nvSpPr>
              <p:cNvPr id="35" name="Rechteck: abgerundete Ecken 34">
                <a:extLst>
                  <a:ext uri="{FF2B5EF4-FFF2-40B4-BE49-F238E27FC236}">
                    <a16:creationId xmlns:a16="http://schemas.microsoft.com/office/drawing/2014/main" id="{69E16825-37E2-4C08-B38A-05FCF99993DF}"/>
                  </a:ext>
                </a:extLst>
              </p:cNvPr>
              <p:cNvSpPr/>
              <p:nvPr/>
            </p:nvSpPr>
            <p:spPr>
              <a:xfrm>
                <a:off x="3385929" y="433697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 sz="1417" dirty="0"/>
              </a:p>
            </p:txBody>
          </p:sp>
          <p:sp>
            <p:nvSpPr>
              <p:cNvPr id="36" name="Rechteck: abgerundete Ecken 35">
                <a:extLst>
                  <a:ext uri="{FF2B5EF4-FFF2-40B4-BE49-F238E27FC236}">
                    <a16:creationId xmlns:a16="http://schemas.microsoft.com/office/drawing/2014/main" id="{73185C44-8CF2-445C-8D7E-A8668953699B}"/>
                  </a:ext>
                </a:extLst>
              </p:cNvPr>
              <p:cNvSpPr/>
              <p:nvPr/>
            </p:nvSpPr>
            <p:spPr>
              <a:xfrm>
                <a:off x="3385929" y="489566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 sz="1417"/>
              </a:p>
            </p:txBody>
          </p:sp>
        </p:grpSp>
      </p:grpSp>
      <p:pic>
        <p:nvPicPr>
          <p:cNvPr id="11" name="Imagen 1" descr="Icono&#10;&#10;El contenido generado por IA puede ser incorrecto.">
            <a:extLst>
              <a:ext uri="{FF2B5EF4-FFF2-40B4-BE49-F238E27FC236}">
                <a16:creationId xmlns:a16="http://schemas.microsoft.com/office/drawing/2014/main" id="{4280261D-DE1C-F5B8-1743-89C57ECB3C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5369" y="3446326"/>
            <a:ext cx="642183" cy="508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3630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uppieren 50">
            <a:extLst>
              <a:ext uri="{FF2B5EF4-FFF2-40B4-BE49-F238E27FC236}">
                <a16:creationId xmlns:a16="http://schemas.microsoft.com/office/drawing/2014/main" id="{52768BB7-CCC5-4597-867C-142BBA46B6B1}"/>
              </a:ext>
            </a:extLst>
          </p:cNvPr>
          <p:cNvGrpSpPr>
            <a:grpSpLocks noChangeAspect="1"/>
          </p:cNvGrpSpPr>
          <p:nvPr/>
        </p:nvGrpSpPr>
        <p:grpSpPr>
          <a:xfrm>
            <a:off x="1044191" y="1029101"/>
            <a:ext cx="3684688" cy="2223471"/>
            <a:chOff x="1760400" y="1360800"/>
            <a:chExt cx="5619600" cy="3391047"/>
          </a:xfrm>
        </p:grpSpPr>
        <p:sp>
          <p:nvSpPr>
            <p:cNvPr id="52" name="Flussdiagramm: Verbinder 51">
              <a:extLst>
                <a:ext uri="{FF2B5EF4-FFF2-40B4-BE49-F238E27FC236}">
                  <a16:creationId xmlns:a16="http://schemas.microsoft.com/office/drawing/2014/main" id="{83D55941-2953-4FA3-994C-305A05A0088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20000" y="13608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sz="1417" dirty="0"/>
            </a:p>
          </p:txBody>
        </p:sp>
        <p:sp>
          <p:nvSpPr>
            <p:cNvPr id="53" name="Flussdiagramm: Verbinder 52">
              <a:extLst>
                <a:ext uri="{FF2B5EF4-FFF2-40B4-BE49-F238E27FC236}">
                  <a16:creationId xmlns:a16="http://schemas.microsoft.com/office/drawing/2014/main" id="{15B5F99D-42B5-4390-B7FF-2B48EE331BE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760400" y="28368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sz="1417" dirty="0"/>
            </a:p>
          </p:txBody>
        </p:sp>
        <p:sp>
          <p:nvSpPr>
            <p:cNvPr id="54" name="Flussdiagramm: Verbinder 53">
              <a:extLst>
                <a:ext uri="{FF2B5EF4-FFF2-40B4-BE49-F238E27FC236}">
                  <a16:creationId xmlns:a16="http://schemas.microsoft.com/office/drawing/2014/main" id="{C60698E6-FC46-4524-B961-409D3D9D0A0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03200" y="17640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sz="1417" dirty="0"/>
            </a:p>
          </p:txBody>
        </p:sp>
        <p:sp>
          <p:nvSpPr>
            <p:cNvPr id="55" name="Flussdiagramm: Verbinder 54">
              <a:extLst>
                <a:ext uri="{FF2B5EF4-FFF2-40B4-BE49-F238E27FC236}">
                  <a16:creationId xmlns:a16="http://schemas.microsoft.com/office/drawing/2014/main" id="{29C43812-71BA-44FD-9F42-A8C18EFFB95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33200" y="17640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sz="1417" dirty="0"/>
            </a:p>
          </p:txBody>
        </p:sp>
        <p:sp>
          <p:nvSpPr>
            <p:cNvPr id="58" name="Flussdiagramm: Verbinder 57">
              <a:extLst>
                <a:ext uri="{FF2B5EF4-FFF2-40B4-BE49-F238E27FC236}">
                  <a16:creationId xmlns:a16="http://schemas.microsoft.com/office/drawing/2014/main" id="{3322529C-15AA-4240-B97D-8B660B86E31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76000" y="28368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sz="1417" dirty="0"/>
            </a:p>
          </p:txBody>
        </p:sp>
        <p:sp>
          <p:nvSpPr>
            <p:cNvPr id="59" name="Flussdiagramm: Verbinder 58">
              <a:extLst>
                <a:ext uri="{FF2B5EF4-FFF2-40B4-BE49-F238E27FC236}">
                  <a16:creationId xmlns:a16="http://schemas.microsoft.com/office/drawing/2014/main" id="{112902CF-6A79-44DF-B146-984EA38832A1}"/>
                </a:ext>
              </a:extLst>
            </p:cNvPr>
            <p:cNvSpPr/>
            <p:nvPr/>
          </p:nvSpPr>
          <p:spPr>
            <a:xfrm>
              <a:off x="4392000" y="4391807"/>
              <a:ext cx="360000" cy="360040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sz="1417" dirty="0"/>
            </a:p>
          </p:txBody>
        </p:sp>
      </p:grpSp>
      <p:sp>
        <p:nvSpPr>
          <p:cNvPr id="38" name="Bogen 37">
            <a:extLst>
              <a:ext uri="{FF2B5EF4-FFF2-40B4-BE49-F238E27FC236}">
                <a16:creationId xmlns:a16="http://schemas.microsoft.com/office/drawing/2014/main" id="{56207753-DDB5-4FD6-B7C7-87D76462B870}"/>
              </a:ext>
            </a:extLst>
          </p:cNvPr>
          <p:cNvSpPr/>
          <p:nvPr/>
        </p:nvSpPr>
        <p:spPr>
          <a:xfrm rot="17659167" flipV="1">
            <a:off x="1380331" y="1720526"/>
            <a:ext cx="1070328" cy="2030603"/>
          </a:xfrm>
          <a:prstGeom prst="arc">
            <a:avLst>
              <a:gd name="adj1" fmla="val 16591373"/>
              <a:gd name="adj2" fmla="val 3902209"/>
            </a:avLst>
          </a:prstGeom>
          <a:ln w="41275">
            <a:solidFill>
              <a:schemeClr val="accent5">
                <a:lumMod val="60000"/>
                <a:lumOff val="40000"/>
              </a:schemeClr>
            </a:solidFill>
            <a:prstDash val="sysDot"/>
            <a:headEnd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AT" sz="1417" dirty="0"/>
          </a:p>
        </p:txBody>
      </p:sp>
      <p:sp>
        <p:nvSpPr>
          <p:cNvPr id="67" name="Freihandform: Form 66">
            <a:extLst>
              <a:ext uri="{FF2B5EF4-FFF2-40B4-BE49-F238E27FC236}">
                <a16:creationId xmlns:a16="http://schemas.microsoft.com/office/drawing/2014/main" id="{3271C3EB-6540-4395-9DCB-D0965012D93A}"/>
              </a:ext>
            </a:extLst>
          </p:cNvPr>
          <p:cNvSpPr/>
          <p:nvPr/>
        </p:nvSpPr>
        <p:spPr>
          <a:xfrm rot="12514958">
            <a:off x="880031" y="1912310"/>
            <a:ext cx="2324914" cy="1426407"/>
          </a:xfrm>
          <a:custGeom>
            <a:avLst/>
            <a:gdLst>
              <a:gd name="connsiteX0" fmla="*/ 647700 w 742950"/>
              <a:gd name="connsiteY0" fmla="*/ 171450 h 504825"/>
              <a:gd name="connsiteX1" fmla="*/ 625793 w 742950"/>
              <a:gd name="connsiteY1" fmla="*/ 174308 h 504825"/>
              <a:gd name="connsiteX2" fmla="*/ 628650 w 742950"/>
              <a:gd name="connsiteY2" fmla="*/ 152400 h 504825"/>
              <a:gd name="connsiteX3" fmla="*/ 533400 w 742950"/>
              <a:gd name="connsiteY3" fmla="*/ 57150 h 504825"/>
              <a:gd name="connsiteX4" fmla="*/ 474345 w 742950"/>
              <a:gd name="connsiteY4" fmla="*/ 77153 h 504825"/>
              <a:gd name="connsiteX5" fmla="*/ 381000 w 742950"/>
              <a:gd name="connsiteY5" fmla="*/ 0 h 504825"/>
              <a:gd name="connsiteX6" fmla="*/ 288608 w 742950"/>
              <a:gd name="connsiteY6" fmla="*/ 71438 h 504825"/>
              <a:gd name="connsiteX7" fmla="*/ 209550 w 742950"/>
              <a:gd name="connsiteY7" fmla="*/ 28575 h 504825"/>
              <a:gd name="connsiteX8" fmla="*/ 114300 w 742950"/>
              <a:gd name="connsiteY8" fmla="*/ 123825 h 504825"/>
              <a:gd name="connsiteX9" fmla="*/ 117157 w 742950"/>
              <a:gd name="connsiteY9" fmla="*/ 145733 h 504825"/>
              <a:gd name="connsiteX10" fmla="*/ 95250 w 742950"/>
              <a:gd name="connsiteY10" fmla="*/ 142875 h 504825"/>
              <a:gd name="connsiteX11" fmla="*/ 0 w 742950"/>
              <a:gd name="connsiteY11" fmla="*/ 238125 h 504825"/>
              <a:gd name="connsiteX12" fmla="*/ 95250 w 742950"/>
              <a:gd name="connsiteY12" fmla="*/ 333375 h 504825"/>
              <a:gd name="connsiteX13" fmla="*/ 96203 w 742950"/>
              <a:gd name="connsiteY13" fmla="*/ 333375 h 504825"/>
              <a:gd name="connsiteX14" fmla="*/ 190500 w 742950"/>
              <a:gd name="connsiteY14" fmla="*/ 419100 h 504825"/>
              <a:gd name="connsiteX15" fmla="*/ 248602 w 742950"/>
              <a:gd name="connsiteY15" fmla="*/ 399098 h 504825"/>
              <a:gd name="connsiteX16" fmla="*/ 247650 w 742950"/>
              <a:gd name="connsiteY16" fmla="*/ 409575 h 504825"/>
              <a:gd name="connsiteX17" fmla="*/ 342900 w 742950"/>
              <a:gd name="connsiteY17" fmla="*/ 504825 h 504825"/>
              <a:gd name="connsiteX18" fmla="*/ 438150 w 742950"/>
              <a:gd name="connsiteY18" fmla="*/ 418148 h 504825"/>
              <a:gd name="connsiteX19" fmla="*/ 514350 w 742950"/>
              <a:gd name="connsiteY19" fmla="*/ 457200 h 504825"/>
              <a:gd name="connsiteX20" fmla="*/ 609600 w 742950"/>
              <a:gd name="connsiteY20" fmla="*/ 361950 h 504825"/>
              <a:gd name="connsiteX21" fmla="*/ 609600 w 742950"/>
              <a:gd name="connsiteY21" fmla="*/ 353378 h 504825"/>
              <a:gd name="connsiteX22" fmla="*/ 647700 w 742950"/>
              <a:gd name="connsiteY22" fmla="*/ 361950 h 504825"/>
              <a:gd name="connsiteX23" fmla="*/ 742950 w 742950"/>
              <a:gd name="connsiteY23" fmla="*/ 266700 h 504825"/>
              <a:gd name="connsiteX24" fmla="*/ 647700 w 742950"/>
              <a:gd name="connsiteY24" fmla="*/ 171450 h 5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742950" h="504825">
                <a:moveTo>
                  <a:pt x="647700" y="171450"/>
                </a:moveTo>
                <a:cubicBezTo>
                  <a:pt x="640080" y="171450"/>
                  <a:pt x="633413" y="172403"/>
                  <a:pt x="625793" y="174308"/>
                </a:cubicBezTo>
                <a:cubicBezTo>
                  <a:pt x="627698" y="167640"/>
                  <a:pt x="628650" y="160020"/>
                  <a:pt x="628650" y="152400"/>
                </a:cubicBezTo>
                <a:cubicBezTo>
                  <a:pt x="628650" y="100013"/>
                  <a:pt x="585788" y="57150"/>
                  <a:pt x="533400" y="57150"/>
                </a:cubicBezTo>
                <a:cubicBezTo>
                  <a:pt x="511493" y="57150"/>
                  <a:pt x="490538" y="64770"/>
                  <a:pt x="474345" y="77153"/>
                </a:cubicBezTo>
                <a:cubicBezTo>
                  <a:pt x="466725" y="33338"/>
                  <a:pt x="427673" y="0"/>
                  <a:pt x="381000" y="0"/>
                </a:cubicBezTo>
                <a:cubicBezTo>
                  <a:pt x="337185" y="0"/>
                  <a:pt x="300038" y="30480"/>
                  <a:pt x="288608" y="71438"/>
                </a:cubicBezTo>
                <a:cubicBezTo>
                  <a:pt x="271463" y="45720"/>
                  <a:pt x="242888" y="28575"/>
                  <a:pt x="209550" y="28575"/>
                </a:cubicBezTo>
                <a:cubicBezTo>
                  <a:pt x="157163" y="28575"/>
                  <a:pt x="114300" y="71438"/>
                  <a:pt x="114300" y="123825"/>
                </a:cubicBezTo>
                <a:cubicBezTo>
                  <a:pt x="114300" y="131445"/>
                  <a:pt x="115253" y="138113"/>
                  <a:pt x="117157" y="145733"/>
                </a:cubicBezTo>
                <a:cubicBezTo>
                  <a:pt x="109538" y="143828"/>
                  <a:pt x="102870" y="142875"/>
                  <a:pt x="95250" y="142875"/>
                </a:cubicBezTo>
                <a:cubicBezTo>
                  <a:pt x="42863" y="142875"/>
                  <a:pt x="0" y="185738"/>
                  <a:pt x="0" y="238125"/>
                </a:cubicBezTo>
                <a:cubicBezTo>
                  <a:pt x="0" y="290513"/>
                  <a:pt x="42863" y="333375"/>
                  <a:pt x="95250" y="333375"/>
                </a:cubicBezTo>
                <a:cubicBezTo>
                  <a:pt x="95250" y="333375"/>
                  <a:pt x="95250" y="333375"/>
                  <a:pt x="96203" y="333375"/>
                </a:cubicBezTo>
                <a:cubicBezTo>
                  <a:pt x="100965" y="381953"/>
                  <a:pt x="141923" y="419100"/>
                  <a:pt x="190500" y="419100"/>
                </a:cubicBezTo>
                <a:cubicBezTo>
                  <a:pt x="212408" y="419100"/>
                  <a:pt x="232410" y="411480"/>
                  <a:pt x="248602" y="399098"/>
                </a:cubicBezTo>
                <a:cubicBezTo>
                  <a:pt x="248602" y="401955"/>
                  <a:pt x="247650" y="405765"/>
                  <a:pt x="247650" y="409575"/>
                </a:cubicBezTo>
                <a:cubicBezTo>
                  <a:pt x="247650" y="461963"/>
                  <a:pt x="290513" y="504825"/>
                  <a:pt x="342900" y="504825"/>
                </a:cubicBezTo>
                <a:cubicBezTo>
                  <a:pt x="392430" y="504825"/>
                  <a:pt x="433388" y="466725"/>
                  <a:pt x="438150" y="418148"/>
                </a:cubicBezTo>
                <a:cubicBezTo>
                  <a:pt x="455295" y="441960"/>
                  <a:pt x="482918" y="457200"/>
                  <a:pt x="514350" y="457200"/>
                </a:cubicBezTo>
                <a:cubicBezTo>
                  <a:pt x="566738" y="457200"/>
                  <a:pt x="609600" y="414338"/>
                  <a:pt x="609600" y="361950"/>
                </a:cubicBezTo>
                <a:cubicBezTo>
                  <a:pt x="609600" y="359093"/>
                  <a:pt x="609600" y="356235"/>
                  <a:pt x="609600" y="353378"/>
                </a:cubicBezTo>
                <a:cubicBezTo>
                  <a:pt x="621030" y="358140"/>
                  <a:pt x="634365" y="361950"/>
                  <a:pt x="647700" y="361950"/>
                </a:cubicBezTo>
                <a:cubicBezTo>
                  <a:pt x="700088" y="361950"/>
                  <a:pt x="742950" y="319088"/>
                  <a:pt x="742950" y="266700"/>
                </a:cubicBezTo>
                <a:cubicBezTo>
                  <a:pt x="742950" y="214313"/>
                  <a:pt x="700088" y="171450"/>
                  <a:pt x="647700" y="171450"/>
                </a:cubicBezTo>
                <a:close/>
              </a:path>
            </a:pathLst>
          </a:custGeom>
          <a:noFill/>
          <a:ln w="19050" cap="flat">
            <a:solidFill>
              <a:schemeClr val="accent5">
                <a:lumMod val="60000"/>
                <a:lumOff val="4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de-AT" sz="1417" dirty="0"/>
          </a:p>
        </p:txBody>
      </p: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846D8CDD-1A0A-49DD-AC24-F1D034D2309B}"/>
              </a:ext>
            </a:extLst>
          </p:cNvPr>
          <p:cNvGrpSpPr>
            <a:grpSpLocks noChangeAspect="1"/>
          </p:cNvGrpSpPr>
          <p:nvPr/>
        </p:nvGrpSpPr>
        <p:grpSpPr>
          <a:xfrm>
            <a:off x="1119171" y="1664469"/>
            <a:ext cx="510973" cy="569147"/>
            <a:chOff x="4184655" y="1692997"/>
            <a:chExt cx="1906332" cy="2123348"/>
          </a:xfrm>
          <a:solidFill>
            <a:schemeClr val="accent5">
              <a:lumMod val="60000"/>
              <a:lumOff val="40000"/>
            </a:schemeClr>
          </a:solidFill>
        </p:grpSpPr>
        <p:pic>
          <p:nvPicPr>
            <p:cNvPr id="29" name="Grafik 28" descr="Bleistift mit einfarbiger Füllung">
              <a:extLst>
                <a:ext uri="{FF2B5EF4-FFF2-40B4-BE49-F238E27FC236}">
                  <a16:creationId xmlns:a16="http://schemas.microsoft.com/office/drawing/2014/main" id="{A8DF7C43-E5ED-4341-AA67-88FA6818B190}"/>
                </a:ext>
              </a:extLst>
            </p:cNvPr>
            <p:cNvPicPr preferRelativeResize="0"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21085753">
              <a:off x="4326104" y="1692997"/>
              <a:ext cx="1764883" cy="1764000"/>
            </a:xfrm>
            <a:prstGeom prst="rect">
              <a:avLst/>
            </a:prstGeom>
          </p:spPr>
        </p:pic>
        <p:grpSp>
          <p:nvGrpSpPr>
            <p:cNvPr id="39" name="Gruppieren 38">
              <a:extLst>
                <a:ext uri="{FF2B5EF4-FFF2-40B4-BE49-F238E27FC236}">
                  <a16:creationId xmlns:a16="http://schemas.microsoft.com/office/drawing/2014/main" id="{E164F415-7E8E-43C1-81C9-BC74AE10FD72}"/>
                </a:ext>
              </a:extLst>
            </p:cNvPr>
            <p:cNvGrpSpPr/>
            <p:nvPr/>
          </p:nvGrpSpPr>
          <p:grpSpPr>
            <a:xfrm>
              <a:off x="4550400" y="3041655"/>
              <a:ext cx="43200" cy="774690"/>
              <a:chOff x="3385929" y="4336972"/>
              <a:chExt cx="57150" cy="774690"/>
            </a:xfrm>
            <a:grpFill/>
          </p:grpSpPr>
          <p:sp>
            <p:nvSpPr>
              <p:cNvPr id="47" name="Rechteck: abgerundete Ecken 46">
                <a:extLst>
                  <a:ext uri="{FF2B5EF4-FFF2-40B4-BE49-F238E27FC236}">
                    <a16:creationId xmlns:a16="http://schemas.microsoft.com/office/drawing/2014/main" id="{DCE7BCCC-F636-4B20-BAC8-A8EA15994514}"/>
                  </a:ext>
                </a:extLst>
              </p:cNvPr>
              <p:cNvSpPr/>
              <p:nvPr/>
            </p:nvSpPr>
            <p:spPr>
              <a:xfrm>
                <a:off x="3385929" y="433697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 sz="1417" dirty="0"/>
              </a:p>
            </p:txBody>
          </p:sp>
          <p:sp>
            <p:nvSpPr>
              <p:cNvPr id="48" name="Rechteck: abgerundete Ecken 47">
                <a:extLst>
                  <a:ext uri="{FF2B5EF4-FFF2-40B4-BE49-F238E27FC236}">
                    <a16:creationId xmlns:a16="http://schemas.microsoft.com/office/drawing/2014/main" id="{404E6145-3EE2-4CB2-B32C-8005DE1260E3}"/>
                  </a:ext>
                </a:extLst>
              </p:cNvPr>
              <p:cNvSpPr/>
              <p:nvPr/>
            </p:nvSpPr>
            <p:spPr>
              <a:xfrm>
                <a:off x="3385929" y="489566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 sz="1417"/>
              </a:p>
            </p:txBody>
          </p:sp>
        </p:grpSp>
        <p:grpSp>
          <p:nvGrpSpPr>
            <p:cNvPr id="40" name="Gruppieren 39">
              <a:extLst>
                <a:ext uri="{FF2B5EF4-FFF2-40B4-BE49-F238E27FC236}">
                  <a16:creationId xmlns:a16="http://schemas.microsoft.com/office/drawing/2014/main" id="{C6D15451-1793-44D0-9EA7-ED488FA9D853}"/>
                </a:ext>
              </a:extLst>
            </p:cNvPr>
            <p:cNvGrpSpPr/>
            <p:nvPr/>
          </p:nvGrpSpPr>
          <p:grpSpPr>
            <a:xfrm rot="5400000">
              <a:off x="4550400" y="3041655"/>
              <a:ext cx="43200" cy="774690"/>
              <a:chOff x="3385929" y="4336972"/>
              <a:chExt cx="57150" cy="774690"/>
            </a:xfrm>
            <a:grpFill/>
          </p:grpSpPr>
          <p:sp>
            <p:nvSpPr>
              <p:cNvPr id="45" name="Rechteck: abgerundete Ecken 44">
                <a:extLst>
                  <a:ext uri="{FF2B5EF4-FFF2-40B4-BE49-F238E27FC236}">
                    <a16:creationId xmlns:a16="http://schemas.microsoft.com/office/drawing/2014/main" id="{822D1BE6-3F46-42DF-B083-5BB756435FA7}"/>
                  </a:ext>
                </a:extLst>
              </p:cNvPr>
              <p:cNvSpPr/>
              <p:nvPr/>
            </p:nvSpPr>
            <p:spPr>
              <a:xfrm>
                <a:off x="3385929" y="433697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 sz="1417" dirty="0"/>
              </a:p>
            </p:txBody>
          </p:sp>
          <p:sp>
            <p:nvSpPr>
              <p:cNvPr id="46" name="Rechteck: abgerundete Ecken 45">
                <a:extLst>
                  <a:ext uri="{FF2B5EF4-FFF2-40B4-BE49-F238E27FC236}">
                    <a16:creationId xmlns:a16="http://schemas.microsoft.com/office/drawing/2014/main" id="{2438D4E5-094B-4EA3-9C46-D9EEB3F0EE51}"/>
                  </a:ext>
                </a:extLst>
              </p:cNvPr>
              <p:cNvSpPr/>
              <p:nvPr/>
            </p:nvSpPr>
            <p:spPr>
              <a:xfrm>
                <a:off x="3385929" y="489566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 sz="1417"/>
              </a:p>
            </p:txBody>
          </p:sp>
        </p:grpSp>
        <p:sp>
          <p:nvSpPr>
            <p:cNvPr id="41" name="Rechteck: abgerundete Ecken 40">
              <a:extLst>
                <a:ext uri="{FF2B5EF4-FFF2-40B4-BE49-F238E27FC236}">
                  <a16:creationId xmlns:a16="http://schemas.microsoft.com/office/drawing/2014/main" id="{2C21512C-B96D-436D-9142-261C2532EF5E}"/>
                </a:ext>
              </a:extLst>
            </p:cNvPr>
            <p:cNvSpPr/>
            <p:nvPr/>
          </p:nvSpPr>
          <p:spPr>
            <a:xfrm rot="2700000">
              <a:off x="4352873" y="3518528"/>
              <a:ext cx="43200" cy="216000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sz="1417"/>
            </a:p>
          </p:txBody>
        </p:sp>
        <p:grpSp>
          <p:nvGrpSpPr>
            <p:cNvPr id="42" name="Gruppieren 41">
              <a:extLst>
                <a:ext uri="{FF2B5EF4-FFF2-40B4-BE49-F238E27FC236}">
                  <a16:creationId xmlns:a16="http://schemas.microsoft.com/office/drawing/2014/main" id="{D9908901-18AA-4F16-8229-088A35F680A7}"/>
                </a:ext>
              </a:extLst>
            </p:cNvPr>
            <p:cNvGrpSpPr/>
            <p:nvPr/>
          </p:nvGrpSpPr>
          <p:grpSpPr>
            <a:xfrm rot="8100000">
              <a:off x="4550400" y="3041655"/>
              <a:ext cx="43200" cy="774690"/>
              <a:chOff x="3385929" y="4336972"/>
              <a:chExt cx="57150" cy="774690"/>
            </a:xfrm>
            <a:grpFill/>
          </p:grpSpPr>
          <p:sp>
            <p:nvSpPr>
              <p:cNvPr id="43" name="Rechteck: abgerundete Ecken 42">
                <a:extLst>
                  <a:ext uri="{FF2B5EF4-FFF2-40B4-BE49-F238E27FC236}">
                    <a16:creationId xmlns:a16="http://schemas.microsoft.com/office/drawing/2014/main" id="{6BF83974-BECA-494F-A514-A01BC98BD268}"/>
                  </a:ext>
                </a:extLst>
              </p:cNvPr>
              <p:cNvSpPr/>
              <p:nvPr/>
            </p:nvSpPr>
            <p:spPr>
              <a:xfrm>
                <a:off x="3385929" y="433697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 sz="1417" dirty="0"/>
              </a:p>
            </p:txBody>
          </p:sp>
          <p:sp>
            <p:nvSpPr>
              <p:cNvPr id="44" name="Rechteck: abgerundete Ecken 43">
                <a:extLst>
                  <a:ext uri="{FF2B5EF4-FFF2-40B4-BE49-F238E27FC236}">
                    <a16:creationId xmlns:a16="http://schemas.microsoft.com/office/drawing/2014/main" id="{794C9A1A-AB64-4640-954E-D9B83CBB9066}"/>
                  </a:ext>
                </a:extLst>
              </p:cNvPr>
              <p:cNvSpPr/>
              <p:nvPr/>
            </p:nvSpPr>
            <p:spPr>
              <a:xfrm>
                <a:off x="3385929" y="489566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 sz="1417"/>
              </a:p>
            </p:txBody>
          </p:sp>
        </p:grpSp>
      </p:grpSp>
      <p:pic>
        <p:nvPicPr>
          <p:cNvPr id="2" name="Imagen 1" descr="Icono&#10;&#10;El contenido generado por IA puede ser incorrecto.">
            <a:extLst>
              <a:ext uri="{FF2B5EF4-FFF2-40B4-BE49-F238E27FC236}">
                <a16:creationId xmlns:a16="http://schemas.microsoft.com/office/drawing/2014/main" id="{030AC215-859E-C034-5169-FC724EF602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700" y="2052282"/>
            <a:ext cx="642183" cy="508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8116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E67869EE-A0D1-4FB8-9E73-068BF095E7BD}"/>
              </a:ext>
            </a:extLst>
          </p:cNvPr>
          <p:cNvGrpSpPr>
            <a:grpSpLocks noChangeAspect="1"/>
          </p:cNvGrpSpPr>
          <p:nvPr/>
        </p:nvGrpSpPr>
        <p:grpSpPr>
          <a:xfrm>
            <a:off x="1044191" y="1029101"/>
            <a:ext cx="3684688" cy="2223471"/>
            <a:chOff x="1760400" y="1360800"/>
            <a:chExt cx="5619600" cy="3391047"/>
          </a:xfrm>
        </p:grpSpPr>
        <p:sp>
          <p:nvSpPr>
            <p:cNvPr id="24" name="Flussdiagramm: Verbinder 23">
              <a:extLst>
                <a:ext uri="{FF2B5EF4-FFF2-40B4-BE49-F238E27FC236}">
                  <a16:creationId xmlns:a16="http://schemas.microsoft.com/office/drawing/2014/main" id="{06768CF0-F32F-4689-A28A-F6E3B936A33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20000" y="13608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sz="1417" dirty="0"/>
            </a:p>
          </p:txBody>
        </p:sp>
        <p:sp>
          <p:nvSpPr>
            <p:cNvPr id="25" name="Flussdiagramm: Verbinder 24">
              <a:extLst>
                <a:ext uri="{FF2B5EF4-FFF2-40B4-BE49-F238E27FC236}">
                  <a16:creationId xmlns:a16="http://schemas.microsoft.com/office/drawing/2014/main" id="{5936BA45-E597-4A1A-975D-8B548F6D88A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760400" y="28368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sz="1417" dirty="0"/>
            </a:p>
          </p:txBody>
        </p:sp>
        <p:sp>
          <p:nvSpPr>
            <p:cNvPr id="26" name="Flussdiagramm: Verbinder 25">
              <a:extLst>
                <a:ext uri="{FF2B5EF4-FFF2-40B4-BE49-F238E27FC236}">
                  <a16:creationId xmlns:a16="http://schemas.microsoft.com/office/drawing/2014/main" id="{E3B9A951-2A14-4240-9A3C-BB3F3956A54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03200" y="17640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sz="1417" dirty="0"/>
            </a:p>
          </p:txBody>
        </p:sp>
        <p:sp>
          <p:nvSpPr>
            <p:cNvPr id="27" name="Flussdiagramm: Verbinder 26">
              <a:extLst>
                <a:ext uri="{FF2B5EF4-FFF2-40B4-BE49-F238E27FC236}">
                  <a16:creationId xmlns:a16="http://schemas.microsoft.com/office/drawing/2014/main" id="{8C1B7DCF-7FA5-4EF1-B72F-B3EF9F6F36E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33200" y="17640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sz="1417" dirty="0"/>
            </a:p>
          </p:txBody>
        </p:sp>
        <p:sp>
          <p:nvSpPr>
            <p:cNvPr id="28" name="Flussdiagramm: Verbinder 27">
              <a:extLst>
                <a:ext uri="{FF2B5EF4-FFF2-40B4-BE49-F238E27FC236}">
                  <a16:creationId xmlns:a16="http://schemas.microsoft.com/office/drawing/2014/main" id="{CA743BE0-EC5E-45F0-A872-01C4433F4CD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76000" y="28368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sz="1417" dirty="0"/>
            </a:p>
          </p:txBody>
        </p:sp>
        <p:sp>
          <p:nvSpPr>
            <p:cNvPr id="39" name="Flussdiagramm: Verbinder 38">
              <a:extLst>
                <a:ext uri="{FF2B5EF4-FFF2-40B4-BE49-F238E27FC236}">
                  <a16:creationId xmlns:a16="http://schemas.microsoft.com/office/drawing/2014/main" id="{3FE28599-D248-4BAE-936E-3FEF39BCF6C0}"/>
                </a:ext>
              </a:extLst>
            </p:cNvPr>
            <p:cNvSpPr/>
            <p:nvPr/>
          </p:nvSpPr>
          <p:spPr>
            <a:xfrm>
              <a:off x="4392000" y="4391807"/>
              <a:ext cx="360000" cy="360040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sz="1417" dirty="0"/>
            </a:p>
          </p:txBody>
        </p:sp>
      </p:grpSp>
      <p:sp>
        <p:nvSpPr>
          <p:cNvPr id="71" name="Bogen 70">
            <a:extLst>
              <a:ext uri="{FF2B5EF4-FFF2-40B4-BE49-F238E27FC236}">
                <a16:creationId xmlns:a16="http://schemas.microsoft.com/office/drawing/2014/main" id="{29470D48-9865-48D2-ABF0-6F5949BEE984}"/>
              </a:ext>
            </a:extLst>
          </p:cNvPr>
          <p:cNvSpPr/>
          <p:nvPr/>
        </p:nvSpPr>
        <p:spPr>
          <a:xfrm rot="7546966" flipH="1" flipV="1">
            <a:off x="1499774" y="1795758"/>
            <a:ext cx="1002481" cy="2073269"/>
          </a:xfrm>
          <a:prstGeom prst="arc">
            <a:avLst>
              <a:gd name="adj1" fmla="val 16591373"/>
              <a:gd name="adj2" fmla="val 3902209"/>
            </a:avLst>
          </a:prstGeom>
          <a:ln w="41275">
            <a:solidFill>
              <a:schemeClr val="accent5">
                <a:lumMod val="60000"/>
                <a:lumOff val="40000"/>
              </a:schemeClr>
            </a:solidFill>
            <a:prstDash val="sysDot"/>
            <a:headEnd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AT" sz="1417" dirty="0"/>
          </a:p>
        </p:txBody>
      </p:sp>
      <p:sp>
        <p:nvSpPr>
          <p:cNvPr id="3" name="Freihandform: Form 66">
            <a:extLst>
              <a:ext uri="{FF2B5EF4-FFF2-40B4-BE49-F238E27FC236}">
                <a16:creationId xmlns:a16="http://schemas.microsoft.com/office/drawing/2014/main" id="{A2BDCD1A-3A2C-5FD8-108E-CCECE2E35638}"/>
              </a:ext>
            </a:extLst>
          </p:cNvPr>
          <p:cNvSpPr/>
          <p:nvPr/>
        </p:nvSpPr>
        <p:spPr>
          <a:xfrm rot="12514958">
            <a:off x="880031" y="1912310"/>
            <a:ext cx="2324914" cy="1426407"/>
          </a:xfrm>
          <a:custGeom>
            <a:avLst/>
            <a:gdLst>
              <a:gd name="connsiteX0" fmla="*/ 647700 w 742950"/>
              <a:gd name="connsiteY0" fmla="*/ 171450 h 504825"/>
              <a:gd name="connsiteX1" fmla="*/ 625793 w 742950"/>
              <a:gd name="connsiteY1" fmla="*/ 174308 h 504825"/>
              <a:gd name="connsiteX2" fmla="*/ 628650 w 742950"/>
              <a:gd name="connsiteY2" fmla="*/ 152400 h 504825"/>
              <a:gd name="connsiteX3" fmla="*/ 533400 w 742950"/>
              <a:gd name="connsiteY3" fmla="*/ 57150 h 504825"/>
              <a:gd name="connsiteX4" fmla="*/ 474345 w 742950"/>
              <a:gd name="connsiteY4" fmla="*/ 77153 h 504825"/>
              <a:gd name="connsiteX5" fmla="*/ 381000 w 742950"/>
              <a:gd name="connsiteY5" fmla="*/ 0 h 504825"/>
              <a:gd name="connsiteX6" fmla="*/ 288608 w 742950"/>
              <a:gd name="connsiteY6" fmla="*/ 71438 h 504825"/>
              <a:gd name="connsiteX7" fmla="*/ 209550 w 742950"/>
              <a:gd name="connsiteY7" fmla="*/ 28575 h 504825"/>
              <a:gd name="connsiteX8" fmla="*/ 114300 w 742950"/>
              <a:gd name="connsiteY8" fmla="*/ 123825 h 504825"/>
              <a:gd name="connsiteX9" fmla="*/ 117157 w 742950"/>
              <a:gd name="connsiteY9" fmla="*/ 145733 h 504825"/>
              <a:gd name="connsiteX10" fmla="*/ 95250 w 742950"/>
              <a:gd name="connsiteY10" fmla="*/ 142875 h 504825"/>
              <a:gd name="connsiteX11" fmla="*/ 0 w 742950"/>
              <a:gd name="connsiteY11" fmla="*/ 238125 h 504825"/>
              <a:gd name="connsiteX12" fmla="*/ 95250 w 742950"/>
              <a:gd name="connsiteY12" fmla="*/ 333375 h 504825"/>
              <a:gd name="connsiteX13" fmla="*/ 96203 w 742950"/>
              <a:gd name="connsiteY13" fmla="*/ 333375 h 504825"/>
              <a:gd name="connsiteX14" fmla="*/ 190500 w 742950"/>
              <a:gd name="connsiteY14" fmla="*/ 419100 h 504825"/>
              <a:gd name="connsiteX15" fmla="*/ 248602 w 742950"/>
              <a:gd name="connsiteY15" fmla="*/ 399098 h 504825"/>
              <a:gd name="connsiteX16" fmla="*/ 247650 w 742950"/>
              <a:gd name="connsiteY16" fmla="*/ 409575 h 504825"/>
              <a:gd name="connsiteX17" fmla="*/ 342900 w 742950"/>
              <a:gd name="connsiteY17" fmla="*/ 504825 h 504825"/>
              <a:gd name="connsiteX18" fmla="*/ 438150 w 742950"/>
              <a:gd name="connsiteY18" fmla="*/ 418148 h 504825"/>
              <a:gd name="connsiteX19" fmla="*/ 514350 w 742950"/>
              <a:gd name="connsiteY19" fmla="*/ 457200 h 504825"/>
              <a:gd name="connsiteX20" fmla="*/ 609600 w 742950"/>
              <a:gd name="connsiteY20" fmla="*/ 361950 h 504825"/>
              <a:gd name="connsiteX21" fmla="*/ 609600 w 742950"/>
              <a:gd name="connsiteY21" fmla="*/ 353378 h 504825"/>
              <a:gd name="connsiteX22" fmla="*/ 647700 w 742950"/>
              <a:gd name="connsiteY22" fmla="*/ 361950 h 504825"/>
              <a:gd name="connsiteX23" fmla="*/ 742950 w 742950"/>
              <a:gd name="connsiteY23" fmla="*/ 266700 h 504825"/>
              <a:gd name="connsiteX24" fmla="*/ 647700 w 742950"/>
              <a:gd name="connsiteY24" fmla="*/ 171450 h 5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742950" h="504825">
                <a:moveTo>
                  <a:pt x="647700" y="171450"/>
                </a:moveTo>
                <a:cubicBezTo>
                  <a:pt x="640080" y="171450"/>
                  <a:pt x="633413" y="172403"/>
                  <a:pt x="625793" y="174308"/>
                </a:cubicBezTo>
                <a:cubicBezTo>
                  <a:pt x="627698" y="167640"/>
                  <a:pt x="628650" y="160020"/>
                  <a:pt x="628650" y="152400"/>
                </a:cubicBezTo>
                <a:cubicBezTo>
                  <a:pt x="628650" y="100013"/>
                  <a:pt x="585788" y="57150"/>
                  <a:pt x="533400" y="57150"/>
                </a:cubicBezTo>
                <a:cubicBezTo>
                  <a:pt x="511493" y="57150"/>
                  <a:pt x="490538" y="64770"/>
                  <a:pt x="474345" y="77153"/>
                </a:cubicBezTo>
                <a:cubicBezTo>
                  <a:pt x="466725" y="33338"/>
                  <a:pt x="427673" y="0"/>
                  <a:pt x="381000" y="0"/>
                </a:cubicBezTo>
                <a:cubicBezTo>
                  <a:pt x="337185" y="0"/>
                  <a:pt x="300038" y="30480"/>
                  <a:pt x="288608" y="71438"/>
                </a:cubicBezTo>
                <a:cubicBezTo>
                  <a:pt x="271463" y="45720"/>
                  <a:pt x="242888" y="28575"/>
                  <a:pt x="209550" y="28575"/>
                </a:cubicBezTo>
                <a:cubicBezTo>
                  <a:pt x="157163" y="28575"/>
                  <a:pt x="114300" y="71438"/>
                  <a:pt x="114300" y="123825"/>
                </a:cubicBezTo>
                <a:cubicBezTo>
                  <a:pt x="114300" y="131445"/>
                  <a:pt x="115253" y="138113"/>
                  <a:pt x="117157" y="145733"/>
                </a:cubicBezTo>
                <a:cubicBezTo>
                  <a:pt x="109538" y="143828"/>
                  <a:pt x="102870" y="142875"/>
                  <a:pt x="95250" y="142875"/>
                </a:cubicBezTo>
                <a:cubicBezTo>
                  <a:pt x="42863" y="142875"/>
                  <a:pt x="0" y="185738"/>
                  <a:pt x="0" y="238125"/>
                </a:cubicBezTo>
                <a:cubicBezTo>
                  <a:pt x="0" y="290513"/>
                  <a:pt x="42863" y="333375"/>
                  <a:pt x="95250" y="333375"/>
                </a:cubicBezTo>
                <a:cubicBezTo>
                  <a:pt x="95250" y="333375"/>
                  <a:pt x="95250" y="333375"/>
                  <a:pt x="96203" y="333375"/>
                </a:cubicBezTo>
                <a:cubicBezTo>
                  <a:pt x="100965" y="381953"/>
                  <a:pt x="141923" y="419100"/>
                  <a:pt x="190500" y="419100"/>
                </a:cubicBezTo>
                <a:cubicBezTo>
                  <a:pt x="212408" y="419100"/>
                  <a:pt x="232410" y="411480"/>
                  <a:pt x="248602" y="399098"/>
                </a:cubicBezTo>
                <a:cubicBezTo>
                  <a:pt x="248602" y="401955"/>
                  <a:pt x="247650" y="405765"/>
                  <a:pt x="247650" y="409575"/>
                </a:cubicBezTo>
                <a:cubicBezTo>
                  <a:pt x="247650" y="461963"/>
                  <a:pt x="290513" y="504825"/>
                  <a:pt x="342900" y="504825"/>
                </a:cubicBezTo>
                <a:cubicBezTo>
                  <a:pt x="392430" y="504825"/>
                  <a:pt x="433388" y="466725"/>
                  <a:pt x="438150" y="418148"/>
                </a:cubicBezTo>
                <a:cubicBezTo>
                  <a:pt x="455295" y="441960"/>
                  <a:pt x="482918" y="457200"/>
                  <a:pt x="514350" y="457200"/>
                </a:cubicBezTo>
                <a:cubicBezTo>
                  <a:pt x="566738" y="457200"/>
                  <a:pt x="609600" y="414338"/>
                  <a:pt x="609600" y="361950"/>
                </a:cubicBezTo>
                <a:cubicBezTo>
                  <a:pt x="609600" y="359093"/>
                  <a:pt x="609600" y="356235"/>
                  <a:pt x="609600" y="353378"/>
                </a:cubicBezTo>
                <a:cubicBezTo>
                  <a:pt x="621030" y="358140"/>
                  <a:pt x="634365" y="361950"/>
                  <a:pt x="647700" y="361950"/>
                </a:cubicBezTo>
                <a:cubicBezTo>
                  <a:pt x="700088" y="361950"/>
                  <a:pt x="742950" y="319088"/>
                  <a:pt x="742950" y="266700"/>
                </a:cubicBezTo>
                <a:cubicBezTo>
                  <a:pt x="742950" y="214313"/>
                  <a:pt x="700088" y="171450"/>
                  <a:pt x="647700" y="171450"/>
                </a:cubicBezTo>
                <a:close/>
              </a:path>
            </a:pathLst>
          </a:custGeom>
          <a:noFill/>
          <a:ln w="19050" cap="flat">
            <a:solidFill>
              <a:schemeClr val="accent5">
                <a:lumMod val="60000"/>
                <a:lumOff val="4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de-AT" sz="1417" dirty="0"/>
          </a:p>
        </p:txBody>
      </p:sp>
      <p:grpSp>
        <p:nvGrpSpPr>
          <p:cNvPr id="4" name="Gruppieren 27">
            <a:extLst>
              <a:ext uri="{FF2B5EF4-FFF2-40B4-BE49-F238E27FC236}">
                <a16:creationId xmlns:a16="http://schemas.microsoft.com/office/drawing/2014/main" id="{7928AF35-700E-B7E2-4390-4CF1C627A7F5}"/>
              </a:ext>
            </a:extLst>
          </p:cNvPr>
          <p:cNvGrpSpPr>
            <a:grpSpLocks noChangeAspect="1"/>
          </p:cNvGrpSpPr>
          <p:nvPr/>
        </p:nvGrpSpPr>
        <p:grpSpPr>
          <a:xfrm>
            <a:off x="2783931" y="2673419"/>
            <a:ext cx="510973" cy="569147"/>
            <a:chOff x="4184655" y="1692997"/>
            <a:chExt cx="1906332" cy="2123348"/>
          </a:xfrm>
          <a:solidFill>
            <a:schemeClr val="accent5">
              <a:lumMod val="60000"/>
              <a:lumOff val="40000"/>
            </a:schemeClr>
          </a:solidFill>
        </p:grpSpPr>
        <p:pic>
          <p:nvPicPr>
            <p:cNvPr id="5" name="Grafik 29" descr="Bleistift mit einfarbiger Füllung">
              <a:extLst>
                <a:ext uri="{FF2B5EF4-FFF2-40B4-BE49-F238E27FC236}">
                  <a16:creationId xmlns:a16="http://schemas.microsoft.com/office/drawing/2014/main" id="{09FBC5CA-F7BE-5410-DD8A-DFDC80196781}"/>
                </a:ext>
              </a:extLst>
            </p:cNvPr>
            <p:cNvPicPr preferRelativeResize="0"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21085753">
              <a:off x="4326104" y="1692997"/>
              <a:ext cx="1764883" cy="1764000"/>
            </a:xfrm>
            <a:prstGeom prst="rect">
              <a:avLst/>
            </a:prstGeom>
          </p:spPr>
        </p:pic>
        <p:grpSp>
          <p:nvGrpSpPr>
            <p:cNvPr id="6" name="Gruppieren 30">
              <a:extLst>
                <a:ext uri="{FF2B5EF4-FFF2-40B4-BE49-F238E27FC236}">
                  <a16:creationId xmlns:a16="http://schemas.microsoft.com/office/drawing/2014/main" id="{257B1F36-5137-AB44-5C34-4AF2141B8C74}"/>
                </a:ext>
              </a:extLst>
            </p:cNvPr>
            <p:cNvGrpSpPr/>
            <p:nvPr/>
          </p:nvGrpSpPr>
          <p:grpSpPr>
            <a:xfrm>
              <a:off x="4550400" y="3041655"/>
              <a:ext cx="43200" cy="774690"/>
              <a:chOff x="3385929" y="4336972"/>
              <a:chExt cx="57150" cy="774690"/>
            </a:xfrm>
            <a:grpFill/>
          </p:grpSpPr>
          <p:sp>
            <p:nvSpPr>
              <p:cNvPr id="14" name="Rechteck: abgerundete Ecken 38">
                <a:extLst>
                  <a:ext uri="{FF2B5EF4-FFF2-40B4-BE49-F238E27FC236}">
                    <a16:creationId xmlns:a16="http://schemas.microsoft.com/office/drawing/2014/main" id="{6F11CF67-60BE-EF49-C281-09EC5C48362B}"/>
                  </a:ext>
                </a:extLst>
              </p:cNvPr>
              <p:cNvSpPr/>
              <p:nvPr/>
            </p:nvSpPr>
            <p:spPr>
              <a:xfrm>
                <a:off x="3385929" y="433697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 sz="1417" dirty="0"/>
              </a:p>
            </p:txBody>
          </p:sp>
          <p:sp>
            <p:nvSpPr>
              <p:cNvPr id="15" name="Rechteck: abgerundete Ecken 48">
                <a:extLst>
                  <a:ext uri="{FF2B5EF4-FFF2-40B4-BE49-F238E27FC236}">
                    <a16:creationId xmlns:a16="http://schemas.microsoft.com/office/drawing/2014/main" id="{7807B4AD-070E-BEDB-963E-24EFE360C5B8}"/>
                  </a:ext>
                </a:extLst>
              </p:cNvPr>
              <p:cNvSpPr/>
              <p:nvPr/>
            </p:nvSpPr>
            <p:spPr>
              <a:xfrm>
                <a:off x="3385929" y="489566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 sz="1417"/>
              </a:p>
            </p:txBody>
          </p:sp>
        </p:grpSp>
        <p:grpSp>
          <p:nvGrpSpPr>
            <p:cNvPr id="7" name="Gruppieren 31">
              <a:extLst>
                <a:ext uri="{FF2B5EF4-FFF2-40B4-BE49-F238E27FC236}">
                  <a16:creationId xmlns:a16="http://schemas.microsoft.com/office/drawing/2014/main" id="{A2327756-2DAB-4CDC-FBBB-F4F777FA327B}"/>
                </a:ext>
              </a:extLst>
            </p:cNvPr>
            <p:cNvGrpSpPr/>
            <p:nvPr/>
          </p:nvGrpSpPr>
          <p:grpSpPr>
            <a:xfrm rot="5400000">
              <a:off x="4550400" y="3041655"/>
              <a:ext cx="43200" cy="774690"/>
              <a:chOff x="3385929" y="4336972"/>
              <a:chExt cx="57150" cy="774690"/>
            </a:xfrm>
            <a:grpFill/>
          </p:grpSpPr>
          <p:sp>
            <p:nvSpPr>
              <p:cNvPr id="12" name="Rechteck: abgerundete Ecken 36">
                <a:extLst>
                  <a:ext uri="{FF2B5EF4-FFF2-40B4-BE49-F238E27FC236}">
                    <a16:creationId xmlns:a16="http://schemas.microsoft.com/office/drawing/2014/main" id="{78015731-9B29-5FD0-AD1B-1D41FEA2960F}"/>
                  </a:ext>
                </a:extLst>
              </p:cNvPr>
              <p:cNvSpPr/>
              <p:nvPr/>
            </p:nvSpPr>
            <p:spPr>
              <a:xfrm>
                <a:off x="3385929" y="433697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 sz="1417" dirty="0"/>
              </a:p>
            </p:txBody>
          </p:sp>
          <p:sp>
            <p:nvSpPr>
              <p:cNvPr id="13" name="Rechteck: abgerundete Ecken 37">
                <a:extLst>
                  <a:ext uri="{FF2B5EF4-FFF2-40B4-BE49-F238E27FC236}">
                    <a16:creationId xmlns:a16="http://schemas.microsoft.com/office/drawing/2014/main" id="{CE278698-16EA-3AD5-E7DB-026154B80789}"/>
                  </a:ext>
                </a:extLst>
              </p:cNvPr>
              <p:cNvSpPr/>
              <p:nvPr/>
            </p:nvSpPr>
            <p:spPr>
              <a:xfrm>
                <a:off x="3385929" y="489566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 sz="1417"/>
              </a:p>
            </p:txBody>
          </p:sp>
        </p:grpSp>
        <p:sp>
          <p:nvSpPr>
            <p:cNvPr id="8" name="Rechteck: abgerundete Ecken 32">
              <a:extLst>
                <a:ext uri="{FF2B5EF4-FFF2-40B4-BE49-F238E27FC236}">
                  <a16:creationId xmlns:a16="http://schemas.microsoft.com/office/drawing/2014/main" id="{9639CCD0-EC50-40FC-57FC-7DA346DB33CE}"/>
                </a:ext>
              </a:extLst>
            </p:cNvPr>
            <p:cNvSpPr/>
            <p:nvPr/>
          </p:nvSpPr>
          <p:spPr>
            <a:xfrm rot="2700000">
              <a:off x="4352873" y="3518528"/>
              <a:ext cx="43200" cy="216000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sz="1417"/>
            </a:p>
          </p:txBody>
        </p:sp>
        <p:grpSp>
          <p:nvGrpSpPr>
            <p:cNvPr id="9" name="Gruppieren 33">
              <a:extLst>
                <a:ext uri="{FF2B5EF4-FFF2-40B4-BE49-F238E27FC236}">
                  <a16:creationId xmlns:a16="http://schemas.microsoft.com/office/drawing/2014/main" id="{97C4A2A0-22F5-35C6-F876-90DF93AA2272}"/>
                </a:ext>
              </a:extLst>
            </p:cNvPr>
            <p:cNvGrpSpPr/>
            <p:nvPr/>
          </p:nvGrpSpPr>
          <p:grpSpPr>
            <a:xfrm rot="8100000">
              <a:off x="4550400" y="3041655"/>
              <a:ext cx="43200" cy="774690"/>
              <a:chOff x="3385929" y="4336972"/>
              <a:chExt cx="57150" cy="774690"/>
            </a:xfrm>
            <a:grpFill/>
          </p:grpSpPr>
          <p:sp>
            <p:nvSpPr>
              <p:cNvPr id="10" name="Rechteck: abgerundete Ecken 34">
                <a:extLst>
                  <a:ext uri="{FF2B5EF4-FFF2-40B4-BE49-F238E27FC236}">
                    <a16:creationId xmlns:a16="http://schemas.microsoft.com/office/drawing/2014/main" id="{60F5F2A2-025B-D08B-CC1C-71D221D38D2E}"/>
                  </a:ext>
                </a:extLst>
              </p:cNvPr>
              <p:cNvSpPr/>
              <p:nvPr/>
            </p:nvSpPr>
            <p:spPr>
              <a:xfrm>
                <a:off x="3385929" y="433697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 sz="1417" dirty="0"/>
              </a:p>
            </p:txBody>
          </p:sp>
          <p:sp>
            <p:nvSpPr>
              <p:cNvPr id="11" name="Rechteck: abgerundete Ecken 35">
                <a:extLst>
                  <a:ext uri="{FF2B5EF4-FFF2-40B4-BE49-F238E27FC236}">
                    <a16:creationId xmlns:a16="http://schemas.microsoft.com/office/drawing/2014/main" id="{F9E0AA27-5E9D-6702-5F7E-D9333F88E81B}"/>
                  </a:ext>
                </a:extLst>
              </p:cNvPr>
              <p:cNvSpPr/>
              <p:nvPr/>
            </p:nvSpPr>
            <p:spPr>
              <a:xfrm>
                <a:off x="3385929" y="489566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 sz="1417"/>
              </a:p>
            </p:txBody>
          </p:sp>
        </p:grpSp>
      </p:grpSp>
      <p:pic>
        <p:nvPicPr>
          <p:cNvPr id="16" name="Imagen 1" descr="Icono&#10;&#10;El contenido generado por IA puede ser incorrecto.">
            <a:extLst>
              <a:ext uri="{FF2B5EF4-FFF2-40B4-BE49-F238E27FC236}">
                <a16:creationId xmlns:a16="http://schemas.microsoft.com/office/drawing/2014/main" id="{16F33E34-1F11-ACF4-10F1-985138B59DE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5369" y="3446326"/>
            <a:ext cx="642183" cy="508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147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6512EBBB-592E-4489-8390-20CE0B1C9D96}"/>
              </a:ext>
            </a:extLst>
          </p:cNvPr>
          <p:cNvGrpSpPr>
            <a:grpSpLocks noChangeAspect="1"/>
          </p:cNvGrpSpPr>
          <p:nvPr/>
        </p:nvGrpSpPr>
        <p:grpSpPr>
          <a:xfrm>
            <a:off x="1044191" y="1029101"/>
            <a:ext cx="3684688" cy="2223471"/>
            <a:chOff x="1760400" y="1360800"/>
            <a:chExt cx="5619600" cy="3391047"/>
          </a:xfrm>
        </p:grpSpPr>
        <p:sp>
          <p:nvSpPr>
            <p:cNvPr id="24" name="Flussdiagramm: Verbinder 23">
              <a:extLst>
                <a:ext uri="{FF2B5EF4-FFF2-40B4-BE49-F238E27FC236}">
                  <a16:creationId xmlns:a16="http://schemas.microsoft.com/office/drawing/2014/main" id="{AF84C020-AC7E-46AF-993B-23902719D20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20000" y="13608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sz="1417" dirty="0"/>
            </a:p>
          </p:txBody>
        </p:sp>
        <p:sp>
          <p:nvSpPr>
            <p:cNvPr id="25" name="Flussdiagramm: Verbinder 24">
              <a:extLst>
                <a:ext uri="{FF2B5EF4-FFF2-40B4-BE49-F238E27FC236}">
                  <a16:creationId xmlns:a16="http://schemas.microsoft.com/office/drawing/2014/main" id="{60733E62-1BBC-43F2-83C7-13A629AD15B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760400" y="28368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sz="1417" dirty="0"/>
            </a:p>
          </p:txBody>
        </p:sp>
        <p:sp>
          <p:nvSpPr>
            <p:cNvPr id="26" name="Flussdiagramm: Verbinder 25">
              <a:extLst>
                <a:ext uri="{FF2B5EF4-FFF2-40B4-BE49-F238E27FC236}">
                  <a16:creationId xmlns:a16="http://schemas.microsoft.com/office/drawing/2014/main" id="{E080D76A-67BE-4272-84BB-6C085C875EB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03200" y="17640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sz="1417" dirty="0"/>
            </a:p>
          </p:txBody>
        </p:sp>
        <p:sp>
          <p:nvSpPr>
            <p:cNvPr id="27" name="Flussdiagramm: Verbinder 26">
              <a:extLst>
                <a:ext uri="{FF2B5EF4-FFF2-40B4-BE49-F238E27FC236}">
                  <a16:creationId xmlns:a16="http://schemas.microsoft.com/office/drawing/2014/main" id="{330242E0-78C7-46C4-A06C-682D599C481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33200" y="17640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sz="1417" dirty="0"/>
            </a:p>
          </p:txBody>
        </p:sp>
        <p:sp>
          <p:nvSpPr>
            <p:cNvPr id="28" name="Flussdiagramm: Verbinder 27">
              <a:extLst>
                <a:ext uri="{FF2B5EF4-FFF2-40B4-BE49-F238E27FC236}">
                  <a16:creationId xmlns:a16="http://schemas.microsoft.com/office/drawing/2014/main" id="{D4866A59-A30B-4FB5-8788-9748FDCE8E3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76000" y="28368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sz="1417" dirty="0"/>
            </a:p>
          </p:txBody>
        </p:sp>
        <p:sp>
          <p:nvSpPr>
            <p:cNvPr id="39" name="Flussdiagramm: Verbinder 38">
              <a:extLst>
                <a:ext uri="{FF2B5EF4-FFF2-40B4-BE49-F238E27FC236}">
                  <a16:creationId xmlns:a16="http://schemas.microsoft.com/office/drawing/2014/main" id="{44DBFDF3-2855-4105-B154-C2C269559DCB}"/>
                </a:ext>
              </a:extLst>
            </p:cNvPr>
            <p:cNvSpPr/>
            <p:nvPr/>
          </p:nvSpPr>
          <p:spPr>
            <a:xfrm>
              <a:off x="4392000" y="4391807"/>
              <a:ext cx="360000" cy="360040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sz="1417" dirty="0"/>
            </a:p>
          </p:txBody>
        </p:sp>
      </p:grpSp>
      <p:sp>
        <p:nvSpPr>
          <p:cNvPr id="60" name="Bogen 59">
            <a:extLst>
              <a:ext uri="{FF2B5EF4-FFF2-40B4-BE49-F238E27FC236}">
                <a16:creationId xmlns:a16="http://schemas.microsoft.com/office/drawing/2014/main" id="{1601BB81-A2E3-466B-AF5F-9B0963FA9653}"/>
              </a:ext>
            </a:extLst>
          </p:cNvPr>
          <p:cNvSpPr/>
          <p:nvPr/>
        </p:nvSpPr>
        <p:spPr>
          <a:xfrm rot="19345416" flipV="1">
            <a:off x="1722661" y="1350802"/>
            <a:ext cx="1070328" cy="2030603"/>
          </a:xfrm>
          <a:prstGeom prst="arc">
            <a:avLst>
              <a:gd name="adj1" fmla="val 16591373"/>
              <a:gd name="adj2" fmla="val 3902209"/>
            </a:avLst>
          </a:prstGeom>
          <a:ln w="41275">
            <a:solidFill>
              <a:schemeClr val="accent5">
                <a:lumMod val="60000"/>
                <a:lumOff val="40000"/>
              </a:schemeClr>
            </a:solidFill>
            <a:prstDash val="sysDot"/>
            <a:headEnd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AT" sz="1417" dirty="0"/>
          </a:p>
        </p:txBody>
      </p: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A71EEDD4-8244-46BF-8FCE-41553DBD78AF}"/>
              </a:ext>
            </a:extLst>
          </p:cNvPr>
          <p:cNvGrpSpPr>
            <a:grpSpLocks noChangeAspect="1"/>
          </p:cNvGrpSpPr>
          <p:nvPr/>
        </p:nvGrpSpPr>
        <p:grpSpPr>
          <a:xfrm>
            <a:off x="1830621" y="1008902"/>
            <a:ext cx="510973" cy="569147"/>
            <a:chOff x="4184655" y="1692997"/>
            <a:chExt cx="1906332" cy="2123348"/>
          </a:xfrm>
          <a:solidFill>
            <a:schemeClr val="accent5">
              <a:lumMod val="60000"/>
              <a:lumOff val="40000"/>
            </a:schemeClr>
          </a:solidFill>
        </p:grpSpPr>
        <p:pic>
          <p:nvPicPr>
            <p:cNvPr id="30" name="Grafik 29" descr="Bleistift mit einfarbiger Füllung">
              <a:extLst>
                <a:ext uri="{FF2B5EF4-FFF2-40B4-BE49-F238E27FC236}">
                  <a16:creationId xmlns:a16="http://schemas.microsoft.com/office/drawing/2014/main" id="{2D0C8C52-6BD9-4733-B738-57E61775E166}"/>
                </a:ext>
              </a:extLst>
            </p:cNvPr>
            <p:cNvPicPr preferRelativeResize="0"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21085753">
              <a:off x="4326104" y="1692997"/>
              <a:ext cx="1764883" cy="1764000"/>
            </a:xfrm>
            <a:prstGeom prst="rect">
              <a:avLst/>
            </a:prstGeom>
          </p:spPr>
        </p:pic>
        <p:grpSp>
          <p:nvGrpSpPr>
            <p:cNvPr id="31" name="Gruppieren 30">
              <a:extLst>
                <a:ext uri="{FF2B5EF4-FFF2-40B4-BE49-F238E27FC236}">
                  <a16:creationId xmlns:a16="http://schemas.microsoft.com/office/drawing/2014/main" id="{6099760B-1EB1-4E9D-AE6D-8FDABC5CEEF7}"/>
                </a:ext>
              </a:extLst>
            </p:cNvPr>
            <p:cNvGrpSpPr/>
            <p:nvPr/>
          </p:nvGrpSpPr>
          <p:grpSpPr>
            <a:xfrm>
              <a:off x="4550400" y="3041655"/>
              <a:ext cx="43200" cy="774690"/>
              <a:chOff x="3385929" y="4336972"/>
              <a:chExt cx="57150" cy="774690"/>
            </a:xfrm>
            <a:grpFill/>
          </p:grpSpPr>
          <p:sp>
            <p:nvSpPr>
              <p:cNvPr id="40" name="Rechteck: abgerundete Ecken 39">
                <a:extLst>
                  <a:ext uri="{FF2B5EF4-FFF2-40B4-BE49-F238E27FC236}">
                    <a16:creationId xmlns:a16="http://schemas.microsoft.com/office/drawing/2014/main" id="{84CC6F34-2AEC-4BEF-A829-71B0D2DA9ED0}"/>
                  </a:ext>
                </a:extLst>
              </p:cNvPr>
              <p:cNvSpPr/>
              <p:nvPr/>
            </p:nvSpPr>
            <p:spPr>
              <a:xfrm>
                <a:off x="3385929" y="433697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 sz="1417" dirty="0"/>
              </a:p>
            </p:txBody>
          </p:sp>
          <p:sp>
            <p:nvSpPr>
              <p:cNvPr id="58" name="Rechteck: abgerundete Ecken 57">
                <a:extLst>
                  <a:ext uri="{FF2B5EF4-FFF2-40B4-BE49-F238E27FC236}">
                    <a16:creationId xmlns:a16="http://schemas.microsoft.com/office/drawing/2014/main" id="{5878DB46-7950-4061-ACEC-44A643C4747C}"/>
                  </a:ext>
                </a:extLst>
              </p:cNvPr>
              <p:cNvSpPr/>
              <p:nvPr/>
            </p:nvSpPr>
            <p:spPr>
              <a:xfrm>
                <a:off x="3385929" y="489566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 sz="1417"/>
              </a:p>
            </p:txBody>
          </p:sp>
        </p:grpSp>
        <p:grpSp>
          <p:nvGrpSpPr>
            <p:cNvPr id="32" name="Gruppieren 31">
              <a:extLst>
                <a:ext uri="{FF2B5EF4-FFF2-40B4-BE49-F238E27FC236}">
                  <a16:creationId xmlns:a16="http://schemas.microsoft.com/office/drawing/2014/main" id="{836EF70E-E0CD-4A63-A94A-D6C7F495E9E3}"/>
                </a:ext>
              </a:extLst>
            </p:cNvPr>
            <p:cNvGrpSpPr/>
            <p:nvPr/>
          </p:nvGrpSpPr>
          <p:grpSpPr>
            <a:xfrm rot="5400000">
              <a:off x="4550400" y="3041655"/>
              <a:ext cx="43200" cy="774690"/>
              <a:chOff x="3385929" y="4336972"/>
              <a:chExt cx="57150" cy="774690"/>
            </a:xfrm>
            <a:grpFill/>
          </p:grpSpPr>
          <p:sp>
            <p:nvSpPr>
              <p:cNvPr id="37" name="Rechteck: abgerundete Ecken 36">
                <a:extLst>
                  <a:ext uri="{FF2B5EF4-FFF2-40B4-BE49-F238E27FC236}">
                    <a16:creationId xmlns:a16="http://schemas.microsoft.com/office/drawing/2014/main" id="{08D87260-F228-4B72-894C-F302A3E0F2CB}"/>
                  </a:ext>
                </a:extLst>
              </p:cNvPr>
              <p:cNvSpPr/>
              <p:nvPr/>
            </p:nvSpPr>
            <p:spPr>
              <a:xfrm>
                <a:off x="3385929" y="433697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 sz="1417" dirty="0"/>
              </a:p>
            </p:txBody>
          </p:sp>
          <p:sp>
            <p:nvSpPr>
              <p:cNvPr id="38" name="Rechteck: abgerundete Ecken 37">
                <a:extLst>
                  <a:ext uri="{FF2B5EF4-FFF2-40B4-BE49-F238E27FC236}">
                    <a16:creationId xmlns:a16="http://schemas.microsoft.com/office/drawing/2014/main" id="{EFBADE51-66A3-4794-929F-6F6FCB371AA2}"/>
                  </a:ext>
                </a:extLst>
              </p:cNvPr>
              <p:cNvSpPr/>
              <p:nvPr/>
            </p:nvSpPr>
            <p:spPr>
              <a:xfrm>
                <a:off x="3385929" y="489566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 sz="1417"/>
              </a:p>
            </p:txBody>
          </p:sp>
        </p:grpSp>
        <p:sp>
          <p:nvSpPr>
            <p:cNvPr id="33" name="Rechteck: abgerundete Ecken 32">
              <a:extLst>
                <a:ext uri="{FF2B5EF4-FFF2-40B4-BE49-F238E27FC236}">
                  <a16:creationId xmlns:a16="http://schemas.microsoft.com/office/drawing/2014/main" id="{BEEA7E87-9D26-4049-9F4C-59EC9EDA2901}"/>
                </a:ext>
              </a:extLst>
            </p:cNvPr>
            <p:cNvSpPr/>
            <p:nvPr/>
          </p:nvSpPr>
          <p:spPr>
            <a:xfrm rot="2700000">
              <a:off x="4352873" y="3518528"/>
              <a:ext cx="43200" cy="216000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sz="1417"/>
            </a:p>
          </p:txBody>
        </p:sp>
        <p:grpSp>
          <p:nvGrpSpPr>
            <p:cNvPr id="34" name="Gruppieren 33">
              <a:extLst>
                <a:ext uri="{FF2B5EF4-FFF2-40B4-BE49-F238E27FC236}">
                  <a16:creationId xmlns:a16="http://schemas.microsoft.com/office/drawing/2014/main" id="{D654DC39-CD69-4DE7-A1DE-21787DCD1856}"/>
                </a:ext>
              </a:extLst>
            </p:cNvPr>
            <p:cNvGrpSpPr/>
            <p:nvPr/>
          </p:nvGrpSpPr>
          <p:grpSpPr>
            <a:xfrm rot="8100000">
              <a:off x="4550400" y="3041655"/>
              <a:ext cx="43200" cy="774690"/>
              <a:chOff x="3385929" y="4336972"/>
              <a:chExt cx="57150" cy="774690"/>
            </a:xfrm>
            <a:grpFill/>
          </p:grpSpPr>
          <p:sp>
            <p:nvSpPr>
              <p:cNvPr id="35" name="Rechteck: abgerundete Ecken 34">
                <a:extLst>
                  <a:ext uri="{FF2B5EF4-FFF2-40B4-BE49-F238E27FC236}">
                    <a16:creationId xmlns:a16="http://schemas.microsoft.com/office/drawing/2014/main" id="{100EBDD0-2446-44EB-A468-91BB06BDFB3A}"/>
                  </a:ext>
                </a:extLst>
              </p:cNvPr>
              <p:cNvSpPr/>
              <p:nvPr/>
            </p:nvSpPr>
            <p:spPr>
              <a:xfrm>
                <a:off x="3385929" y="433697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 sz="1417" dirty="0"/>
              </a:p>
            </p:txBody>
          </p:sp>
          <p:sp>
            <p:nvSpPr>
              <p:cNvPr id="36" name="Rechteck: abgerundete Ecken 35">
                <a:extLst>
                  <a:ext uri="{FF2B5EF4-FFF2-40B4-BE49-F238E27FC236}">
                    <a16:creationId xmlns:a16="http://schemas.microsoft.com/office/drawing/2014/main" id="{56FB9627-05D7-4882-AB5B-84F5A1706FAC}"/>
                  </a:ext>
                </a:extLst>
              </p:cNvPr>
              <p:cNvSpPr/>
              <p:nvPr/>
            </p:nvSpPr>
            <p:spPr>
              <a:xfrm>
                <a:off x="3385929" y="489566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 sz="1417"/>
              </a:p>
            </p:txBody>
          </p:sp>
        </p:grpSp>
      </p:grpSp>
      <p:pic>
        <p:nvPicPr>
          <p:cNvPr id="2" name="Imagen 1" descr="Icono&#10;&#10;El contenido generado por IA puede ser incorrecto.">
            <a:extLst>
              <a:ext uri="{FF2B5EF4-FFF2-40B4-BE49-F238E27FC236}">
                <a16:creationId xmlns:a16="http://schemas.microsoft.com/office/drawing/2014/main" id="{C53304EA-59B5-4D0A-7881-024C76ECBE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85" y="1335808"/>
            <a:ext cx="642183" cy="508494"/>
          </a:xfrm>
          <a:prstGeom prst="rect">
            <a:avLst/>
          </a:prstGeom>
        </p:spPr>
      </p:pic>
      <p:sp>
        <p:nvSpPr>
          <p:cNvPr id="3" name="Freihandform: Form 66">
            <a:extLst>
              <a:ext uri="{FF2B5EF4-FFF2-40B4-BE49-F238E27FC236}">
                <a16:creationId xmlns:a16="http://schemas.microsoft.com/office/drawing/2014/main" id="{92950A3E-3B04-945A-7E17-35DFA1E39069}"/>
              </a:ext>
            </a:extLst>
          </p:cNvPr>
          <p:cNvSpPr/>
          <p:nvPr/>
        </p:nvSpPr>
        <p:spPr>
          <a:xfrm rot="14305017">
            <a:off x="1217401" y="1553779"/>
            <a:ext cx="2324914" cy="1426407"/>
          </a:xfrm>
          <a:custGeom>
            <a:avLst/>
            <a:gdLst>
              <a:gd name="connsiteX0" fmla="*/ 647700 w 742950"/>
              <a:gd name="connsiteY0" fmla="*/ 171450 h 504825"/>
              <a:gd name="connsiteX1" fmla="*/ 625793 w 742950"/>
              <a:gd name="connsiteY1" fmla="*/ 174308 h 504825"/>
              <a:gd name="connsiteX2" fmla="*/ 628650 w 742950"/>
              <a:gd name="connsiteY2" fmla="*/ 152400 h 504825"/>
              <a:gd name="connsiteX3" fmla="*/ 533400 w 742950"/>
              <a:gd name="connsiteY3" fmla="*/ 57150 h 504825"/>
              <a:gd name="connsiteX4" fmla="*/ 474345 w 742950"/>
              <a:gd name="connsiteY4" fmla="*/ 77153 h 504825"/>
              <a:gd name="connsiteX5" fmla="*/ 381000 w 742950"/>
              <a:gd name="connsiteY5" fmla="*/ 0 h 504825"/>
              <a:gd name="connsiteX6" fmla="*/ 288608 w 742950"/>
              <a:gd name="connsiteY6" fmla="*/ 71438 h 504825"/>
              <a:gd name="connsiteX7" fmla="*/ 209550 w 742950"/>
              <a:gd name="connsiteY7" fmla="*/ 28575 h 504825"/>
              <a:gd name="connsiteX8" fmla="*/ 114300 w 742950"/>
              <a:gd name="connsiteY8" fmla="*/ 123825 h 504825"/>
              <a:gd name="connsiteX9" fmla="*/ 117157 w 742950"/>
              <a:gd name="connsiteY9" fmla="*/ 145733 h 504825"/>
              <a:gd name="connsiteX10" fmla="*/ 95250 w 742950"/>
              <a:gd name="connsiteY10" fmla="*/ 142875 h 504825"/>
              <a:gd name="connsiteX11" fmla="*/ 0 w 742950"/>
              <a:gd name="connsiteY11" fmla="*/ 238125 h 504825"/>
              <a:gd name="connsiteX12" fmla="*/ 95250 w 742950"/>
              <a:gd name="connsiteY12" fmla="*/ 333375 h 504825"/>
              <a:gd name="connsiteX13" fmla="*/ 96203 w 742950"/>
              <a:gd name="connsiteY13" fmla="*/ 333375 h 504825"/>
              <a:gd name="connsiteX14" fmla="*/ 190500 w 742950"/>
              <a:gd name="connsiteY14" fmla="*/ 419100 h 504825"/>
              <a:gd name="connsiteX15" fmla="*/ 248602 w 742950"/>
              <a:gd name="connsiteY15" fmla="*/ 399098 h 504825"/>
              <a:gd name="connsiteX16" fmla="*/ 247650 w 742950"/>
              <a:gd name="connsiteY16" fmla="*/ 409575 h 504825"/>
              <a:gd name="connsiteX17" fmla="*/ 342900 w 742950"/>
              <a:gd name="connsiteY17" fmla="*/ 504825 h 504825"/>
              <a:gd name="connsiteX18" fmla="*/ 438150 w 742950"/>
              <a:gd name="connsiteY18" fmla="*/ 418148 h 504825"/>
              <a:gd name="connsiteX19" fmla="*/ 514350 w 742950"/>
              <a:gd name="connsiteY19" fmla="*/ 457200 h 504825"/>
              <a:gd name="connsiteX20" fmla="*/ 609600 w 742950"/>
              <a:gd name="connsiteY20" fmla="*/ 361950 h 504825"/>
              <a:gd name="connsiteX21" fmla="*/ 609600 w 742950"/>
              <a:gd name="connsiteY21" fmla="*/ 353378 h 504825"/>
              <a:gd name="connsiteX22" fmla="*/ 647700 w 742950"/>
              <a:gd name="connsiteY22" fmla="*/ 361950 h 504825"/>
              <a:gd name="connsiteX23" fmla="*/ 742950 w 742950"/>
              <a:gd name="connsiteY23" fmla="*/ 266700 h 504825"/>
              <a:gd name="connsiteX24" fmla="*/ 647700 w 742950"/>
              <a:gd name="connsiteY24" fmla="*/ 171450 h 5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742950" h="504825">
                <a:moveTo>
                  <a:pt x="647700" y="171450"/>
                </a:moveTo>
                <a:cubicBezTo>
                  <a:pt x="640080" y="171450"/>
                  <a:pt x="633413" y="172403"/>
                  <a:pt x="625793" y="174308"/>
                </a:cubicBezTo>
                <a:cubicBezTo>
                  <a:pt x="627698" y="167640"/>
                  <a:pt x="628650" y="160020"/>
                  <a:pt x="628650" y="152400"/>
                </a:cubicBezTo>
                <a:cubicBezTo>
                  <a:pt x="628650" y="100013"/>
                  <a:pt x="585788" y="57150"/>
                  <a:pt x="533400" y="57150"/>
                </a:cubicBezTo>
                <a:cubicBezTo>
                  <a:pt x="511493" y="57150"/>
                  <a:pt x="490538" y="64770"/>
                  <a:pt x="474345" y="77153"/>
                </a:cubicBezTo>
                <a:cubicBezTo>
                  <a:pt x="466725" y="33338"/>
                  <a:pt x="427673" y="0"/>
                  <a:pt x="381000" y="0"/>
                </a:cubicBezTo>
                <a:cubicBezTo>
                  <a:pt x="337185" y="0"/>
                  <a:pt x="300038" y="30480"/>
                  <a:pt x="288608" y="71438"/>
                </a:cubicBezTo>
                <a:cubicBezTo>
                  <a:pt x="271463" y="45720"/>
                  <a:pt x="242888" y="28575"/>
                  <a:pt x="209550" y="28575"/>
                </a:cubicBezTo>
                <a:cubicBezTo>
                  <a:pt x="157163" y="28575"/>
                  <a:pt x="114300" y="71438"/>
                  <a:pt x="114300" y="123825"/>
                </a:cubicBezTo>
                <a:cubicBezTo>
                  <a:pt x="114300" y="131445"/>
                  <a:pt x="115253" y="138113"/>
                  <a:pt x="117157" y="145733"/>
                </a:cubicBezTo>
                <a:cubicBezTo>
                  <a:pt x="109538" y="143828"/>
                  <a:pt x="102870" y="142875"/>
                  <a:pt x="95250" y="142875"/>
                </a:cubicBezTo>
                <a:cubicBezTo>
                  <a:pt x="42863" y="142875"/>
                  <a:pt x="0" y="185738"/>
                  <a:pt x="0" y="238125"/>
                </a:cubicBezTo>
                <a:cubicBezTo>
                  <a:pt x="0" y="290513"/>
                  <a:pt x="42863" y="333375"/>
                  <a:pt x="95250" y="333375"/>
                </a:cubicBezTo>
                <a:cubicBezTo>
                  <a:pt x="95250" y="333375"/>
                  <a:pt x="95250" y="333375"/>
                  <a:pt x="96203" y="333375"/>
                </a:cubicBezTo>
                <a:cubicBezTo>
                  <a:pt x="100965" y="381953"/>
                  <a:pt x="141923" y="419100"/>
                  <a:pt x="190500" y="419100"/>
                </a:cubicBezTo>
                <a:cubicBezTo>
                  <a:pt x="212408" y="419100"/>
                  <a:pt x="232410" y="411480"/>
                  <a:pt x="248602" y="399098"/>
                </a:cubicBezTo>
                <a:cubicBezTo>
                  <a:pt x="248602" y="401955"/>
                  <a:pt x="247650" y="405765"/>
                  <a:pt x="247650" y="409575"/>
                </a:cubicBezTo>
                <a:cubicBezTo>
                  <a:pt x="247650" y="461963"/>
                  <a:pt x="290513" y="504825"/>
                  <a:pt x="342900" y="504825"/>
                </a:cubicBezTo>
                <a:cubicBezTo>
                  <a:pt x="392430" y="504825"/>
                  <a:pt x="433388" y="466725"/>
                  <a:pt x="438150" y="418148"/>
                </a:cubicBezTo>
                <a:cubicBezTo>
                  <a:pt x="455295" y="441960"/>
                  <a:pt x="482918" y="457200"/>
                  <a:pt x="514350" y="457200"/>
                </a:cubicBezTo>
                <a:cubicBezTo>
                  <a:pt x="566738" y="457200"/>
                  <a:pt x="609600" y="414338"/>
                  <a:pt x="609600" y="361950"/>
                </a:cubicBezTo>
                <a:cubicBezTo>
                  <a:pt x="609600" y="359093"/>
                  <a:pt x="609600" y="356235"/>
                  <a:pt x="609600" y="353378"/>
                </a:cubicBezTo>
                <a:cubicBezTo>
                  <a:pt x="621030" y="358140"/>
                  <a:pt x="634365" y="361950"/>
                  <a:pt x="647700" y="361950"/>
                </a:cubicBezTo>
                <a:cubicBezTo>
                  <a:pt x="700088" y="361950"/>
                  <a:pt x="742950" y="319088"/>
                  <a:pt x="742950" y="266700"/>
                </a:cubicBezTo>
                <a:cubicBezTo>
                  <a:pt x="742950" y="214313"/>
                  <a:pt x="700088" y="171450"/>
                  <a:pt x="647700" y="171450"/>
                </a:cubicBezTo>
                <a:close/>
              </a:path>
            </a:pathLst>
          </a:custGeom>
          <a:noFill/>
          <a:ln w="19050" cap="flat">
            <a:solidFill>
              <a:schemeClr val="accent5">
                <a:lumMod val="60000"/>
                <a:lumOff val="4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de-AT" sz="1417" dirty="0"/>
          </a:p>
        </p:txBody>
      </p:sp>
    </p:spTree>
    <p:extLst>
      <p:ext uri="{BB962C8B-B14F-4D97-AF65-F5344CB8AC3E}">
        <p14:creationId xmlns:p14="http://schemas.microsoft.com/office/powerpoint/2010/main" val="38908626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F7A34824-A355-4C9E-8F3D-C20C47CCD925}"/>
              </a:ext>
            </a:extLst>
          </p:cNvPr>
          <p:cNvGrpSpPr>
            <a:grpSpLocks noChangeAspect="1"/>
          </p:cNvGrpSpPr>
          <p:nvPr/>
        </p:nvGrpSpPr>
        <p:grpSpPr>
          <a:xfrm>
            <a:off x="1044191" y="1029101"/>
            <a:ext cx="3684688" cy="2223471"/>
            <a:chOff x="1760400" y="1360800"/>
            <a:chExt cx="5619600" cy="3391047"/>
          </a:xfrm>
        </p:grpSpPr>
        <p:sp>
          <p:nvSpPr>
            <p:cNvPr id="23" name="Flussdiagramm: Verbinder 22">
              <a:extLst>
                <a:ext uri="{FF2B5EF4-FFF2-40B4-BE49-F238E27FC236}">
                  <a16:creationId xmlns:a16="http://schemas.microsoft.com/office/drawing/2014/main" id="{5DD9E286-8471-4235-9D04-4DCAC339EF7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20000" y="13608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sz="1417" dirty="0"/>
            </a:p>
          </p:txBody>
        </p:sp>
        <p:sp>
          <p:nvSpPr>
            <p:cNvPr id="24" name="Flussdiagramm: Verbinder 23">
              <a:extLst>
                <a:ext uri="{FF2B5EF4-FFF2-40B4-BE49-F238E27FC236}">
                  <a16:creationId xmlns:a16="http://schemas.microsoft.com/office/drawing/2014/main" id="{ECAB8C60-F5C5-47D1-96EC-168766361FA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760400" y="28368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sz="1417" dirty="0"/>
            </a:p>
          </p:txBody>
        </p:sp>
        <p:sp>
          <p:nvSpPr>
            <p:cNvPr id="25" name="Flussdiagramm: Verbinder 24">
              <a:extLst>
                <a:ext uri="{FF2B5EF4-FFF2-40B4-BE49-F238E27FC236}">
                  <a16:creationId xmlns:a16="http://schemas.microsoft.com/office/drawing/2014/main" id="{13EA3628-BDDD-479D-A98A-AA2C05AAB30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03200" y="17640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sz="1417" dirty="0"/>
            </a:p>
          </p:txBody>
        </p:sp>
        <p:sp>
          <p:nvSpPr>
            <p:cNvPr id="26" name="Flussdiagramm: Verbinder 25">
              <a:extLst>
                <a:ext uri="{FF2B5EF4-FFF2-40B4-BE49-F238E27FC236}">
                  <a16:creationId xmlns:a16="http://schemas.microsoft.com/office/drawing/2014/main" id="{C70531F0-A862-4D04-AF17-D874EEA4D5E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33200" y="17640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sz="1417" dirty="0"/>
            </a:p>
          </p:txBody>
        </p:sp>
        <p:sp>
          <p:nvSpPr>
            <p:cNvPr id="27" name="Flussdiagramm: Verbinder 26">
              <a:extLst>
                <a:ext uri="{FF2B5EF4-FFF2-40B4-BE49-F238E27FC236}">
                  <a16:creationId xmlns:a16="http://schemas.microsoft.com/office/drawing/2014/main" id="{77D303B4-6A72-470F-930A-A12C75422FF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76000" y="28368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sz="1417" dirty="0"/>
            </a:p>
          </p:txBody>
        </p:sp>
        <p:sp>
          <p:nvSpPr>
            <p:cNvPr id="28" name="Flussdiagramm: Verbinder 27">
              <a:extLst>
                <a:ext uri="{FF2B5EF4-FFF2-40B4-BE49-F238E27FC236}">
                  <a16:creationId xmlns:a16="http://schemas.microsoft.com/office/drawing/2014/main" id="{7FED837C-6422-48C5-8437-8F9582352B6A}"/>
                </a:ext>
              </a:extLst>
            </p:cNvPr>
            <p:cNvSpPr/>
            <p:nvPr/>
          </p:nvSpPr>
          <p:spPr>
            <a:xfrm>
              <a:off x="4392000" y="4391807"/>
              <a:ext cx="360000" cy="360040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sz="1417" dirty="0"/>
            </a:p>
          </p:txBody>
        </p:sp>
      </p:grpSp>
      <p:sp>
        <p:nvSpPr>
          <p:cNvPr id="58" name="Bogen 57">
            <a:extLst>
              <a:ext uri="{FF2B5EF4-FFF2-40B4-BE49-F238E27FC236}">
                <a16:creationId xmlns:a16="http://schemas.microsoft.com/office/drawing/2014/main" id="{9699A8F3-A54F-407F-9550-9AA7F7348300}"/>
              </a:ext>
            </a:extLst>
          </p:cNvPr>
          <p:cNvSpPr/>
          <p:nvPr/>
        </p:nvSpPr>
        <p:spPr>
          <a:xfrm rot="9337979" flipH="1" flipV="1">
            <a:off x="1764260" y="1391669"/>
            <a:ext cx="1002481" cy="2073269"/>
          </a:xfrm>
          <a:prstGeom prst="arc">
            <a:avLst>
              <a:gd name="adj1" fmla="val 16591373"/>
              <a:gd name="adj2" fmla="val 3902209"/>
            </a:avLst>
          </a:prstGeom>
          <a:ln w="41275">
            <a:solidFill>
              <a:schemeClr val="accent5">
                <a:lumMod val="60000"/>
                <a:lumOff val="40000"/>
              </a:schemeClr>
            </a:solidFill>
            <a:prstDash val="sysDot"/>
            <a:headEnd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AT" sz="1417" dirty="0"/>
          </a:p>
        </p:txBody>
      </p:sp>
      <p:grpSp>
        <p:nvGrpSpPr>
          <p:cNvPr id="3" name="Gruppieren 27">
            <a:extLst>
              <a:ext uri="{FF2B5EF4-FFF2-40B4-BE49-F238E27FC236}">
                <a16:creationId xmlns:a16="http://schemas.microsoft.com/office/drawing/2014/main" id="{6A0978D4-036F-913B-6144-BE73EC6D6901}"/>
              </a:ext>
            </a:extLst>
          </p:cNvPr>
          <p:cNvGrpSpPr>
            <a:grpSpLocks noChangeAspect="1"/>
          </p:cNvGrpSpPr>
          <p:nvPr/>
        </p:nvGrpSpPr>
        <p:grpSpPr>
          <a:xfrm>
            <a:off x="2783931" y="2673419"/>
            <a:ext cx="510973" cy="569147"/>
            <a:chOff x="4184655" y="1692997"/>
            <a:chExt cx="1906332" cy="2123348"/>
          </a:xfrm>
          <a:solidFill>
            <a:schemeClr val="accent5">
              <a:lumMod val="60000"/>
              <a:lumOff val="40000"/>
            </a:schemeClr>
          </a:solidFill>
        </p:grpSpPr>
        <p:pic>
          <p:nvPicPr>
            <p:cNvPr id="4" name="Grafik 29" descr="Bleistift mit einfarbiger Füllung">
              <a:extLst>
                <a:ext uri="{FF2B5EF4-FFF2-40B4-BE49-F238E27FC236}">
                  <a16:creationId xmlns:a16="http://schemas.microsoft.com/office/drawing/2014/main" id="{8DFE2DFE-40E3-4E2D-BC8F-0944E9DDD58C}"/>
                </a:ext>
              </a:extLst>
            </p:cNvPr>
            <p:cNvPicPr preferRelativeResize="0"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21085753">
              <a:off x="4326104" y="1692997"/>
              <a:ext cx="1764883" cy="1764000"/>
            </a:xfrm>
            <a:prstGeom prst="rect">
              <a:avLst/>
            </a:prstGeom>
          </p:spPr>
        </p:pic>
        <p:grpSp>
          <p:nvGrpSpPr>
            <p:cNvPr id="5" name="Gruppieren 30">
              <a:extLst>
                <a:ext uri="{FF2B5EF4-FFF2-40B4-BE49-F238E27FC236}">
                  <a16:creationId xmlns:a16="http://schemas.microsoft.com/office/drawing/2014/main" id="{5FD44CCB-8736-BA14-FF06-B64C7CF3678B}"/>
                </a:ext>
              </a:extLst>
            </p:cNvPr>
            <p:cNvGrpSpPr/>
            <p:nvPr/>
          </p:nvGrpSpPr>
          <p:grpSpPr>
            <a:xfrm>
              <a:off x="4550400" y="3041655"/>
              <a:ext cx="43200" cy="774690"/>
              <a:chOff x="3385929" y="4336972"/>
              <a:chExt cx="57150" cy="774690"/>
            </a:xfrm>
            <a:grpFill/>
          </p:grpSpPr>
          <p:sp>
            <p:nvSpPr>
              <p:cNvPr id="13" name="Rechteck: abgerundete Ecken 38">
                <a:extLst>
                  <a:ext uri="{FF2B5EF4-FFF2-40B4-BE49-F238E27FC236}">
                    <a16:creationId xmlns:a16="http://schemas.microsoft.com/office/drawing/2014/main" id="{8575C0F0-DD68-29E4-8727-0342429EC396}"/>
                  </a:ext>
                </a:extLst>
              </p:cNvPr>
              <p:cNvSpPr/>
              <p:nvPr/>
            </p:nvSpPr>
            <p:spPr>
              <a:xfrm>
                <a:off x="3385929" y="433697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 sz="1417" dirty="0"/>
              </a:p>
            </p:txBody>
          </p:sp>
          <p:sp>
            <p:nvSpPr>
              <p:cNvPr id="14" name="Rechteck: abgerundete Ecken 48">
                <a:extLst>
                  <a:ext uri="{FF2B5EF4-FFF2-40B4-BE49-F238E27FC236}">
                    <a16:creationId xmlns:a16="http://schemas.microsoft.com/office/drawing/2014/main" id="{9B070484-91CC-B378-E8EC-2ADBDCED09F4}"/>
                  </a:ext>
                </a:extLst>
              </p:cNvPr>
              <p:cNvSpPr/>
              <p:nvPr/>
            </p:nvSpPr>
            <p:spPr>
              <a:xfrm>
                <a:off x="3385929" y="489566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 sz="1417"/>
              </a:p>
            </p:txBody>
          </p:sp>
        </p:grpSp>
        <p:grpSp>
          <p:nvGrpSpPr>
            <p:cNvPr id="6" name="Gruppieren 31">
              <a:extLst>
                <a:ext uri="{FF2B5EF4-FFF2-40B4-BE49-F238E27FC236}">
                  <a16:creationId xmlns:a16="http://schemas.microsoft.com/office/drawing/2014/main" id="{C596A8B1-97BA-839F-AA2A-5FF0167A885A}"/>
                </a:ext>
              </a:extLst>
            </p:cNvPr>
            <p:cNvGrpSpPr/>
            <p:nvPr/>
          </p:nvGrpSpPr>
          <p:grpSpPr>
            <a:xfrm rot="5400000">
              <a:off x="4550400" y="3041655"/>
              <a:ext cx="43200" cy="774690"/>
              <a:chOff x="3385929" y="4336972"/>
              <a:chExt cx="57150" cy="774690"/>
            </a:xfrm>
            <a:grpFill/>
          </p:grpSpPr>
          <p:sp>
            <p:nvSpPr>
              <p:cNvPr id="11" name="Rechteck: abgerundete Ecken 36">
                <a:extLst>
                  <a:ext uri="{FF2B5EF4-FFF2-40B4-BE49-F238E27FC236}">
                    <a16:creationId xmlns:a16="http://schemas.microsoft.com/office/drawing/2014/main" id="{CA81215F-4075-DE8A-3576-7CB0D3857171}"/>
                  </a:ext>
                </a:extLst>
              </p:cNvPr>
              <p:cNvSpPr/>
              <p:nvPr/>
            </p:nvSpPr>
            <p:spPr>
              <a:xfrm>
                <a:off x="3385929" y="433697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 sz="1417" dirty="0"/>
              </a:p>
            </p:txBody>
          </p:sp>
          <p:sp>
            <p:nvSpPr>
              <p:cNvPr id="12" name="Rechteck: abgerundete Ecken 37">
                <a:extLst>
                  <a:ext uri="{FF2B5EF4-FFF2-40B4-BE49-F238E27FC236}">
                    <a16:creationId xmlns:a16="http://schemas.microsoft.com/office/drawing/2014/main" id="{8D9B8974-5A1E-8CB8-36BE-A02E2AD08CFD}"/>
                  </a:ext>
                </a:extLst>
              </p:cNvPr>
              <p:cNvSpPr/>
              <p:nvPr/>
            </p:nvSpPr>
            <p:spPr>
              <a:xfrm>
                <a:off x="3385929" y="489566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 sz="1417"/>
              </a:p>
            </p:txBody>
          </p:sp>
        </p:grpSp>
        <p:sp>
          <p:nvSpPr>
            <p:cNvPr id="7" name="Rechteck: abgerundete Ecken 32">
              <a:extLst>
                <a:ext uri="{FF2B5EF4-FFF2-40B4-BE49-F238E27FC236}">
                  <a16:creationId xmlns:a16="http://schemas.microsoft.com/office/drawing/2014/main" id="{F9436E41-9CE1-9E46-7E0B-2A7CF9D7AC12}"/>
                </a:ext>
              </a:extLst>
            </p:cNvPr>
            <p:cNvSpPr/>
            <p:nvPr/>
          </p:nvSpPr>
          <p:spPr>
            <a:xfrm rot="2700000">
              <a:off x="4352873" y="3518528"/>
              <a:ext cx="43200" cy="216000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sz="1417"/>
            </a:p>
          </p:txBody>
        </p:sp>
        <p:grpSp>
          <p:nvGrpSpPr>
            <p:cNvPr id="8" name="Gruppieren 33">
              <a:extLst>
                <a:ext uri="{FF2B5EF4-FFF2-40B4-BE49-F238E27FC236}">
                  <a16:creationId xmlns:a16="http://schemas.microsoft.com/office/drawing/2014/main" id="{0F1CB5B6-4EDA-0061-D873-26FC2BC500C5}"/>
                </a:ext>
              </a:extLst>
            </p:cNvPr>
            <p:cNvGrpSpPr/>
            <p:nvPr/>
          </p:nvGrpSpPr>
          <p:grpSpPr>
            <a:xfrm rot="8100000">
              <a:off x="4550400" y="3041655"/>
              <a:ext cx="43200" cy="774690"/>
              <a:chOff x="3385929" y="4336972"/>
              <a:chExt cx="57150" cy="774690"/>
            </a:xfrm>
            <a:grpFill/>
          </p:grpSpPr>
          <p:sp>
            <p:nvSpPr>
              <p:cNvPr id="9" name="Rechteck: abgerundete Ecken 34">
                <a:extLst>
                  <a:ext uri="{FF2B5EF4-FFF2-40B4-BE49-F238E27FC236}">
                    <a16:creationId xmlns:a16="http://schemas.microsoft.com/office/drawing/2014/main" id="{49392F15-4435-73EA-FB1D-46CD2AF03D21}"/>
                  </a:ext>
                </a:extLst>
              </p:cNvPr>
              <p:cNvSpPr/>
              <p:nvPr/>
            </p:nvSpPr>
            <p:spPr>
              <a:xfrm>
                <a:off x="3385929" y="433697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 sz="1417" dirty="0"/>
              </a:p>
            </p:txBody>
          </p:sp>
          <p:sp>
            <p:nvSpPr>
              <p:cNvPr id="10" name="Rechteck: abgerundete Ecken 35">
                <a:extLst>
                  <a:ext uri="{FF2B5EF4-FFF2-40B4-BE49-F238E27FC236}">
                    <a16:creationId xmlns:a16="http://schemas.microsoft.com/office/drawing/2014/main" id="{813ADE54-A446-46EE-7F9A-09F809DCEAE9}"/>
                  </a:ext>
                </a:extLst>
              </p:cNvPr>
              <p:cNvSpPr/>
              <p:nvPr/>
            </p:nvSpPr>
            <p:spPr>
              <a:xfrm>
                <a:off x="3385929" y="489566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 sz="1417"/>
              </a:p>
            </p:txBody>
          </p:sp>
        </p:grpSp>
      </p:grpSp>
      <p:sp>
        <p:nvSpPr>
          <p:cNvPr id="15" name="Freihandform: Form 66">
            <a:extLst>
              <a:ext uri="{FF2B5EF4-FFF2-40B4-BE49-F238E27FC236}">
                <a16:creationId xmlns:a16="http://schemas.microsoft.com/office/drawing/2014/main" id="{3FF036C8-AD20-4665-3477-14EE0B1EB24A}"/>
              </a:ext>
            </a:extLst>
          </p:cNvPr>
          <p:cNvSpPr/>
          <p:nvPr/>
        </p:nvSpPr>
        <p:spPr>
          <a:xfrm rot="14305017">
            <a:off x="1217401" y="1553779"/>
            <a:ext cx="2324914" cy="1426407"/>
          </a:xfrm>
          <a:custGeom>
            <a:avLst/>
            <a:gdLst>
              <a:gd name="connsiteX0" fmla="*/ 647700 w 742950"/>
              <a:gd name="connsiteY0" fmla="*/ 171450 h 504825"/>
              <a:gd name="connsiteX1" fmla="*/ 625793 w 742950"/>
              <a:gd name="connsiteY1" fmla="*/ 174308 h 504825"/>
              <a:gd name="connsiteX2" fmla="*/ 628650 w 742950"/>
              <a:gd name="connsiteY2" fmla="*/ 152400 h 504825"/>
              <a:gd name="connsiteX3" fmla="*/ 533400 w 742950"/>
              <a:gd name="connsiteY3" fmla="*/ 57150 h 504825"/>
              <a:gd name="connsiteX4" fmla="*/ 474345 w 742950"/>
              <a:gd name="connsiteY4" fmla="*/ 77153 h 504825"/>
              <a:gd name="connsiteX5" fmla="*/ 381000 w 742950"/>
              <a:gd name="connsiteY5" fmla="*/ 0 h 504825"/>
              <a:gd name="connsiteX6" fmla="*/ 288608 w 742950"/>
              <a:gd name="connsiteY6" fmla="*/ 71438 h 504825"/>
              <a:gd name="connsiteX7" fmla="*/ 209550 w 742950"/>
              <a:gd name="connsiteY7" fmla="*/ 28575 h 504825"/>
              <a:gd name="connsiteX8" fmla="*/ 114300 w 742950"/>
              <a:gd name="connsiteY8" fmla="*/ 123825 h 504825"/>
              <a:gd name="connsiteX9" fmla="*/ 117157 w 742950"/>
              <a:gd name="connsiteY9" fmla="*/ 145733 h 504825"/>
              <a:gd name="connsiteX10" fmla="*/ 95250 w 742950"/>
              <a:gd name="connsiteY10" fmla="*/ 142875 h 504825"/>
              <a:gd name="connsiteX11" fmla="*/ 0 w 742950"/>
              <a:gd name="connsiteY11" fmla="*/ 238125 h 504825"/>
              <a:gd name="connsiteX12" fmla="*/ 95250 w 742950"/>
              <a:gd name="connsiteY12" fmla="*/ 333375 h 504825"/>
              <a:gd name="connsiteX13" fmla="*/ 96203 w 742950"/>
              <a:gd name="connsiteY13" fmla="*/ 333375 h 504825"/>
              <a:gd name="connsiteX14" fmla="*/ 190500 w 742950"/>
              <a:gd name="connsiteY14" fmla="*/ 419100 h 504825"/>
              <a:gd name="connsiteX15" fmla="*/ 248602 w 742950"/>
              <a:gd name="connsiteY15" fmla="*/ 399098 h 504825"/>
              <a:gd name="connsiteX16" fmla="*/ 247650 w 742950"/>
              <a:gd name="connsiteY16" fmla="*/ 409575 h 504825"/>
              <a:gd name="connsiteX17" fmla="*/ 342900 w 742950"/>
              <a:gd name="connsiteY17" fmla="*/ 504825 h 504825"/>
              <a:gd name="connsiteX18" fmla="*/ 438150 w 742950"/>
              <a:gd name="connsiteY18" fmla="*/ 418148 h 504825"/>
              <a:gd name="connsiteX19" fmla="*/ 514350 w 742950"/>
              <a:gd name="connsiteY19" fmla="*/ 457200 h 504825"/>
              <a:gd name="connsiteX20" fmla="*/ 609600 w 742950"/>
              <a:gd name="connsiteY20" fmla="*/ 361950 h 504825"/>
              <a:gd name="connsiteX21" fmla="*/ 609600 w 742950"/>
              <a:gd name="connsiteY21" fmla="*/ 353378 h 504825"/>
              <a:gd name="connsiteX22" fmla="*/ 647700 w 742950"/>
              <a:gd name="connsiteY22" fmla="*/ 361950 h 504825"/>
              <a:gd name="connsiteX23" fmla="*/ 742950 w 742950"/>
              <a:gd name="connsiteY23" fmla="*/ 266700 h 504825"/>
              <a:gd name="connsiteX24" fmla="*/ 647700 w 742950"/>
              <a:gd name="connsiteY24" fmla="*/ 171450 h 5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742950" h="504825">
                <a:moveTo>
                  <a:pt x="647700" y="171450"/>
                </a:moveTo>
                <a:cubicBezTo>
                  <a:pt x="640080" y="171450"/>
                  <a:pt x="633413" y="172403"/>
                  <a:pt x="625793" y="174308"/>
                </a:cubicBezTo>
                <a:cubicBezTo>
                  <a:pt x="627698" y="167640"/>
                  <a:pt x="628650" y="160020"/>
                  <a:pt x="628650" y="152400"/>
                </a:cubicBezTo>
                <a:cubicBezTo>
                  <a:pt x="628650" y="100013"/>
                  <a:pt x="585788" y="57150"/>
                  <a:pt x="533400" y="57150"/>
                </a:cubicBezTo>
                <a:cubicBezTo>
                  <a:pt x="511493" y="57150"/>
                  <a:pt x="490538" y="64770"/>
                  <a:pt x="474345" y="77153"/>
                </a:cubicBezTo>
                <a:cubicBezTo>
                  <a:pt x="466725" y="33338"/>
                  <a:pt x="427673" y="0"/>
                  <a:pt x="381000" y="0"/>
                </a:cubicBezTo>
                <a:cubicBezTo>
                  <a:pt x="337185" y="0"/>
                  <a:pt x="300038" y="30480"/>
                  <a:pt x="288608" y="71438"/>
                </a:cubicBezTo>
                <a:cubicBezTo>
                  <a:pt x="271463" y="45720"/>
                  <a:pt x="242888" y="28575"/>
                  <a:pt x="209550" y="28575"/>
                </a:cubicBezTo>
                <a:cubicBezTo>
                  <a:pt x="157163" y="28575"/>
                  <a:pt x="114300" y="71438"/>
                  <a:pt x="114300" y="123825"/>
                </a:cubicBezTo>
                <a:cubicBezTo>
                  <a:pt x="114300" y="131445"/>
                  <a:pt x="115253" y="138113"/>
                  <a:pt x="117157" y="145733"/>
                </a:cubicBezTo>
                <a:cubicBezTo>
                  <a:pt x="109538" y="143828"/>
                  <a:pt x="102870" y="142875"/>
                  <a:pt x="95250" y="142875"/>
                </a:cubicBezTo>
                <a:cubicBezTo>
                  <a:pt x="42863" y="142875"/>
                  <a:pt x="0" y="185738"/>
                  <a:pt x="0" y="238125"/>
                </a:cubicBezTo>
                <a:cubicBezTo>
                  <a:pt x="0" y="290513"/>
                  <a:pt x="42863" y="333375"/>
                  <a:pt x="95250" y="333375"/>
                </a:cubicBezTo>
                <a:cubicBezTo>
                  <a:pt x="95250" y="333375"/>
                  <a:pt x="95250" y="333375"/>
                  <a:pt x="96203" y="333375"/>
                </a:cubicBezTo>
                <a:cubicBezTo>
                  <a:pt x="100965" y="381953"/>
                  <a:pt x="141923" y="419100"/>
                  <a:pt x="190500" y="419100"/>
                </a:cubicBezTo>
                <a:cubicBezTo>
                  <a:pt x="212408" y="419100"/>
                  <a:pt x="232410" y="411480"/>
                  <a:pt x="248602" y="399098"/>
                </a:cubicBezTo>
                <a:cubicBezTo>
                  <a:pt x="248602" y="401955"/>
                  <a:pt x="247650" y="405765"/>
                  <a:pt x="247650" y="409575"/>
                </a:cubicBezTo>
                <a:cubicBezTo>
                  <a:pt x="247650" y="461963"/>
                  <a:pt x="290513" y="504825"/>
                  <a:pt x="342900" y="504825"/>
                </a:cubicBezTo>
                <a:cubicBezTo>
                  <a:pt x="392430" y="504825"/>
                  <a:pt x="433388" y="466725"/>
                  <a:pt x="438150" y="418148"/>
                </a:cubicBezTo>
                <a:cubicBezTo>
                  <a:pt x="455295" y="441960"/>
                  <a:pt x="482918" y="457200"/>
                  <a:pt x="514350" y="457200"/>
                </a:cubicBezTo>
                <a:cubicBezTo>
                  <a:pt x="566738" y="457200"/>
                  <a:pt x="609600" y="414338"/>
                  <a:pt x="609600" y="361950"/>
                </a:cubicBezTo>
                <a:cubicBezTo>
                  <a:pt x="609600" y="359093"/>
                  <a:pt x="609600" y="356235"/>
                  <a:pt x="609600" y="353378"/>
                </a:cubicBezTo>
                <a:cubicBezTo>
                  <a:pt x="621030" y="358140"/>
                  <a:pt x="634365" y="361950"/>
                  <a:pt x="647700" y="361950"/>
                </a:cubicBezTo>
                <a:cubicBezTo>
                  <a:pt x="700088" y="361950"/>
                  <a:pt x="742950" y="319088"/>
                  <a:pt x="742950" y="266700"/>
                </a:cubicBezTo>
                <a:cubicBezTo>
                  <a:pt x="742950" y="214313"/>
                  <a:pt x="700088" y="171450"/>
                  <a:pt x="647700" y="171450"/>
                </a:cubicBezTo>
                <a:close/>
              </a:path>
            </a:pathLst>
          </a:custGeom>
          <a:noFill/>
          <a:ln w="19050" cap="flat">
            <a:solidFill>
              <a:schemeClr val="accent5">
                <a:lumMod val="60000"/>
                <a:lumOff val="4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de-AT" sz="1417" dirty="0"/>
          </a:p>
        </p:txBody>
      </p:sp>
      <p:pic>
        <p:nvPicPr>
          <p:cNvPr id="16" name="Imagen 1" descr="Icono&#10;&#10;El contenido generado por IA puede ser incorrecto.">
            <a:extLst>
              <a:ext uri="{FF2B5EF4-FFF2-40B4-BE49-F238E27FC236}">
                <a16:creationId xmlns:a16="http://schemas.microsoft.com/office/drawing/2014/main" id="{708808FF-BA95-8D4C-7D5D-47AFDACF27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5369" y="3446326"/>
            <a:ext cx="642183" cy="508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4622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D53A6961-1491-4BDE-AE16-4682AEE81367}"/>
              </a:ext>
            </a:extLst>
          </p:cNvPr>
          <p:cNvGrpSpPr>
            <a:grpSpLocks noChangeAspect="1"/>
          </p:cNvGrpSpPr>
          <p:nvPr/>
        </p:nvGrpSpPr>
        <p:grpSpPr>
          <a:xfrm>
            <a:off x="1044191" y="1029101"/>
            <a:ext cx="3684688" cy="2223471"/>
            <a:chOff x="1760400" y="1360800"/>
            <a:chExt cx="5619600" cy="3391047"/>
          </a:xfrm>
        </p:grpSpPr>
        <p:sp>
          <p:nvSpPr>
            <p:cNvPr id="23" name="Flussdiagramm: Verbinder 22">
              <a:extLst>
                <a:ext uri="{FF2B5EF4-FFF2-40B4-BE49-F238E27FC236}">
                  <a16:creationId xmlns:a16="http://schemas.microsoft.com/office/drawing/2014/main" id="{B051F9B1-F73D-4CA0-A41D-E90B7933F3C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20000" y="13608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sz="1417" dirty="0"/>
            </a:p>
          </p:txBody>
        </p:sp>
        <p:sp>
          <p:nvSpPr>
            <p:cNvPr id="24" name="Flussdiagramm: Verbinder 23">
              <a:extLst>
                <a:ext uri="{FF2B5EF4-FFF2-40B4-BE49-F238E27FC236}">
                  <a16:creationId xmlns:a16="http://schemas.microsoft.com/office/drawing/2014/main" id="{EC4D1CCF-17E6-40BB-B833-52B67BA45D3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760400" y="28368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sz="1417" dirty="0"/>
            </a:p>
          </p:txBody>
        </p:sp>
        <p:sp>
          <p:nvSpPr>
            <p:cNvPr id="25" name="Flussdiagramm: Verbinder 24">
              <a:extLst>
                <a:ext uri="{FF2B5EF4-FFF2-40B4-BE49-F238E27FC236}">
                  <a16:creationId xmlns:a16="http://schemas.microsoft.com/office/drawing/2014/main" id="{FF4F9B6E-5B41-4FB1-AE5A-A4EB2988886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03200" y="17640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sz="1417" dirty="0"/>
            </a:p>
          </p:txBody>
        </p:sp>
        <p:sp>
          <p:nvSpPr>
            <p:cNvPr id="26" name="Flussdiagramm: Verbinder 25">
              <a:extLst>
                <a:ext uri="{FF2B5EF4-FFF2-40B4-BE49-F238E27FC236}">
                  <a16:creationId xmlns:a16="http://schemas.microsoft.com/office/drawing/2014/main" id="{140FC5D4-3562-42E0-9014-87A74C273D1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33200" y="17640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sz="1417" dirty="0"/>
            </a:p>
          </p:txBody>
        </p:sp>
        <p:sp>
          <p:nvSpPr>
            <p:cNvPr id="27" name="Flussdiagramm: Verbinder 26">
              <a:extLst>
                <a:ext uri="{FF2B5EF4-FFF2-40B4-BE49-F238E27FC236}">
                  <a16:creationId xmlns:a16="http://schemas.microsoft.com/office/drawing/2014/main" id="{C68F8063-54D7-4176-92DC-918307A59D1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76000" y="28368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sz="1417" dirty="0"/>
            </a:p>
          </p:txBody>
        </p:sp>
        <p:sp>
          <p:nvSpPr>
            <p:cNvPr id="28" name="Flussdiagramm: Verbinder 27">
              <a:extLst>
                <a:ext uri="{FF2B5EF4-FFF2-40B4-BE49-F238E27FC236}">
                  <a16:creationId xmlns:a16="http://schemas.microsoft.com/office/drawing/2014/main" id="{C1D8E045-9039-4311-880D-CBB4ED6D9DE8}"/>
                </a:ext>
              </a:extLst>
            </p:cNvPr>
            <p:cNvSpPr/>
            <p:nvPr/>
          </p:nvSpPr>
          <p:spPr>
            <a:xfrm>
              <a:off x="4392000" y="4391807"/>
              <a:ext cx="360000" cy="360040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sz="1417" dirty="0"/>
            </a:p>
          </p:txBody>
        </p:sp>
      </p:grpSp>
      <p:sp>
        <p:nvSpPr>
          <p:cNvPr id="59" name="Bogen 58">
            <a:extLst>
              <a:ext uri="{FF2B5EF4-FFF2-40B4-BE49-F238E27FC236}">
                <a16:creationId xmlns:a16="http://schemas.microsoft.com/office/drawing/2014/main" id="{B874D8A1-3D54-4FDE-9394-D51244FD70E9}"/>
              </a:ext>
            </a:extLst>
          </p:cNvPr>
          <p:cNvSpPr/>
          <p:nvPr/>
        </p:nvSpPr>
        <p:spPr>
          <a:xfrm rot="21430125" flipV="1">
            <a:off x="2105547" y="1168766"/>
            <a:ext cx="1070328" cy="2030603"/>
          </a:xfrm>
          <a:prstGeom prst="arc">
            <a:avLst>
              <a:gd name="adj1" fmla="val 17240598"/>
              <a:gd name="adj2" fmla="val 3902209"/>
            </a:avLst>
          </a:prstGeom>
          <a:ln w="41275">
            <a:solidFill>
              <a:schemeClr val="accent5">
                <a:lumMod val="60000"/>
                <a:lumOff val="40000"/>
              </a:schemeClr>
            </a:solidFill>
            <a:prstDash val="sysDot"/>
            <a:headEnd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AT" sz="1417" dirty="0"/>
          </a:p>
        </p:txBody>
      </p:sp>
      <p:sp>
        <p:nvSpPr>
          <p:cNvPr id="60" name="Freihandform: Form 59">
            <a:extLst>
              <a:ext uri="{FF2B5EF4-FFF2-40B4-BE49-F238E27FC236}">
                <a16:creationId xmlns:a16="http://schemas.microsoft.com/office/drawing/2014/main" id="{FC770EA3-DA86-415E-8372-02E098017B72}"/>
              </a:ext>
            </a:extLst>
          </p:cNvPr>
          <p:cNvSpPr/>
          <p:nvPr/>
        </p:nvSpPr>
        <p:spPr>
          <a:xfrm rot="15977277">
            <a:off x="1754597" y="1397307"/>
            <a:ext cx="2274600" cy="1485987"/>
          </a:xfrm>
          <a:custGeom>
            <a:avLst/>
            <a:gdLst>
              <a:gd name="connsiteX0" fmla="*/ 647700 w 742950"/>
              <a:gd name="connsiteY0" fmla="*/ 171450 h 504825"/>
              <a:gd name="connsiteX1" fmla="*/ 625793 w 742950"/>
              <a:gd name="connsiteY1" fmla="*/ 174308 h 504825"/>
              <a:gd name="connsiteX2" fmla="*/ 628650 w 742950"/>
              <a:gd name="connsiteY2" fmla="*/ 152400 h 504825"/>
              <a:gd name="connsiteX3" fmla="*/ 533400 w 742950"/>
              <a:gd name="connsiteY3" fmla="*/ 57150 h 504825"/>
              <a:gd name="connsiteX4" fmla="*/ 474345 w 742950"/>
              <a:gd name="connsiteY4" fmla="*/ 77153 h 504825"/>
              <a:gd name="connsiteX5" fmla="*/ 381000 w 742950"/>
              <a:gd name="connsiteY5" fmla="*/ 0 h 504825"/>
              <a:gd name="connsiteX6" fmla="*/ 288608 w 742950"/>
              <a:gd name="connsiteY6" fmla="*/ 71438 h 504825"/>
              <a:gd name="connsiteX7" fmla="*/ 209550 w 742950"/>
              <a:gd name="connsiteY7" fmla="*/ 28575 h 504825"/>
              <a:gd name="connsiteX8" fmla="*/ 114300 w 742950"/>
              <a:gd name="connsiteY8" fmla="*/ 123825 h 504825"/>
              <a:gd name="connsiteX9" fmla="*/ 117157 w 742950"/>
              <a:gd name="connsiteY9" fmla="*/ 145733 h 504825"/>
              <a:gd name="connsiteX10" fmla="*/ 95250 w 742950"/>
              <a:gd name="connsiteY10" fmla="*/ 142875 h 504825"/>
              <a:gd name="connsiteX11" fmla="*/ 0 w 742950"/>
              <a:gd name="connsiteY11" fmla="*/ 238125 h 504825"/>
              <a:gd name="connsiteX12" fmla="*/ 95250 w 742950"/>
              <a:gd name="connsiteY12" fmla="*/ 333375 h 504825"/>
              <a:gd name="connsiteX13" fmla="*/ 96203 w 742950"/>
              <a:gd name="connsiteY13" fmla="*/ 333375 h 504825"/>
              <a:gd name="connsiteX14" fmla="*/ 190500 w 742950"/>
              <a:gd name="connsiteY14" fmla="*/ 419100 h 504825"/>
              <a:gd name="connsiteX15" fmla="*/ 248602 w 742950"/>
              <a:gd name="connsiteY15" fmla="*/ 399098 h 504825"/>
              <a:gd name="connsiteX16" fmla="*/ 247650 w 742950"/>
              <a:gd name="connsiteY16" fmla="*/ 409575 h 504825"/>
              <a:gd name="connsiteX17" fmla="*/ 342900 w 742950"/>
              <a:gd name="connsiteY17" fmla="*/ 504825 h 504825"/>
              <a:gd name="connsiteX18" fmla="*/ 438150 w 742950"/>
              <a:gd name="connsiteY18" fmla="*/ 418148 h 504825"/>
              <a:gd name="connsiteX19" fmla="*/ 514350 w 742950"/>
              <a:gd name="connsiteY19" fmla="*/ 457200 h 504825"/>
              <a:gd name="connsiteX20" fmla="*/ 609600 w 742950"/>
              <a:gd name="connsiteY20" fmla="*/ 361950 h 504825"/>
              <a:gd name="connsiteX21" fmla="*/ 609600 w 742950"/>
              <a:gd name="connsiteY21" fmla="*/ 353378 h 504825"/>
              <a:gd name="connsiteX22" fmla="*/ 647700 w 742950"/>
              <a:gd name="connsiteY22" fmla="*/ 361950 h 504825"/>
              <a:gd name="connsiteX23" fmla="*/ 742950 w 742950"/>
              <a:gd name="connsiteY23" fmla="*/ 266700 h 504825"/>
              <a:gd name="connsiteX24" fmla="*/ 647700 w 742950"/>
              <a:gd name="connsiteY24" fmla="*/ 171450 h 5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742950" h="504825">
                <a:moveTo>
                  <a:pt x="647700" y="171450"/>
                </a:moveTo>
                <a:cubicBezTo>
                  <a:pt x="640080" y="171450"/>
                  <a:pt x="633413" y="172403"/>
                  <a:pt x="625793" y="174308"/>
                </a:cubicBezTo>
                <a:cubicBezTo>
                  <a:pt x="627698" y="167640"/>
                  <a:pt x="628650" y="160020"/>
                  <a:pt x="628650" y="152400"/>
                </a:cubicBezTo>
                <a:cubicBezTo>
                  <a:pt x="628650" y="100013"/>
                  <a:pt x="585788" y="57150"/>
                  <a:pt x="533400" y="57150"/>
                </a:cubicBezTo>
                <a:cubicBezTo>
                  <a:pt x="511493" y="57150"/>
                  <a:pt x="490538" y="64770"/>
                  <a:pt x="474345" y="77153"/>
                </a:cubicBezTo>
                <a:cubicBezTo>
                  <a:pt x="466725" y="33338"/>
                  <a:pt x="427673" y="0"/>
                  <a:pt x="381000" y="0"/>
                </a:cubicBezTo>
                <a:cubicBezTo>
                  <a:pt x="337185" y="0"/>
                  <a:pt x="300038" y="30480"/>
                  <a:pt x="288608" y="71438"/>
                </a:cubicBezTo>
                <a:cubicBezTo>
                  <a:pt x="271463" y="45720"/>
                  <a:pt x="242888" y="28575"/>
                  <a:pt x="209550" y="28575"/>
                </a:cubicBezTo>
                <a:cubicBezTo>
                  <a:pt x="157163" y="28575"/>
                  <a:pt x="114300" y="71438"/>
                  <a:pt x="114300" y="123825"/>
                </a:cubicBezTo>
                <a:cubicBezTo>
                  <a:pt x="114300" y="131445"/>
                  <a:pt x="115253" y="138113"/>
                  <a:pt x="117157" y="145733"/>
                </a:cubicBezTo>
                <a:cubicBezTo>
                  <a:pt x="109538" y="143828"/>
                  <a:pt x="102870" y="142875"/>
                  <a:pt x="95250" y="142875"/>
                </a:cubicBezTo>
                <a:cubicBezTo>
                  <a:pt x="42863" y="142875"/>
                  <a:pt x="0" y="185738"/>
                  <a:pt x="0" y="238125"/>
                </a:cubicBezTo>
                <a:cubicBezTo>
                  <a:pt x="0" y="290513"/>
                  <a:pt x="42863" y="333375"/>
                  <a:pt x="95250" y="333375"/>
                </a:cubicBezTo>
                <a:cubicBezTo>
                  <a:pt x="95250" y="333375"/>
                  <a:pt x="95250" y="333375"/>
                  <a:pt x="96203" y="333375"/>
                </a:cubicBezTo>
                <a:cubicBezTo>
                  <a:pt x="100965" y="381953"/>
                  <a:pt x="141923" y="419100"/>
                  <a:pt x="190500" y="419100"/>
                </a:cubicBezTo>
                <a:cubicBezTo>
                  <a:pt x="212408" y="419100"/>
                  <a:pt x="232410" y="411480"/>
                  <a:pt x="248602" y="399098"/>
                </a:cubicBezTo>
                <a:cubicBezTo>
                  <a:pt x="248602" y="401955"/>
                  <a:pt x="247650" y="405765"/>
                  <a:pt x="247650" y="409575"/>
                </a:cubicBezTo>
                <a:cubicBezTo>
                  <a:pt x="247650" y="461963"/>
                  <a:pt x="290513" y="504825"/>
                  <a:pt x="342900" y="504825"/>
                </a:cubicBezTo>
                <a:cubicBezTo>
                  <a:pt x="392430" y="504825"/>
                  <a:pt x="433388" y="466725"/>
                  <a:pt x="438150" y="418148"/>
                </a:cubicBezTo>
                <a:cubicBezTo>
                  <a:pt x="455295" y="441960"/>
                  <a:pt x="482918" y="457200"/>
                  <a:pt x="514350" y="457200"/>
                </a:cubicBezTo>
                <a:cubicBezTo>
                  <a:pt x="566738" y="457200"/>
                  <a:pt x="609600" y="414338"/>
                  <a:pt x="609600" y="361950"/>
                </a:cubicBezTo>
                <a:cubicBezTo>
                  <a:pt x="609600" y="359093"/>
                  <a:pt x="609600" y="356235"/>
                  <a:pt x="609600" y="353378"/>
                </a:cubicBezTo>
                <a:cubicBezTo>
                  <a:pt x="621030" y="358140"/>
                  <a:pt x="634365" y="361950"/>
                  <a:pt x="647700" y="361950"/>
                </a:cubicBezTo>
                <a:cubicBezTo>
                  <a:pt x="700088" y="361950"/>
                  <a:pt x="742950" y="319088"/>
                  <a:pt x="742950" y="266700"/>
                </a:cubicBezTo>
                <a:cubicBezTo>
                  <a:pt x="742950" y="214313"/>
                  <a:pt x="700088" y="171450"/>
                  <a:pt x="647700" y="171450"/>
                </a:cubicBezTo>
                <a:close/>
              </a:path>
            </a:pathLst>
          </a:custGeom>
          <a:noFill/>
          <a:ln w="19050" cap="flat">
            <a:solidFill>
              <a:schemeClr val="accent5">
                <a:lumMod val="60000"/>
                <a:lumOff val="4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de-AT" sz="1417" dirty="0"/>
          </a:p>
        </p:txBody>
      </p: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113CCD22-E4F4-4976-B0CE-74EC055D7101}"/>
              </a:ext>
            </a:extLst>
          </p:cNvPr>
          <p:cNvGrpSpPr>
            <a:grpSpLocks noChangeAspect="1"/>
          </p:cNvGrpSpPr>
          <p:nvPr/>
        </p:nvGrpSpPr>
        <p:grpSpPr>
          <a:xfrm>
            <a:off x="2807344" y="751139"/>
            <a:ext cx="510973" cy="569147"/>
            <a:chOff x="4184655" y="1692997"/>
            <a:chExt cx="1906332" cy="2123348"/>
          </a:xfrm>
          <a:solidFill>
            <a:schemeClr val="accent5">
              <a:lumMod val="60000"/>
              <a:lumOff val="40000"/>
            </a:schemeClr>
          </a:solidFill>
        </p:grpSpPr>
        <p:pic>
          <p:nvPicPr>
            <p:cNvPr id="30" name="Grafik 29" descr="Bleistift mit einfarbiger Füllung">
              <a:extLst>
                <a:ext uri="{FF2B5EF4-FFF2-40B4-BE49-F238E27FC236}">
                  <a16:creationId xmlns:a16="http://schemas.microsoft.com/office/drawing/2014/main" id="{221B0BB1-0F43-4D7F-8AEC-6EB5941F0E3F}"/>
                </a:ext>
              </a:extLst>
            </p:cNvPr>
            <p:cNvPicPr preferRelativeResize="0"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21085753">
              <a:off x="4326104" y="1692997"/>
              <a:ext cx="1764883" cy="1764000"/>
            </a:xfrm>
            <a:prstGeom prst="rect">
              <a:avLst/>
            </a:prstGeom>
          </p:spPr>
        </p:pic>
        <p:grpSp>
          <p:nvGrpSpPr>
            <p:cNvPr id="31" name="Gruppieren 30">
              <a:extLst>
                <a:ext uri="{FF2B5EF4-FFF2-40B4-BE49-F238E27FC236}">
                  <a16:creationId xmlns:a16="http://schemas.microsoft.com/office/drawing/2014/main" id="{F0EA3AE1-CAD6-4041-A68F-AA7C0F461134}"/>
                </a:ext>
              </a:extLst>
            </p:cNvPr>
            <p:cNvGrpSpPr/>
            <p:nvPr/>
          </p:nvGrpSpPr>
          <p:grpSpPr>
            <a:xfrm>
              <a:off x="4550400" y="3041655"/>
              <a:ext cx="43200" cy="774690"/>
              <a:chOff x="3385929" y="4336972"/>
              <a:chExt cx="57150" cy="774690"/>
            </a:xfrm>
            <a:grpFill/>
          </p:grpSpPr>
          <p:sp>
            <p:nvSpPr>
              <p:cNvPr id="40" name="Rechteck: abgerundete Ecken 39">
                <a:extLst>
                  <a:ext uri="{FF2B5EF4-FFF2-40B4-BE49-F238E27FC236}">
                    <a16:creationId xmlns:a16="http://schemas.microsoft.com/office/drawing/2014/main" id="{5C30080F-61E1-4845-A607-FC387EC3ABE5}"/>
                  </a:ext>
                </a:extLst>
              </p:cNvPr>
              <p:cNvSpPr/>
              <p:nvPr/>
            </p:nvSpPr>
            <p:spPr>
              <a:xfrm>
                <a:off x="3385929" y="433697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 sz="1417" dirty="0"/>
              </a:p>
            </p:txBody>
          </p:sp>
          <p:sp>
            <p:nvSpPr>
              <p:cNvPr id="57" name="Rechteck: abgerundete Ecken 56">
                <a:extLst>
                  <a:ext uri="{FF2B5EF4-FFF2-40B4-BE49-F238E27FC236}">
                    <a16:creationId xmlns:a16="http://schemas.microsoft.com/office/drawing/2014/main" id="{8E08036E-3275-4AB3-809D-1E87CE605622}"/>
                  </a:ext>
                </a:extLst>
              </p:cNvPr>
              <p:cNvSpPr/>
              <p:nvPr/>
            </p:nvSpPr>
            <p:spPr>
              <a:xfrm>
                <a:off x="3385929" y="489566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 sz="1417"/>
              </a:p>
            </p:txBody>
          </p:sp>
        </p:grpSp>
        <p:grpSp>
          <p:nvGrpSpPr>
            <p:cNvPr id="32" name="Gruppieren 31">
              <a:extLst>
                <a:ext uri="{FF2B5EF4-FFF2-40B4-BE49-F238E27FC236}">
                  <a16:creationId xmlns:a16="http://schemas.microsoft.com/office/drawing/2014/main" id="{53FC11E4-5D96-4934-8883-E2EB8C9FE4F3}"/>
                </a:ext>
              </a:extLst>
            </p:cNvPr>
            <p:cNvGrpSpPr/>
            <p:nvPr/>
          </p:nvGrpSpPr>
          <p:grpSpPr>
            <a:xfrm rot="5400000">
              <a:off x="4550400" y="3041655"/>
              <a:ext cx="43200" cy="774690"/>
              <a:chOff x="3385929" y="4336972"/>
              <a:chExt cx="57150" cy="774690"/>
            </a:xfrm>
            <a:grpFill/>
          </p:grpSpPr>
          <p:sp>
            <p:nvSpPr>
              <p:cNvPr id="37" name="Rechteck: abgerundete Ecken 36">
                <a:extLst>
                  <a:ext uri="{FF2B5EF4-FFF2-40B4-BE49-F238E27FC236}">
                    <a16:creationId xmlns:a16="http://schemas.microsoft.com/office/drawing/2014/main" id="{6A511341-0BFE-47C1-A0E9-B566A3021F00}"/>
                  </a:ext>
                </a:extLst>
              </p:cNvPr>
              <p:cNvSpPr/>
              <p:nvPr/>
            </p:nvSpPr>
            <p:spPr>
              <a:xfrm>
                <a:off x="3385929" y="433697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 sz="1417" dirty="0"/>
              </a:p>
            </p:txBody>
          </p:sp>
          <p:sp>
            <p:nvSpPr>
              <p:cNvPr id="38" name="Rechteck: abgerundete Ecken 37">
                <a:extLst>
                  <a:ext uri="{FF2B5EF4-FFF2-40B4-BE49-F238E27FC236}">
                    <a16:creationId xmlns:a16="http://schemas.microsoft.com/office/drawing/2014/main" id="{F7EB893B-3737-45AE-822A-E6C5597D9677}"/>
                  </a:ext>
                </a:extLst>
              </p:cNvPr>
              <p:cNvSpPr/>
              <p:nvPr/>
            </p:nvSpPr>
            <p:spPr>
              <a:xfrm>
                <a:off x="3385929" y="489566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 sz="1417"/>
              </a:p>
            </p:txBody>
          </p:sp>
        </p:grpSp>
        <p:sp>
          <p:nvSpPr>
            <p:cNvPr id="33" name="Rechteck: abgerundete Ecken 32">
              <a:extLst>
                <a:ext uri="{FF2B5EF4-FFF2-40B4-BE49-F238E27FC236}">
                  <a16:creationId xmlns:a16="http://schemas.microsoft.com/office/drawing/2014/main" id="{7D387A03-98D9-46D6-BBD3-7A32F63F08B5}"/>
                </a:ext>
              </a:extLst>
            </p:cNvPr>
            <p:cNvSpPr/>
            <p:nvPr/>
          </p:nvSpPr>
          <p:spPr>
            <a:xfrm rot="2700000">
              <a:off x="4352873" y="3518528"/>
              <a:ext cx="43200" cy="216000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sz="1417"/>
            </a:p>
          </p:txBody>
        </p:sp>
        <p:grpSp>
          <p:nvGrpSpPr>
            <p:cNvPr id="34" name="Gruppieren 33">
              <a:extLst>
                <a:ext uri="{FF2B5EF4-FFF2-40B4-BE49-F238E27FC236}">
                  <a16:creationId xmlns:a16="http://schemas.microsoft.com/office/drawing/2014/main" id="{E13A4302-2390-4904-B678-4B57C727DB60}"/>
                </a:ext>
              </a:extLst>
            </p:cNvPr>
            <p:cNvGrpSpPr/>
            <p:nvPr/>
          </p:nvGrpSpPr>
          <p:grpSpPr>
            <a:xfrm rot="8100000">
              <a:off x="4550400" y="3041655"/>
              <a:ext cx="43200" cy="774690"/>
              <a:chOff x="3385929" y="4336972"/>
              <a:chExt cx="57150" cy="774690"/>
            </a:xfrm>
            <a:grpFill/>
          </p:grpSpPr>
          <p:sp>
            <p:nvSpPr>
              <p:cNvPr id="35" name="Rechteck: abgerundete Ecken 34">
                <a:extLst>
                  <a:ext uri="{FF2B5EF4-FFF2-40B4-BE49-F238E27FC236}">
                    <a16:creationId xmlns:a16="http://schemas.microsoft.com/office/drawing/2014/main" id="{21D977DF-F7EE-4CA1-B151-9EC05EBEC27F}"/>
                  </a:ext>
                </a:extLst>
              </p:cNvPr>
              <p:cNvSpPr/>
              <p:nvPr/>
            </p:nvSpPr>
            <p:spPr>
              <a:xfrm>
                <a:off x="3385929" y="433697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 sz="1417" dirty="0"/>
              </a:p>
            </p:txBody>
          </p:sp>
          <p:sp>
            <p:nvSpPr>
              <p:cNvPr id="36" name="Rechteck: abgerundete Ecken 35">
                <a:extLst>
                  <a:ext uri="{FF2B5EF4-FFF2-40B4-BE49-F238E27FC236}">
                    <a16:creationId xmlns:a16="http://schemas.microsoft.com/office/drawing/2014/main" id="{51237AC8-EA82-4985-A37D-BB348D878257}"/>
                  </a:ext>
                </a:extLst>
              </p:cNvPr>
              <p:cNvSpPr/>
              <p:nvPr/>
            </p:nvSpPr>
            <p:spPr>
              <a:xfrm>
                <a:off x="3385929" y="489566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 sz="1417"/>
              </a:p>
            </p:txBody>
          </p:sp>
        </p:grpSp>
      </p:grpSp>
      <p:pic>
        <p:nvPicPr>
          <p:cNvPr id="3" name="Imagen 1" descr="Icono&#10;&#10;El contenido generado por IA puede ser incorrecto.">
            <a:extLst>
              <a:ext uri="{FF2B5EF4-FFF2-40B4-BE49-F238E27FC236}">
                <a16:creationId xmlns:a16="http://schemas.microsoft.com/office/drawing/2014/main" id="{0D0FEDEB-920D-E572-3F9B-9AD42D153D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9095" y="470806"/>
            <a:ext cx="642183" cy="508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1269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B95DDF29-EECF-46E4-AC1D-DD97EE48C742}"/>
              </a:ext>
            </a:extLst>
          </p:cNvPr>
          <p:cNvGrpSpPr>
            <a:grpSpLocks noChangeAspect="1"/>
          </p:cNvGrpSpPr>
          <p:nvPr/>
        </p:nvGrpSpPr>
        <p:grpSpPr>
          <a:xfrm>
            <a:off x="1044191" y="1029101"/>
            <a:ext cx="3684688" cy="2223471"/>
            <a:chOff x="1760400" y="1360800"/>
            <a:chExt cx="5619600" cy="3391047"/>
          </a:xfrm>
        </p:grpSpPr>
        <p:sp>
          <p:nvSpPr>
            <p:cNvPr id="24" name="Flussdiagramm: Verbinder 23">
              <a:extLst>
                <a:ext uri="{FF2B5EF4-FFF2-40B4-BE49-F238E27FC236}">
                  <a16:creationId xmlns:a16="http://schemas.microsoft.com/office/drawing/2014/main" id="{8F7E684B-355A-44CF-A8CA-ED87C297583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20000" y="13608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sz="1417" dirty="0"/>
            </a:p>
          </p:txBody>
        </p:sp>
        <p:sp>
          <p:nvSpPr>
            <p:cNvPr id="25" name="Flussdiagramm: Verbinder 24">
              <a:extLst>
                <a:ext uri="{FF2B5EF4-FFF2-40B4-BE49-F238E27FC236}">
                  <a16:creationId xmlns:a16="http://schemas.microsoft.com/office/drawing/2014/main" id="{1A8252FE-9BB3-4CC8-B1A6-9BB228A3466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760400" y="28368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sz="1417" dirty="0"/>
            </a:p>
          </p:txBody>
        </p:sp>
        <p:sp>
          <p:nvSpPr>
            <p:cNvPr id="26" name="Flussdiagramm: Verbinder 25">
              <a:extLst>
                <a:ext uri="{FF2B5EF4-FFF2-40B4-BE49-F238E27FC236}">
                  <a16:creationId xmlns:a16="http://schemas.microsoft.com/office/drawing/2014/main" id="{258BEFA2-5338-47D6-8E6D-7A50E752A48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03200" y="17640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sz="1417" dirty="0"/>
            </a:p>
          </p:txBody>
        </p:sp>
        <p:sp>
          <p:nvSpPr>
            <p:cNvPr id="27" name="Flussdiagramm: Verbinder 26">
              <a:extLst>
                <a:ext uri="{FF2B5EF4-FFF2-40B4-BE49-F238E27FC236}">
                  <a16:creationId xmlns:a16="http://schemas.microsoft.com/office/drawing/2014/main" id="{E9E9E01A-E629-4772-831D-890B8E4BC71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33200" y="17640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sz="1417" dirty="0"/>
            </a:p>
          </p:txBody>
        </p:sp>
        <p:sp>
          <p:nvSpPr>
            <p:cNvPr id="28" name="Flussdiagramm: Verbinder 27">
              <a:extLst>
                <a:ext uri="{FF2B5EF4-FFF2-40B4-BE49-F238E27FC236}">
                  <a16:creationId xmlns:a16="http://schemas.microsoft.com/office/drawing/2014/main" id="{265E2F57-F033-428E-AAF5-412366218B0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76000" y="28368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sz="1417" dirty="0"/>
            </a:p>
          </p:txBody>
        </p:sp>
        <p:sp>
          <p:nvSpPr>
            <p:cNvPr id="39" name="Flussdiagramm: Verbinder 38">
              <a:extLst>
                <a:ext uri="{FF2B5EF4-FFF2-40B4-BE49-F238E27FC236}">
                  <a16:creationId xmlns:a16="http://schemas.microsoft.com/office/drawing/2014/main" id="{8E873BAC-A632-4956-8332-8166E824CB95}"/>
                </a:ext>
              </a:extLst>
            </p:cNvPr>
            <p:cNvSpPr/>
            <p:nvPr/>
          </p:nvSpPr>
          <p:spPr>
            <a:xfrm>
              <a:off x="4392000" y="4391807"/>
              <a:ext cx="360000" cy="360040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sz="1417" dirty="0"/>
            </a:p>
          </p:txBody>
        </p:sp>
      </p:grpSp>
      <p:sp>
        <p:nvSpPr>
          <p:cNvPr id="60" name="Bogen 59">
            <a:extLst>
              <a:ext uri="{FF2B5EF4-FFF2-40B4-BE49-F238E27FC236}">
                <a16:creationId xmlns:a16="http://schemas.microsoft.com/office/drawing/2014/main" id="{70B7491A-598C-4CF9-B490-DDD1DA91E3E3}"/>
              </a:ext>
            </a:extLst>
          </p:cNvPr>
          <p:cNvSpPr/>
          <p:nvPr/>
        </p:nvSpPr>
        <p:spPr>
          <a:xfrm rot="11213678" flipH="1" flipV="1">
            <a:off x="2198968" y="1167696"/>
            <a:ext cx="981797" cy="2073269"/>
          </a:xfrm>
          <a:prstGeom prst="arc">
            <a:avLst>
              <a:gd name="adj1" fmla="val 16591373"/>
              <a:gd name="adj2" fmla="val 3902209"/>
            </a:avLst>
          </a:prstGeom>
          <a:ln w="41275">
            <a:solidFill>
              <a:schemeClr val="accent5">
                <a:lumMod val="60000"/>
                <a:lumOff val="40000"/>
              </a:schemeClr>
            </a:solidFill>
            <a:prstDash val="sysDot"/>
            <a:headEnd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AT" sz="1417" dirty="0"/>
          </a:p>
        </p:txBody>
      </p:sp>
      <p:grpSp>
        <p:nvGrpSpPr>
          <p:cNvPr id="3" name="Gruppieren 27">
            <a:extLst>
              <a:ext uri="{FF2B5EF4-FFF2-40B4-BE49-F238E27FC236}">
                <a16:creationId xmlns:a16="http://schemas.microsoft.com/office/drawing/2014/main" id="{6D3B6159-7D12-3F34-30BB-3924E76EE57E}"/>
              </a:ext>
            </a:extLst>
          </p:cNvPr>
          <p:cNvGrpSpPr>
            <a:grpSpLocks noChangeAspect="1"/>
          </p:cNvGrpSpPr>
          <p:nvPr/>
        </p:nvGrpSpPr>
        <p:grpSpPr>
          <a:xfrm>
            <a:off x="2783931" y="2673419"/>
            <a:ext cx="510973" cy="569147"/>
            <a:chOff x="4184655" y="1692997"/>
            <a:chExt cx="1906332" cy="2123348"/>
          </a:xfrm>
          <a:solidFill>
            <a:schemeClr val="accent5">
              <a:lumMod val="60000"/>
              <a:lumOff val="40000"/>
            </a:schemeClr>
          </a:solidFill>
        </p:grpSpPr>
        <p:pic>
          <p:nvPicPr>
            <p:cNvPr id="4" name="Grafik 29" descr="Bleistift mit einfarbiger Füllung">
              <a:extLst>
                <a:ext uri="{FF2B5EF4-FFF2-40B4-BE49-F238E27FC236}">
                  <a16:creationId xmlns:a16="http://schemas.microsoft.com/office/drawing/2014/main" id="{9A4BDBA9-95BE-7181-D13D-7763961489B3}"/>
                </a:ext>
              </a:extLst>
            </p:cNvPr>
            <p:cNvPicPr preferRelativeResize="0"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21085753">
              <a:off x="4326104" y="1692997"/>
              <a:ext cx="1764883" cy="1764000"/>
            </a:xfrm>
            <a:prstGeom prst="rect">
              <a:avLst/>
            </a:prstGeom>
          </p:spPr>
        </p:pic>
        <p:grpSp>
          <p:nvGrpSpPr>
            <p:cNvPr id="5" name="Gruppieren 30">
              <a:extLst>
                <a:ext uri="{FF2B5EF4-FFF2-40B4-BE49-F238E27FC236}">
                  <a16:creationId xmlns:a16="http://schemas.microsoft.com/office/drawing/2014/main" id="{E57F2650-E502-9174-DD56-9310963BDB7E}"/>
                </a:ext>
              </a:extLst>
            </p:cNvPr>
            <p:cNvGrpSpPr/>
            <p:nvPr/>
          </p:nvGrpSpPr>
          <p:grpSpPr>
            <a:xfrm>
              <a:off x="4550400" y="3041655"/>
              <a:ext cx="43200" cy="774690"/>
              <a:chOff x="3385929" y="4336972"/>
              <a:chExt cx="57150" cy="774690"/>
            </a:xfrm>
            <a:grpFill/>
          </p:grpSpPr>
          <p:sp>
            <p:nvSpPr>
              <p:cNvPr id="13" name="Rechteck: abgerundete Ecken 38">
                <a:extLst>
                  <a:ext uri="{FF2B5EF4-FFF2-40B4-BE49-F238E27FC236}">
                    <a16:creationId xmlns:a16="http://schemas.microsoft.com/office/drawing/2014/main" id="{E292CB38-C2DF-75B7-7EE2-4645C5F28003}"/>
                  </a:ext>
                </a:extLst>
              </p:cNvPr>
              <p:cNvSpPr/>
              <p:nvPr/>
            </p:nvSpPr>
            <p:spPr>
              <a:xfrm>
                <a:off x="3385929" y="433697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 sz="1417" dirty="0"/>
              </a:p>
            </p:txBody>
          </p:sp>
          <p:sp>
            <p:nvSpPr>
              <p:cNvPr id="14" name="Rechteck: abgerundete Ecken 48">
                <a:extLst>
                  <a:ext uri="{FF2B5EF4-FFF2-40B4-BE49-F238E27FC236}">
                    <a16:creationId xmlns:a16="http://schemas.microsoft.com/office/drawing/2014/main" id="{93F51F0D-F082-F431-19A7-F92DCC133C0F}"/>
                  </a:ext>
                </a:extLst>
              </p:cNvPr>
              <p:cNvSpPr/>
              <p:nvPr/>
            </p:nvSpPr>
            <p:spPr>
              <a:xfrm>
                <a:off x="3385929" y="489566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 sz="1417"/>
              </a:p>
            </p:txBody>
          </p:sp>
        </p:grpSp>
        <p:grpSp>
          <p:nvGrpSpPr>
            <p:cNvPr id="6" name="Gruppieren 31">
              <a:extLst>
                <a:ext uri="{FF2B5EF4-FFF2-40B4-BE49-F238E27FC236}">
                  <a16:creationId xmlns:a16="http://schemas.microsoft.com/office/drawing/2014/main" id="{023DAA68-FDC2-80E9-9003-3DE68F002E88}"/>
                </a:ext>
              </a:extLst>
            </p:cNvPr>
            <p:cNvGrpSpPr/>
            <p:nvPr/>
          </p:nvGrpSpPr>
          <p:grpSpPr>
            <a:xfrm rot="5400000">
              <a:off x="4550400" y="3041655"/>
              <a:ext cx="43200" cy="774690"/>
              <a:chOff x="3385929" y="4336972"/>
              <a:chExt cx="57150" cy="774690"/>
            </a:xfrm>
            <a:grpFill/>
          </p:grpSpPr>
          <p:sp>
            <p:nvSpPr>
              <p:cNvPr id="11" name="Rechteck: abgerundete Ecken 36">
                <a:extLst>
                  <a:ext uri="{FF2B5EF4-FFF2-40B4-BE49-F238E27FC236}">
                    <a16:creationId xmlns:a16="http://schemas.microsoft.com/office/drawing/2014/main" id="{D1C8AA0A-A697-6E69-C81B-903D94B80446}"/>
                  </a:ext>
                </a:extLst>
              </p:cNvPr>
              <p:cNvSpPr/>
              <p:nvPr/>
            </p:nvSpPr>
            <p:spPr>
              <a:xfrm>
                <a:off x="3385929" y="433697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 sz="1417" dirty="0"/>
              </a:p>
            </p:txBody>
          </p:sp>
          <p:sp>
            <p:nvSpPr>
              <p:cNvPr id="12" name="Rechteck: abgerundete Ecken 37">
                <a:extLst>
                  <a:ext uri="{FF2B5EF4-FFF2-40B4-BE49-F238E27FC236}">
                    <a16:creationId xmlns:a16="http://schemas.microsoft.com/office/drawing/2014/main" id="{28EF2AA9-376D-0427-D638-488C506AA758}"/>
                  </a:ext>
                </a:extLst>
              </p:cNvPr>
              <p:cNvSpPr/>
              <p:nvPr/>
            </p:nvSpPr>
            <p:spPr>
              <a:xfrm>
                <a:off x="3385929" y="489566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 sz="1417"/>
              </a:p>
            </p:txBody>
          </p:sp>
        </p:grpSp>
        <p:sp>
          <p:nvSpPr>
            <p:cNvPr id="7" name="Rechteck: abgerundete Ecken 32">
              <a:extLst>
                <a:ext uri="{FF2B5EF4-FFF2-40B4-BE49-F238E27FC236}">
                  <a16:creationId xmlns:a16="http://schemas.microsoft.com/office/drawing/2014/main" id="{9AA81532-BC43-8D93-52B3-90697AADA764}"/>
                </a:ext>
              </a:extLst>
            </p:cNvPr>
            <p:cNvSpPr/>
            <p:nvPr/>
          </p:nvSpPr>
          <p:spPr>
            <a:xfrm rot="2700000">
              <a:off x="4352873" y="3518528"/>
              <a:ext cx="43200" cy="216000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sz="1417"/>
            </a:p>
          </p:txBody>
        </p:sp>
        <p:grpSp>
          <p:nvGrpSpPr>
            <p:cNvPr id="8" name="Gruppieren 33">
              <a:extLst>
                <a:ext uri="{FF2B5EF4-FFF2-40B4-BE49-F238E27FC236}">
                  <a16:creationId xmlns:a16="http://schemas.microsoft.com/office/drawing/2014/main" id="{BCFC200E-E1E8-8F5E-79E1-F7C20DC0C88D}"/>
                </a:ext>
              </a:extLst>
            </p:cNvPr>
            <p:cNvGrpSpPr/>
            <p:nvPr/>
          </p:nvGrpSpPr>
          <p:grpSpPr>
            <a:xfrm rot="8100000">
              <a:off x="4550400" y="3041655"/>
              <a:ext cx="43200" cy="774690"/>
              <a:chOff x="3385929" y="4336972"/>
              <a:chExt cx="57150" cy="774690"/>
            </a:xfrm>
            <a:grpFill/>
          </p:grpSpPr>
          <p:sp>
            <p:nvSpPr>
              <p:cNvPr id="9" name="Rechteck: abgerundete Ecken 34">
                <a:extLst>
                  <a:ext uri="{FF2B5EF4-FFF2-40B4-BE49-F238E27FC236}">
                    <a16:creationId xmlns:a16="http://schemas.microsoft.com/office/drawing/2014/main" id="{A7DF8B3C-0BA3-74DE-AF80-15B88EDB4C9F}"/>
                  </a:ext>
                </a:extLst>
              </p:cNvPr>
              <p:cNvSpPr/>
              <p:nvPr/>
            </p:nvSpPr>
            <p:spPr>
              <a:xfrm>
                <a:off x="3385929" y="433697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 sz="1417" dirty="0"/>
              </a:p>
            </p:txBody>
          </p:sp>
          <p:sp>
            <p:nvSpPr>
              <p:cNvPr id="10" name="Rechteck: abgerundete Ecken 35">
                <a:extLst>
                  <a:ext uri="{FF2B5EF4-FFF2-40B4-BE49-F238E27FC236}">
                    <a16:creationId xmlns:a16="http://schemas.microsoft.com/office/drawing/2014/main" id="{E48A2F6A-34C0-9C04-0F07-FBF5DB12C689}"/>
                  </a:ext>
                </a:extLst>
              </p:cNvPr>
              <p:cNvSpPr/>
              <p:nvPr/>
            </p:nvSpPr>
            <p:spPr>
              <a:xfrm>
                <a:off x="3385929" y="489566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 sz="1417"/>
              </a:p>
            </p:txBody>
          </p:sp>
        </p:grpSp>
      </p:grpSp>
      <p:sp>
        <p:nvSpPr>
          <p:cNvPr id="15" name="Freihandform: Form 59">
            <a:extLst>
              <a:ext uri="{FF2B5EF4-FFF2-40B4-BE49-F238E27FC236}">
                <a16:creationId xmlns:a16="http://schemas.microsoft.com/office/drawing/2014/main" id="{7D7E98DA-9002-A785-9615-4A78A663C47D}"/>
              </a:ext>
            </a:extLst>
          </p:cNvPr>
          <p:cNvSpPr/>
          <p:nvPr/>
        </p:nvSpPr>
        <p:spPr>
          <a:xfrm rot="15977277">
            <a:off x="1754597" y="1397307"/>
            <a:ext cx="2274600" cy="1485987"/>
          </a:xfrm>
          <a:custGeom>
            <a:avLst/>
            <a:gdLst>
              <a:gd name="connsiteX0" fmla="*/ 647700 w 742950"/>
              <a:gd name="connsiteY0" fmla="*/ 171450 h 504825"/>
              <a:gd name="connsiteX1" fmla="*/ 625793 w 742950"/>
              <a:gd name="connsiteY1" fmla="*/ 174308 h 504825"/>
              <a:gd name="connsiteX2" fmla="*/ 628650 w 742950"/>
              <a:gd name="connsiteY2" fmla="*/ 152400 h 504825"/>
              <a:gd name="connsiteX3" fmla="*/ 533400 w 742950"/>
              <a:gd name="connsiteY3" fmla="*/ 57150 h 504825"/>
              <a:gd name="connsiteX4" fmla="*/ 474345 w 742950"/>
              <a:gd name="connsiteY4" fmla="*/ 77153 h 504825"/>
              <a:gd name="connsiteX5" fmla="*/ 381000 w 742950"/>
              <a:gd name="connsiteY5" fmla="*/ 0 h 504825"/>
              <a:gd name="connsiteX6" fmla="*/ 288608 w 742950"/>
              <a:gd name="connsiteY6" fmla="*/ 71438 h 504825"/>
              <a:gd name="connsiteX7" fmla="*/ 209550 w 742950"/>
              <a:gd name="connsiteY7" fmla="*/ 28575 h 504825"/>
              <a:gd name="connsiteX8" fmla="*/ 114300 w 742950"/>
              <a:gd name="connsiteY8" fmla="*/ 123825 h 504825"/>
              <a:gd name="connsiteX9" fmla="*/ 117157 w 742950"/>
              <a:gd name="connsiteY9" fmla="*/ 145733 h 504825"/>
              <a:gd name="connsiteX10" fmla="*/ 95250 w 742950"/>
              <a:gd name="connsiteY10" fmla="*/ 142875 h 504825"/>
              <a:gd name="connsiteX11" fmla="*/ 0 w 742950"/>
              <a:gd name="connsiteY11" fmla="*/ 238125 h 504825"/>
              <a:gd name="connsiteX12" fmla="*/ 95250 w 742950"/>
              <a:gd name="connsiteY12" fmla="*/ 333375 h 504825"/>
              <a:gd name="connsiteX13" fmla="*/ 96203 w 742950"/>
              <a:gd name="connsiteY13" fmla="*/ 333375 h 504825"/>
              <a:gd name="connsiteX14" fmla="*/ 190500 w 742950"/>
              <a:gd name="connsiteY14" fmla="*/ 419100 h 504825"/>
              <a:gd name="connsiteX15" fmla="*/ 248602 w 742950"/>
              <a:gd name="connsiteY15" fmla="*/ 399098 h 504825"/>
              <a:gd name="connsiteX16" fmla="*/ 247650 w 742950"/>
              <a:gd name="connsiteY16" fmla="*/ 409575 h 504825"/>
              <a:gd name="connsiteX17" fmla="*/ 342900 w 742950"/>
              <a:gd name="connsiteY17" fmla="*/ 504825 h 504825"/>
              <a:gd name="connsiteX18" fmla="*/ 438150 w 742950"/>
              <a:gd name="connsiteY18" fmla="*/ 418148 h 504825"/>
              <a:gd name="connsiteX19" fmla="*/ 514350 w 742950"/>
              <a:gd name="connsiteY19" fmla="*/ 457200 h 504825"/>
              <a:gd name="connsiteX20" fmla="*/ 609600 w 742950"/>
              <a:gd name="connsiteY20" fmla="*/ 361950 h 504825"/>
              <a:gd name="connsiteX21" fmla="*/ 609600 w 742950"/>
              <a:gd name="connsiteY21" fmla="*/ 353378 h 504825"/>
              <a:gd name="connsiteX22" fmla="*/ 647700 w 742950"/>
              <a:gd name="connsiteY22" fmla="*/ 361950 h 504825"/>
              <a:gd name="connsiteX23" fmla="*/ 742950 w 742950"/>
              <a:gd name="connsiteY23" fmla="*/ 266700 h 504825"/>
              <a:gd name="connsiteX24" fmla="*/ 647700 w 742950"/>
              <a:gd name="connsiteY24" fmla="*/ 171450 h 5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742950" h="504825">
                <a:moveTo>
                  <a:pt x="647700" y="171450"/>
                </a:moveTo>
                <a:cubicBezTo>
                  <a:pt x="640080" y="171450"/>
                  <a:pt x="633413" y="172403"/>
                  <a:pt x="625793" y="174308"/>
                </a:cubicBezTo>
                <a:cubicBezTo>
                  <a:pt x="627698" y="167640"/>
                  <a:pt x="628650" y="160020"/>
                  <a:pt x="628650" y="152400"/>
                </a:cubicBezTo>
                <a:cubicBezTo>
                  <a:pt x="628650" y="100013"/>
                  <a:pt x="585788" y="57150"/>
                  <a:pt x="533400" y="57150"/>
                </a:cubicBezTo>
                <a:cubicBezTo>
                  <a:pt x="511493" y="57150"/>
                  <a:pt x="490538" y="64770"/>
                  <a:pt x="474345" y="77153"/>
                </a:cubicBezTo>
                <a:cubicBezTo>
                  <a:pt x="466725" y="33338"/>
                  <a:pt x="427673" y="0"/>
                  <a:pt x="381000" y="0"/>
                </a:cubicBezTo>
                <a:cubicBezTo>
                  <a:pt x="337185" y="0"/>
                  <a:pt x="300038" y="30480"/>
                  <a:pt x="288608" y="71438"/>
                </a:cubicBezTo>
                <a:cubicBezTo>
                  <a:pt x="271463" y="45720"/>
                  <a:pt x="242888" y="28575"/>
                  <a:pt x="209550" y="28575"/>
                </a:cubicBezTo>
                <a:cubicBezTo>
                  <a:pt x="157163" y="28575"/>
                  <a:pt x="114300" y="71438"/>
                  <a:pt x="114300" y="123825"/>
                </a:cubicBezTo>
                <a:cubicBezTo>
                  <a:pt x="114300" y="131445"/>
                  <a:pt x="115253" y="138113"/>
                  <a:pt x="117157" y="145733"/>
                </a:cubicBezTo>
                <a:cubicBezTo>
                  <a:pt x="109538" y="143828"/>
                  <a:pt x="102870" y="142875"/>
                  <a:pt x="95250" y="142875"/>
                </a:cubicBezTo>
                <a:cubicBezTo>
                  <a:pt x="42863" y="142875"/>
                  <a:pt x="0" y="185738"/>
                  <a:pt x="0" y="238125"/>
                </a:cubicBezTo>
                <a:cubicBezTo>
                  <a:pt x="0" y="290513"/>
                  <a:pt x="42863" y="333375"/>
                  <a:pt x="95250" y="333375"/>
                </a:cubicBezTo>
                <a:cubicBezTo>
                  <a:pt x="95250" y="333375"/>
                  <a:pt x="95250" y="333375"/>
                  <a:pt x="96203" y="333375"/>
                </a:cubicBezTo>
                <a:cubicBezTo>
                  <a:pt x="100965" y="381953"/>
                  <a:pt x="141923" y="419100"/>
                  <a:pt x="190500" y="419100"/>
                </a:cubicBezTo>
                <a:cubicBezTo>
                  <a:pt x="212408" y="419100"/>
                  <a:pt x="232410" y="411480"/>
                  <a:pt x="248602" y="399098"/>
                </a:cubicBezTo>
                <a:cubicBezTo>
                  <a:pt x="248602" y="401955"/>
                  <a:pt x="247650" y="405765"/>
                  <a:pt x="247650" y="409575"/>
                </a:cubicBezTo>
                <a:cubicBezTo>
                  <a:pt x="247650" y="461963"/>
                  <a:pt x="290513" y="504825"/>
                  <a:pt x="342900" y="504825"/>
                </a:cubicBezTo>
                <a:cubicBezTo>
                  <a:pt x="392430" y="504825"/>
                  <a:pt x="433388" y="466725"/>
                  <a:pt x="438150" y="418148"/>
                </a:cubicBezTo>
                <a:cubicBezTo>
                  <a:pt x="455295" y="441960"/>
                  <a:pt x="482918" y="457200"/>
                  <a:pt x="514350" y="457200"/>
                </a:cubicBezTo>
                <a:cubicBezTo>
                  <a:pt x="566738" y="457200"/>
                  <a:pt x="609600" y="414338"/>
                  <a:pt x="609600" y="361950"/>
                </a:cubicBezTo>
                <a:cubicBezTo>
                  <a:pt x="609600" y="359093"/>
                  <a:pt x="609600" y="356235"/>
                  <a:pt x="609600" y="353378"/>
                </a:cubicBezTo>
                <a:cubicBezTo>
                  <a:pt x="621030" y="358140"/>
                  <a:pt x="634365" y="361950"/>
                  <a:pt x="647700" y="361950"/>
                </a:cubicBezTo>
                <a:cubicBezTo>
                  <a:pt x="700088" y="361950"/>
                  <a:pt x="742950" y="319088"/>
                  <a:pt x="742950" y="266700"/>
                </a:cubicBezTo>
                <a:cubicBezTo>
                  <a:pt x="742950" y="214313"/>
                  <a:pt x="700088" y="171450"/>
                  <a:pt x="647700" y="171450"/>
                </a:cubicBezTo>
                <a:close/>
              </a:path>
            </a:pathLst>
          </a:custGeom>
          <a:noFill/>
          <a:ln w="19050" cap="flat">
            <a:solidFill>
              <a:schemeClr val="accent5">
                <a:lumMod val="60000"/>
                <a:lumOff val="4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de-AT" sz="1417" dirty="0"/>
          </a:p>
        </p:txBody>
      </p:sp>
      <p:pic>
        <p:nvPicPr>
          <p:cNvPr id="16" name="Imagen 1" descr="Icono&#10;&#10;El contenido generado por IA puede ser incorrecto.">
            <a:extLst>
              <a:ext uri="{FF2B5EF4-FFF2-40B4-BE49-F238E27FC236}">
                <a16:creationId xmlns:a16="http://schemas.microsoft.com/office/drawing/2014/main" id="{B4CD6C6E-4605-CCBA-85B8-97271C973F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5369" y="3446326"/>
            <a:ext cx="642183" cy="508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5157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C7827E99-8F83-4DA7-A8B8-A343D4B63C15}"/>
              </a:ext>
            </a:extLst>
          </p:cNvPr>
          <p:cNvGrpSpPr>
            <a:grpSpLocks noChangeAspect="1"/>
          </p:cNvGrpSpPr>
          <p:nvPr/>
        </p:nvGrpSpPr>
        <p:grpSpPr>
          <a:xfrm>
            <a:off x="1044191" y="1029101"/>
            <a:ext cx="3684688" cy="2223471"/>
            <a:chOff x="1760400" y="1360800"/>
            <a:chExt cx="5619600" cy="3391047"/>
          </a:xfrm>
        </p:grpSpPr>
        <p:sp>
          <p:nvSpPr>
            <p:cNvPr id="23" name="Flussdiagramm: Verbinder 22">
              <a:extLst>
                <a:ext uri="{FF2B5EF4-FFF2-40B4-BE49-F238E27FC236}">
                  <a16:creationId xmlns:a16="http://schemas.microsoft.com/office/drawing/2014/main" id="{53B07BB2-78DF-431D-9B4C-1066EE986C2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20000" y="13608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sz="1417" dirty="0"/>
            </a:p>
          </p:txBody>
        </p:sp>
        <p:sp>
          <p:nvSpPr>
            <p:cNvPr id="24" name="Flussdiagramm: Verbinder 23">
              <a:extLst>
                <a:ext uri="{FF2B5EF4-FFF2-40B4-BE49-F238E27FC236}">
                  <a16:creationId xmlns:a16="http://schemas.microsoft.com/office/drawing/2014/main" id="{9958973D-7650-4BCA-8658-6FD5B183996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760400" y="28368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sz="1417" dirty="0"/>
            </a:p>
          </p:txBody>
        </p:sp>
        <p:sp>
          <p:nvSpPr>
            <p:cNvPr id="25" name="Flussdiagramm: Verbinder 24">
              <a:extLst>
                <a:ext uri="{FF2B5EF4-FFF2-40B4-BE49-F238E27FC236}">
                  <a16:creationId xmlns:a16="http://schemas.microsoft.com/office/drawing/2014/main" id="{CBA11772-1142-4621-AD15-9A10EB123CE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03200" y="17640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sz="1417" dirty="0"/>
            </a:p>
          </p:txBody>
        </p:sp>
        <p:sp>
          <p:nvSpPr>
            <p:cNvPr id="26" name="Flussdiagramm: Verbinder 25">
              <a:extLst>
                <a:ext uri="{FF2B5EF4-FFF2-40B4-BE49-F238E27FC236}">
                  <a16:creationId xmlns:a16="http://schemas.microsoft.com/office/drawing/2014/main" id="{17CC835B-7D2B-4AEA-91C2-D5AC42614A2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33200" y="17640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sz="1417" dirty="0"/>
            </a:p>
          </p:txBody>
        </p:sp>
        <p:sp>
          <p:nvSpPr>
            <p:cNvPr id="27" name="Flussdiagramm: Verbinder 26">
              <a:extLst>
                <a:ext uri="{FF2B5EF4-FFF2-40B4-BE49-F238E27FC236}">
                  <a16:creationId xmlns:a16="http://schemas.microsoft.com/office/drawing/2014/main" id="{0B937B9A-6443-4AEA-9905-2A8FBE3CF31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76000" y="28368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sz="1417" dirty="0"/>
            </a:p>
          </p:txBody>
        </p:sp>
        <p:sp>
          <p:nvSpPr>
            <p:cNvPr id="28" name="Flussdiagramm: Verbinder 27">
              <a:extLst>
                <a:ext uri="{FF2B5EF4-FFF2-40B4-BE49-F238E27FC236}">
                  <a16:creationId xmlns:a16="http://schemas.microsoft.com/office/drawing/2014/main" id="{891BD726-B306-44ED-A8CE-F0178E94880E}"/>
                </a:ext>
              </a:extLst>
            </p:cNvPr>
            <p:cNvSpPr/>
            <p:nvPr/>
          </p:nvSpPr>
          <p:spPr>
            <a:xfrm>
              <a:off x="4392000" y="4391807"/>
              <a:ext cx="360000" cy="360040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sz="1417" dirty="0"/>
            </a:p>
          </p:txBody>
        </p:sp>
      </p:grpSp>
      <p:sp>
        <p:nvSpPr>
          <p:cNvPr id="59" name="Bogen 58">
            <a:extLst>
              <a:ext uri="{FF2B5EF4-FFF2-40B4-BE49-F238E27FC236}">
                <a16:creationId xmlns:a16="http://schemas.microsoft.com/office/drawing/2014/main" id="{9054B021-95B3-48B9-AA3A-D6F8C84C6BBE}"/>
              </a:ext>
            </a:extLst>
          </p:cNvPr>
          <p:cNvSpPr/>
          <p:nvPr/>
        </p:nvSpPr>
        <p:spPr>
          <a:xfrm rot="1273589" flipV="1">
            <a:off x="2694335" y="1124371"/>
            <a:ext cx="1070328" cy="2030603"/>
          </a:xfrm>
          <a:prstGeom prst="arc">
            <a:avLst>
              <a:gd name="adj1" fmla="val 16591373"/>
              <a:gd name="adj2" fmla="val 3381995"/>
            </a:avLst>
          </a:prstGeom>
          <a:ln w="41275">
            <a:solidFill>
              <a:schemeClr val="accent5">
                <a:lumMod val="60000"/>
                <a:lumOff val="40000"/>
              </a:schemeClr>
            </a:solidFill>
            <a:prstDash val="sysDot"/>
            <a:headEnd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AT" sz="1417" dirty="0"/>
          </a:p>
        </p:txBody>
      </p: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3CD78AC0-99CA-4DC5-8054-3317B22EA4D9}"/>
              </a:ext>
            </a:extLst>
          </p:cNvPr>
          <p:cNvGrpSpPr>
            <a:grpSpLocks noChangeAspect="1"/>
          </p:cNvGrpSpPr>
          <p:nvPr/>
        </p:nvGrpSpPr>
        <p:grpSpPr>
          <a:xfrm>
            <a:off x="3755117" y="979357"/>
            <a:ext cx="510973" cy="569147"/>
            <a:chOff x="4184655" y="1692997"/>
            <a:chExt cx="1906332" cy="2123348"/>
          </a:xfrm>
          <a:solidFill>
            <a:schemeClr val="accent5">
              <a:lumMod val="60000"/>
              <a:lumOff val="40000"/>
            </a:schemeClr>
          </a:solidFill>
        </p:grpSpPr>
        <p:pic>
          <p:nvPicPr>
            <p:cNvPr id="30" name="Grafik 29" descr="Bleistift mit einfarbiger Füllung">
              <a:extLst>
                <a:ext uri="{FF2B5EF4-FFF2-40B4-BE49-F238E27FC236}">
                  <a16:creationId xmlns:a16="http://schemas.microsoft.com/office/drawing/2014/main" id="{4A30D448-2B49-472B-87B1-6406278BAAD3}"/>
                </a:ext>
              </a:extLst>
            </p:cNvPr>
            <p:cNvPicPr preferRelativeResize="0"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21085753">
              <a:off x="4326104" y="1692997"/>
              <a:ext cx="1764883" cy="1764000"/>
            </a:xfrm>
            <a:prstGeom prst="rect">
              <a:avLst/>
            </a:prstGeom>
          </p:spPr>
        </p:pic>
        <p:grpSp>
          <p:nvGrpSpPr>
            <p:cNvPr id="31" name="Gruppieren 30">
              <a:extLst>
                <a:ext uri="{FF2B5EF4-FFF2-40B4-BE49-F238E27FC236}">
                  <a16:creationId xmlns:a16="http://schemas.microsoft.com/office/drawing/2014/main" id="{5A3FF373-66C1-4EE4-925C-9624B154B0FA}"/>
                </a:ext>
              </a:extLst>
            </p:cNvPr>
            <p:cNvGrpSpPr/>
            <p:nvPr/>
          </p:nvGrpSpPr>
          <p:grpSpPr>
            <a:xfrm>
              <a:off x="4550400" y="3041655"/>
              <a:ext cx="43200" cy="774690"/>
              <a:chOff x="3385929" y="4336972"/>
              <a:chExt cx="57150" cy="774690"/>
            </a:xfrm>
            <a:grpFill/>
          </p:grpSpPr>
          <p:sp>
            <p:nvSpPr>
              <p:cNvPr id="44" name="Rechteck: abgerundete Ecken 43">
                <a:extLst>
                  <a:ext uri="{FF2B5EF4-FFF2-40B4-BE49-F238E27FC236}">
                    <a16:creationId xmlns:a16="http://schemas.microsoft.com/office/drawing/2014/main" id="{B7282ABD-A0B3-443E-8769-EA499A9DA7BE}"/>
                  </a:ext>
                </a:extLst>
              </p:cNvPr>
              <p:cNvSpPr/>
              <p:nvPr/>
            </p:nvSpPr>
            <p:spPr>
              <a:xfrm>
                <a:off x="3385929" y="433697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 sz="1417" dirty="0"/>
              </a:p>
            </p:txBody>
          </p:sp>
          <p:sp>
            <p:nvSpPr>
              <p:cNvPr id="57" name="Rechteck: abgerundete Ecken 56">
                <a:extLst>
                  <a:ext uri="{FF2B5EF4-FFF2-40B4-BE49-F238E27FC236}">
                    <a16:creationId xmlns:a16="http://schemas.microsoft.com/office/drawing/2014/main" id="{F921851C-651B-4314-8BD7-3244D5DFFED7}"/>
                  </a:ext>
                </a:extLst>
              </p:cNvPr>
              <p:cNvSpPr/>
              <p:nvPr/>
            </p:nvSpPr>
            <p:spPr>
              <a:xfrm>
                <a:off x="3385929" y="489566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 sz="1417"/>
              </a:p>
            </p:txBody>
          </p:sp>
        </p:grpSp>
        <p:grpSp>
          <p:nvGrpSpPr>
            <p:cNvPr id="32" name="Gruppieren 31">
              <a:extLst>
                <a:ext uri="{FF2B5EF4-FFF2-40B4-BE49-F238E27FC236}">
                  <a16:creationId xmlns:a16="http://schemas.microsoft.com/office/drawing/2014/main" id="{E2A40100-B855-461A-A52C-3E65C3E2E27E}"/>
                </a:ext>
              </a:extLst>
            </p:cNvPr>
            <p:cNvGrpSpPr/>
            <p:nvPr/>
          </p:nvGrpSpPr>
          <p:grpSpPr>
            <a:xfrm rot="5400000">
              <a:off x="4550400" y="3041655"/>
              <a:ext cx="43200" cy="774690"/>
              <a:chOff x="3385929" y="4336972"/>
              <a:chExt cx="57150" cy="774690"/>
            </a:xfrm>
            <a:grpFill/>
          </p:grpSpPr>
          <p:sp>
            <p:nvSpPr>
              <p:cNvPr id="37" name="Rechteck: abgerundete Ecken 36">
                <a:extLst>
                  <a:ext uri="{FF2B5EF4-FFF2-40B4-BE49-F238E27FC236}">
                    <a16:creationId xmlns:a16="http://schemas.microsoft.com/office/drawing/2014/main" id="{2CF40554-D44D-46D0-A374-40E567830F71}"/>
                  </a:ext>
                </a:extLst>
              </p:cNvPr>
              <p:cNvSpPr/>
              <p:nvPr/>
            </p:nvSpPr>
            <p:spPr>
              <a:xfrm>
                <a:off x="3385929" y="433697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 sz="1417" dirty="0"/>
              </a:p>
            </p:txBody>
          </p:sp>
          <p:sp>
            <p:nvSpPr>
              <p:cNvPr id="38" name="Rechteck: abgerundete Ecken 37">
                <a:extLst>
                  <a:ext uri="{FF2B5EF4-FFF2-40B4-BE49-F238E27FC236}">
                    <a16:creationId xmlns:a16="http://schemas.microsoft.com/office/drawing/2014/main" id="{75318698-5E81-4AE3-8371-41C16106D470}"/>
                  </a:ext>
                </a:extLst>
              </p:cNvPr>
              <p:cNvSpPr/>
              <p:nvPr/>
            </p:nvSpPr>
            <p:spPr>
              <a:xfrm>
                <a:off x="3385929" y="489566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 sz="1417"/>
              </a:p>
            </p:txBody>
          </p:sp>
        </p:grpSp>
        <p:sp>
          <p:nvSpPr>
            <p:cNvPr id="33" name="Rechteck: abgerundete Ecken 32">
              <a:extLst>
                <a:ext uri="{FF2B5EF4-FFF2-40B4-BE49-F238E27FC236}">
                  <a16:creationId xmlns:a16="http://schemas.microsoft.com/office/drawing/2014/main" id="{0EC4A0F4-E3D8-4412-BB80-4EAC3916B645}"/>
                </a:ext>
              </a:extLst>
            </p:cNvPr>
            <p:cNvSpPr/>
            <p:nvPr/>
          </p:nvSpPr>
          <p:spPr>
            <a:xfrm rot="2700000">
              <a:off x="4352873" y="3518528"/>
              <a:ext cx="43200" cy="216000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sz="1417"/>
            </a:p>
          </p:txBody>
        </p:sp>
        <p:grpSp>
          <p:nvGrpSpPr>
            <p:cNvPr id="34" name="Gruppieren 33">
              <a:extLst>
                <a:ext uri="{FF2B5EF4-FFF2-40B4-BE49-F238E27FC236}">
                  <a16:creationId xmlns:a16="http://schemas.microsoft.com/office/drawing/2014/main" id="{A5C27D18-DDE3-412E-9610-CF0908FEF610}"/>
                </a:ext>
              </a:extLst>
            </p:cNvPr>
            <p:cNvGrpSpPr/>
            <p:nvPr/>
          </p:nvGrpSpPr>
          <p:grpSpPr>
            <a:xfrm rot="8100000">
              <a:off x="4550400" y="3041655"/>
              <a:ext cx="43200" cy="774690"/>
              <a:chOff x="3385929" y="4336972"/>
              <a:chExt cx="57150" cy="774690"/>
            </a:xfrm>
            <a:grpFill/>
          </p:grpSpPr>
          <p:sp>
            <p:nvSpPr>
              <p:cNvPr id="35" name="Rechteck: abgerundete Ecken 34">
                <a:extLst>
                  <a:ext uri="{FF2B5EF4-FFF2-40B4-BE49-F238E27FC236}">
                    <a16:creationId xmlns:a16="http://schemas.microsoft.com/office/drawing/2014/main" id="{8F670EEF-32E2-4566-9C51-6D9C078B5ABB}"/>
                  </a:ext>
                </a:extLst>
              </p:cNvPr>
              <p:cNvSpPr/>
              <p:nvPr/>
            </p:nvSpPr>
            <p:spPr>
              <a:xfrm>
                <a:off x="3385929" y="433697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 sz="1417" dirty="0"/>
              </a:p>
            </p:txBody>
          </p:sp>
          <p:sp>
            <p:nvSpPr>
              <p:cNvPr id="36" name="Rechteck: abgerundete Ecken 35">
                <a:extLst>
                  <a:ext uri="{FF2B5EF4-FFF2-40B4-BE49-F238E27FC236}">
                    <a16:creationId xmlns:a16="http://schemas.microsoft.com/office/drawing/2014/main" id="{6705CCB4-4F22-4861-BEC4-6A1DAABFC608}"/>
                  </a:ext>
                </a:extLst>
              </p:cNvPr>
              <p:cNvSpPr/>
              <p:nvPr/>
            </p:nvSpPr>
            <p:spPr>
              <a:xfrm>
                <a:off x="3385929" y="489566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 sz="1417"/>
              </a:p>
            </p:txBody>
          </p:sp>
        </p:grpSp>
      </p:grpSp>
      <p:sp>
        <p:nvSpPr>
          <p:cNvPr id="3" name="Freihandform: Form 59">
            <a:extLst>
              <a:ext uri="{FF2B5EF4-FFF2-40B4-BE49-F238E27FC236}">
                <a16:creationId xmlns:a16="http://schemas.microsoft.com/office/drawing/2014/main" id="{3F23BC0B-E60B-D638-5D21-DA06DCD801DA}"/>
              </a:ext>
            </a:extLst>
          </p:cNvPr>
          <p:cNvSpPr/>
          <p:nvPr/>
        </p:nvSpPr>
        <p:spPr>
          <a:xfrm rot="17849146">
            <a:off x="2260507" y="1542837"/>
            <a:ext cx="2274600" cy="1485987"/>
          </a:xfrm>
          <a:custGeom>
            <a:avLst/>
            <a:gdLst>
              <a:gd name="connsiteX0" fmla="*/ 647700 w 742950"/>
              <a:gd name="connsiteY0" fmla="*/ 171450 h 504825"/>
              <a:gd name="connsiteX1" fmla="*/ 625793 w 742950"/>
              <a:gd name="connsiteY1" fmla="*/ 174308 h 504825"/>
              <a:gd name="connsiteX2" fmla="*/ 628650 w 742950"/>
              <a:gd name="connsiteY2" fmla="*/ 152400 h 504825"/>
              <a:gd name="connsiteX3" fmla="*/ 533400 w 742950"/>
              <a:gd name="connsiteY3" fmla="*/ 57150 h 504825"/>
              <a:gd name="connsiteX4" fmla="*/ 474345 w 742950"/>
              <a:gd name="connsiteY4" fmla="*/ 77153 h 504825"/>
              <a:gd name="connsiteX5" fmla="*/ 381000 w 742950"/>
              <a:gd name="connsiteY5" fmla="*/ 0 h 504825"/>
              <a:gd name="connsiteX6" fmla="*/ 288608 w 742950"/>
              <a:gd name="connsiteY6" fmla="*/ 71438 h 504825"/>
              <a:gd name="connsiteX7" fmla="*/ 209550 w 742950"/>
              <a:gd name="connsiteY7" fmla="*/ 28575 h 504825"/>
              <a:gd name="connsiteX8" fmla="*/ 114300 w 742950"/>
              <a:gd name="connsiteY8" fmla="*/ 123825 h 504825"/>
              <a:gd name="connsiteX9" fmla="*/ 117157 w 742950"/>
              <a:gd name="connsiteY9" fmla="*/ 145733 h 504825"/>
              <a:gd name="connsiteX10" fmla="*/ 95250 w 742950"/>
              <a:gd name="connsiteY10" fmla="*/ 142875 h 504825"/>
              <a:gd name="connsiteX11" fmla="*/ 0 w 742950"/>
              <a:gd name="connsiteY11" fmla="*/ 238125 h 504825"/>
              <a:gd name="connsiteX12" fmla="*/ 95250 w 742950"/>
              <a:gd name="connsiteY12" fmla="*/ 333375 h 504825"/>
              <a:gd name="connsiteX13" fmla="*/ 96203 w 742950"/>
              <a:gd name="connsiteY13" fmla="*/ 333375 h 504825"/>
              <a:gd name="connsiteX14" fmla="*/ 190500 w 742950"/>
              <a:gd name="connsiteY14" fmla="*/ 419100 h 504825"/>
              <a:gd name="connsiteX15" fmla="*/ 248602 w 742950"/>
              <a:gd name="connsiteY15" fmla="*/ 399098 h 504825"/>
              <a:gd name="connsiteX16" fmla="*/ 247650 w 742950"/>
              <a:gd name="connsiteY16" fmla="*/ 409575 h 504825"/>
              <a:gd name="connsiteX17" fmla="*/ 342900 w 742950"/>
              <a:gd name="connsiteY17" fmla="*/ 504825 h 504825"/>
              <a:gd name="connsiteX18" fmla="*/ 438150 w 742950"/>
              <a:gd name="connsiteY18" fmla="*/ 418148 h 504825"/>
              <a:gd name="connsiteX19" fmla="*/ 514350 w 742950"/>
              <a:gd name="connsiteY19" fmla="*/ 457200 h 504825"/>
              <a:gd name="connsiteX20" fmla="*/ 609600 w 742950"/>
              <a:gd name="connsiteY20" fmla="*/ 361950 h 504825"/>
              <a:gd name="connsiteX21" fmla="*/ 609600 w 742950"/>
              <a:gd name="connsiteY21" fmla="*/ 353378 h 504825"/>
              <a:gd name="connsiteX22" fmla="*/ 647700 w 742950"/>
              <a:gd name="connsiteY22" fmla="*/ 361950 h 504825"/>
              <a:gd name="connsiteX23" fmla="*/ 742950 w 742950"/>
              <a:gd name="connsiteY23" fmla="*/ 266700 h 504825"/>
              <a:gd name="connsiteX24" fmla="*/ 647700 w 742950"/>
              <a:gd name="connsiteY24" fmla="*/ 171450 h 5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742950" h="504825">
                <a:moveTo>
                  <a:pt x="647700" y="171450"/>
                </a:moveTo>
                <a:cubicBezTo>
                  <a:pt x="640080" y="171450"/>
                  <a:pt x="633413" y="172403"/>
                  <a:pt x="625793" y="174308"/>
                </a:cubicBezTo>
                <a:cubicBezTo>
                  <a:pt x="627698" y="167640"/>
                  <a:pt x="628650" y="160020"/>
                  <a:pt x="628650" y="152400"/>
                </a:cubicBezTo>
                <a:cubicBezTo>
                  <a:pt x="628650" y="100013"/>
                  <a:pt x="585788" y="57150"/>
                  <a:pt x="533400" y="57150"/>
                </a:cubicBezTo>
                <a:cubicBezTo>
                  <a:pt x="511493" y="57150"/>
                  <a:pt x="490538" y="64770"/>
                  <a:pt x="474345" y="77153"/>
                </a:cubicBezTo>
                <a:cubicBezTo>
                  <a:pt x="466725" y="33338"/>
                  <a:pt x="427673" y="0"/>
                  <a:pt x="381000" y="0"/>
                </a:cubicBezTo>
                <a:cubicBezTo>
                  <a:pt x="337185" y="0"/>
                  <a:pt x="300038" y="30480"/>
                  <a:pt x="288608" y="71438"/>
                </a:cubicBezTo>
                <a:cubicBezTo>
                  <a:pt x="271463" y="45720"/>
                  <a:pt x="242888" y="28575"/>
                  <a:pt x="209550" y="28575"/>
                </a:cubicBezTo>
                <a:cubicBezTo>
                  <a:pt x="157163" y="28575"/>
                  <a:pt x="114300" y="71438"/>
                  <a:pt x="114300" y="123825"/>
                </a:cubicBezTo>
                <a:cubicBezTo>
                  <a:pt x="114300" y="131445"/>
                  <a:pt x="115253" y="138113"/>
                  <a:pt x="117157" y="145733"/>
                </a:cubicBezTo>
                <a:cubicBezTo>
                  <a:pt x="109538" y="143828"/>
                  <a:pt x="102870" y="142875"/>
                  <a:pt x="95250" y="142875"/>
                </a:cubicBezTo>
                <a:cubicBezTo>
                  <a:pt x="42863" y="142875"/>
                  <a:pt x="0" y="185738"/>
                  <a:pt x="0" y="238125"/>
                </a:cubicBezTo>
                <a:cubicBezTo>
                  <a:pt x="0" y="290513"/>
                  <a:pt x="42863" y="333375"/>
                  <a:pt x="95250" y="333375"/>
                </a:cubicBezTo>
                <a:cubicBezTo>
                  <a:pt x="95250" y="333375"/>
                  <a:pt x="95250" y="333375"/>
                  <a:pt x="96203" y="333375"/>
                </a:cubicBezTo>
                <a:cubicBezTo>
                  <a:pt x="100965" y="381953"/>
                  <a:pt x="141923" y="419100"/>
                  <a:pt x="190500" y="419100"/>
                </a:cubicBezTo>
                <a:cubicBezTo>
                  <a:pt x="212408" y="419100"/>
                  <a:pt x="232410" y="411480"/>
                  <a:pt x="248602" y="399098"/>
                </a:cubicBezTo>
                <a:cubicBezTo>
                  <a:pt x="248602" y="401955"/>
                  <a:pt x="247650" y="405765"/>
                  <a:pt x="247650" y="409575"/>
                </a:cubicBezTo>
                <a:cubicBezTo>
                  <a:pt x="247650" y="461963"/>
                  <a:pt x="290513" y="504825"/>
                  <a:pt x="342900" y="504825"/>
                </a:cubicBezTo>
                <a:cubicBezTo>
                  <a:pt x="392430" y="504825"/>
                  <a:pt x="433388" y="466725"/>
                  <a:pt x="438150" y="418148"/>
                </a:cubicBezTo>
                <a:cubicBezTo>
                  <a:pt x="455295" y="441960"/>
                  <a:pt x="482918" y="457200"/>
                  <a:pt x="514350" y="457200"/>
                </a:cubicBezTo>
                <a:cubicBezTo>
                  <a:pt x="566738" y="457200"/>
                  <a:pt x="609600" y="414338"/>
                  <a:pt x="609600" y="361950"/>
                </a:cubicBezTo>
                <a:cubicBezTo>
                  <a:pt x="609600" y="359093"/>
                  <a:pt x="609600" y="356235"/>
                  <a:pt x="609600" y="353378"/>
                </a:cubicBezTo>
                <a:cubicBezTo>
                  <a:pt x="621030" y="358140"/>
                  <a:pt x="634365" y="361950"/>
                  <a:pt x="647700" y="361950"/>
                </a:cubicBezTo>
                <a:cubicBezTo>
                  <a:pt x="700088" y="361950"/>
                  <a:pt x="742950" y="319088"/>
                  <a:pt x="742950" y="266700"/>
                </a:cubicBezTo>
                <a:cubicBezTo>
                  <a:pt x="742950" y="214313"/>
                  <a:pt x="700088" y="171450"/>
                  <a:pt x="647700" y="171450"/>
                </a:cubicBezTo>
                <a:close/>
              </a:path>
            </a:pathLst>
          </a:custGeom>
          <a:noFill/>
          <a:ln w="19050" cap="flat">
            <a:solidFill>
              <a:schemeClr val="accent5">
                <a:lumMod val="60000"/>
                <a:lumOff val="4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de-AT" sz="1417" dirty="0"/>
          </a:p>
        </p:txBody>
      </p:sp>
      <p:pic>
        <p:nvPicPr>
          <p:cNvPr id="4" name="Imagen 1" descr="Icono&#10;&#10;El contenido generado por IA puede ser incorrecto.">
            <a:extLst>
              <a:ext uri="{FF2B5EF4-FFF2-40B4-BE49-F238E27FC236}">
                <a16:creationId xmlns:a16="http://schemas.microsoft.com/office/drawing/2014/main" id="{37183867-9683-083B-4852-3AB51975C0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9412" y="1391733"/>
            <a:ext cx="642183" cy="508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1045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DE73811A-6C42-40C5-8D86-1544F1365E0F}"/>
              </a:ext>
            </a:extLst>
          </p:cNvPr>
          <p:cNvGrpSpPr>
            <a:grpSpLocks noChangeAspect="1"/>
          </p:cNvGrpSpPr>
          <p:nvPr/>
        </p:nvGrpSpPr>
        <p:grpSpPr>
          <a:xfrm>
            <a:off x="1044191" y="1029101"/>
            <a:ext cx="3684688" cy="2223471"/>
            <a:chOff x="1760400" y="1360800"/>
            <a:chExt cx="5619600" cy="3391047"/>
          </a:xfrm>
        </p:grpSpPr>
        <p:sp>
          <p:nvSpPr>
            <p:cNvPr id="23" name="Flussdiagramm: Verbinder 22">
              <a:extLst>
                <a:ext uri="{FF2B5EF4-FFF2-40B4-BE49-F238E27FC236}">
                  <a16:creationId xmlns:a16="http://schemas.microsoft.com/office/drawing/2014/main" id="{B6A20C29-1C6F-411A-8A46-773F2C55DF8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20000" y="13608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sz="1417" dirty="0"/>
            </a:p>
          </p:txBody>
        </p:sp>
        <p:sp>
          <p:nvSpPr>
            <p:cNvPr id="24" name="Flussdiagramm: Verbinder 23">
              <a:extLst>
                <a:ext uri="{FF2B5EF4-FFF2-40B4-BE49-F238E27FC236}">
                  <a16:creationId xmlns:a16="http://schemas.microsoft.com/office/drawing/2014/main" id="{A31897BB-1A93-4978-8DEB-7BFEE707D36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760400" y="28368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sz="1417" dirty="0"/>
            </a:p>
          </p:txBody>
        </p:sp>
        <p:sp>
          <p:nvSpPr>
            <p:cNvPr id="25" name="Flussdiagramm: Verbinder 24">
              <a:extLst>
                <a:ext uri="{FF2B5EF4-FFF2-40B4-BE49-F238E27FC236}">
                  <a16:creationId xmlns:a16="http://schemas.microsoft.com/office/drawing/2014/main" id="{BC65BD9A-439F-4939-8035-C2903261576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03200" y="17640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sz="1417" dirty="0"/>
            </a:p>
          </p:txBody>
        </p:sp>
        <p:sp>
          <p:nvSpPr>
            <p:cNvPr id="26" name="Flussdiagramm: Verbinder 25">
              <a:extLst>
                <a:ext uri="{FF2B5EF4-FFF2-40B4-BE49-F238E27FC236}">
                  <a16:creationId xmlns:a16="http://schemas.microsoft.com/office/drawing/2014/main" id="{17BE408F-4F61-4E03-B9AC-E74E04E8F5C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33200" y="17640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sz="1417" dirty="0"/>
            </a:p>
          </p:txBody>
        </p:sp>
        <p:sp>
          <p:nvSpPr>
            <p:cNvPr id="27" name="Flussdiagramm: Verbinder 26">
              <a:extLst>
                <a:ext uri="{FF2B5EF4-FFF2-40B4-BE49-F238E27FC236}">
                  <a16:creationId xmlns:a16="http://schemas.microsoft.com/office/drawing/2014/main" id="{CF6A3A16-43AB-4519-BAF9-87B26038EED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76000" y="28368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sz="1417" dirty="0"/>
            </a:p>
          </p:txBody>
        </p:sp>
        <p:sp>
          <p:nvSpPr>
            <p:cNvPr id="28" name="Flussdiagramm: Verbinder 27">
              <a:extLst>
                <a:ext uri="{FF2B5EF4-FFF2-40B4-BE49-F238E27FC236}">
                  <a16:creationId xmlns:a16="http://schemas.microsoft.com/office/drawing/2014/main" id="{3DF3F4EE-A229-40BA-91D6-F5B4DCC1ACE8}"/>
                </a:ext>
              </a:extLst>
            </p:cNvPr>
            <p:cNvSpPr/>
            <p:nvPr/>
          </p:nvSpPr>
          <p:spPr>
            <a:xfrm>
              <a:off x="4392000" y="4391807"/>
              <a:ext cx="360000" cy="360040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sz="1417" dirty="0"/>
            </a:p>
          </p:txBody>
        </p:sp>
      </p:grpSp>
      <p:sp>
        <p:nvSpPr>
          <p:cNvPr id="58" name="Bogen 57">
            <a:extLst>
              <a:ext uri="{FF2B5EF4-FFF2-40B4-BE49-F238E27FC236}">
                <a16:creationId xmlns:a16="http://schemas.microsoft.com/office/drawing/2014/main" id="{A4C748DD-28E2-4C6A-8FD8-758AA783F6F4}"/>
              </a:ext>
            </a:extLst>
          </p:cNvPr>
          <p:cNvSpPr/>
          <p:nvPr/>
        </p:nvSpPr>
        <p:spPr>
          <a:xfrm rot="12954953" flipH="1" flipV="1">
            <a:off x="2693401" y="1197560"/>
            <a:ext cx="1002481" cy="2073269"/>
          </a:xfrm>
          <a:prstGeom prst="arc">
            <a:avLst>
              <a:gd name="adj1" fmla="val 16591373"/>
              <a:gd name="adj2" fmla="val 3902209"/>
            </a:avLst>
          </a:prstGeom>
          <a:ln w="41275">
            <a:solidFill>
              <a:schemeClr val="accent5">
                <a:lumMod val="60000"/>
                <a:lumOff val="40000"/>
              </a:schemeClr>
            </a:solidFill>
            <a:prstDash val="sysDot"/>
            <a:headEnd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AT" sz="1417" dirty="0"/>
          </a:p>
        </p:txBody>
      </p:sp>
      <p:grpSp>
        <p:nvGrpSpPr>
          <p:cNvPr id="3" name="Gruppieren 27">
            <a:extLst>
              <a:ext uri="{FF2B5EF4-FFF2-40B4-BE49-F238E27FC236}">
                <a16:creationId xmlns:a16="http://schemas.microsoft.com/office/drawing/2014/main" id="{5C568857-CEFA-0CEF-C420-4F49A9ABF95F}"/>
              </a:ext>
            </a:extLst>
          </p:cNvPr>
          <p:cNvGrpSpPr>
            <a:grpSpLocks noChangeAspect="1"/>
          </p:cNvGrpSpPr>
          <p:nvPr/>
        </p:nvGrpSpPr>
        <p:grpSpPr>
          <a:xfrm>
            <a:off x="2783931" y="2673419"/>
            <a:ext cx="510973" cy="569147"/>
            <a:chOff x="4184655" y="1692997"/>
            <a:chExt cx="1906332" cy="2123348"/>
          </a:xfrm>
          <a:solidFill>
            <a:schemeClr val="accent5">
              <a:lumMod val="60000"/>
              <a:lumOff val="40000"/>
            </a:schemeClr>
          </a:solidFill>
        </p:grpSpPr>
        <p:pic>
          <p:nvPicPr>
            <p:cNvPr id="4" name="Grafik 29" descr="Bleistift mit einfarbiger Füllung">
              <a:extLst>
                <a:ext uri="{FF2B5EF4-FFF2-40B4-BE49-F238E27FC236}">
                  <a16:creationId xmlns:a16="http://schemas.microsoft.com/office/drawing/2014/main" id="{D8552D9E-775B-2A90-5B8A-1F5AD33B60E9}"/>
                </a:ext>
              </a:extLst>
            </p:cNvPr>
            <p:cNvPicPr preferRelativeResize="0"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21085753">
              <a:off x="4326104" y="1692997"/>
              <a:ext cx="1764883" cy="1764000"/>
            </a:xfrm>
            <a:prstGeom prst="rect">
              <a:avLst/>
            </a:prstGeom>
          </p:spPr>
        </p:pic>
        <p:grpSp>
          <p:nvGrpSpPr>
            <p:cNvPr id="5" name="Gruppieren 30">
              <a:extLst>
                <a:ext uri="{FF2B5EF4-FFF2-40B4-BE49-F238E27FC236}">
                  <a16:creationId xmlns:a16="http://schemas.microsoft.com/office/drawing/2014/main" id="{DB1515DF-8EF9-633E-904C-904357BD5ED5}"/>
                </a:ext>
              </a:extLst>
            </p:cNvPr>
            <p:cNvGrpSpPr/>
            <p:nvPr/>
          </p:nvGrpSpPr>
          <p:grpSpPr>
            <a:xfrm>
              <a:off x="4550400" y="3041655"/>
              <a:ext cx="43200" cy="774690"/>
              <a:chOff x="3385929" y="4336972"/>
              <a:chExt cx="57150" cy="774690"/>
            </a:xfrm>
            <a:grpFill/>
          </p:grpSpPr>
          <p:sp>
            <p:nvSpPr>
              <p:cNvPr id="13" name="Rechteck: abgerundete Ecken 38">
                <a:extLst>
                  <a:ext uri="{FF2B5EF4-FFF2-40B4-BE49-F238E27FC236}">
                    <a16:creationId xmlns:a16="http://schemas.microsoft.com/office/drawing/2014/main" id="{4A2A8D28-DB10-3FD6-3994-5580C17484D3}"/>
                  </a:ext>
                </a:extLst>
              </p:cNvPr>
              <p:cNvSpPr/>
              <p:nvPr/>
            </p:nvSpPr>
            <p:spPr>
              <a:xfrm>
                <a:off x="3385929" y="433697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 sz="1417" dirty="0"/>
              </a:p>
            </p:txBody>
          </p:sp>
          <p:sp>
            <p:nvSpPr>
              <p:cNvPr id="14" name="Rechteck: abgerundete Ecken 48">
                <a:extLst>
                  <a:ext uri="{FF2B5EF4-FFF2-40B4-BE49-F238E27FC236}">
                    <a16:creationId xmlns:a16="http://schemas.microsoft.com/office/drawing/2014/main" id="{C4E5D2BA-55F0-37BF-87D9-ED5BEB3C24CC}"/>
                  </a:ext>
                </a:extLst>
              </p:cNvPr>
              <p:cNvSpPr/>
              <p:nvPr/>
            </p:nvSpPr>
            <p:spPr>
              <a:xfrm>
                <a:off x="3385929" y="489566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 sz="1417"/>
              </a:p>
            </p:txBody>
          </p:sp>
        </p:grpSp>
        <p:grpSp>
          <p:nvGrpSpPr>
            <p:cNvPr id="6" name="Gruppieren 31">
              <a:extLst>
                <a:ext uri="{FF2B5EF4-FFF2-40B4-BE49-F238E27FC236}">
                  <a16:creationId xmlns:a16="http://schemas.microsoft.com/office/drawing/2014/main" id="{18260146-D5C2-9295-D620-0CC7417C5BDC}"/>
                </a:ext>
              </a:extLst>
            </p:cNvPr>
            <p:cNvGrpSpPr/>
            <p:nvPr/>
          </p:nvGrpSpPr>
          <p:grpSpPr>
            <a:xfrm rot="5400000">
              <a:off x="4550400" y="3041655"/>
              <a:ext cx="43200" cy="774690"/>
              <a:chOff x="3385929" y="4336972"/>
              <a:chExt cx="57150" cy="774690"/>
            </a:xfrm>
            <a:grpFill/>
          </p:grpSpPr>
          <p:sp>
            <p:nvSpPr>
              <p:cNvPr id="11" name="Rechteck: abgerundete Ecken 36">
                <a:extLst>
                  <a:ext uri="{FF2B5EF4-FFF2-40B4-BE49-F238E27FC236}">
                    <a16:creationId xmlns:a16="http://schemas.microsoft.com/office/drawing/2014/main" id="{CE8802F2-1297-5767-74F4-C7F0A3BE4F76}"/>
                  </a:ext>
                </a:extLst>
              </p:cNvPr>
              <p:cNvSpPr/>
              <p:nvPr/>
            </p:nvSpPr>
            <p:spPr>
              <a:xfrm>
                <a:off x="3385929" y="433697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 sz="1417" dirty="0"/>
              </a:p>
            </p:txBody>
          </p:sp>
          <p:sp>
            <p:nvSpPr>
              <p:cNvPr id="12" name="Rechteck: abgerundete Ecken 37">
                <a:extLst>
                  <a:ext uri="{FF2B5EF4-FFF2-40B4-BE49-F238E27FC236}">
                    <a16:creationId xmlns:a16="http://schemas.microsoft.com/office/drawing/2014/main" id="{7FC5FD6A-D2B4-2DB3-BB96-287C96D44599}"/>
                  </a:ext>
                </a:extLst>
              </p:cNvPr>
              <p:cNvSpPr/>
              <p:nvPr/>
            </p:nvSpPr>
            <p:spPr>
              <a:xfrm>
                <a:off x="3385929" y="489566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 sz="1417"/>
              </a:p>
            </p:txBody>
          </p:sp>
        </p:grpSp>
        <p:sp>
          <p:nvSpPr>
            <p:cNvPr id="7" name="Rechteck: abgerundete Ecken 32">
              <a:extLst>
                <a:ext uri="{FF2B5EF4-FFF2-40B4-BE49-F238E27FC236}">
                  <a16:creationId xmlns:a16="http://schemas.microsoft.com/office/drawing/2014/main" id="{3D80C9A6-1F26-1076-2AAD-5DCC52B564C4}"/>
                </a:ext>
              </a:extLst>
            </p:cNvPr>
            <p:cNvSpPr/>
            <p:nvPr/>
          </p:nvSpPr>
          <p:spPr>
            <a:xfrm rot="2700000">
              <a:off x="4352873" y="3518528"/>
              <a:ext cx="43200" cy="216000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sz="1417"/>
            </a:p>
          </p:txBody>
        </p:sp>
        <p:grpSp>
          <p:nvGrpSpPr>
            <p:cNvPr id="8" name="Gruppieren 33">
              <a:extLst>
                <a:ext uri="{FF2B5EF4-FFF2-40B4-BE49-F238E27FC236}">
                  <a16:creationId xmlns:a16="http://schemas.microsoft.com/office/drawing/2014/main" id="{6C3F736F-D1C2-B09D-C435-2081A3363C4E}"/>
                </a:ext>
              </a:extLst>
            </p:cNvPr>
            <p:cNvGrpSpPr/>
            <p:nvPr/>
          </p:nvGrpSpPr>
          <p:grpSpPr>
            <a:xfrm rot="8100000">
              <a:off x="4550400" y="3041655"/>
              <a:ext cx="43200" cy="774690"/>
              <a:chOff x="3385929" y="4336972"/>
              <a:chExt cx="57150" cy="774690"/>
            </a:xfrm>
            <a:grpFill/>
          </p:grpSpPr>
          <p:sp>
            <p:nvSpPr>
              <p:cNvPr id="9" name="Rechteck: abgerundete Ecken 34">
                <a:extLst>
                  <a:ext uri="{FF2B5EF4-FFF2-40B4-BE49-F238E27FC236}">
                    <a16:creationId xmlns:a16="http://schemas.microsoft.com/office/drawing/2014/main" id="{2EBFEA17-EDDB-5D2B-8453-CF1EF1CA1AD3}"/>
                  </a:ext>
                </a:extLst>
              </p:cNvPr>
              <p:cNvSpPr/>
              <p:nvPr/>
            </p:nvSpPr>
            <p:spPr>
              <a:xfrm>
                <a:off x="3385929" y="433697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 sz="1417" dirty="0"/>
              </a:p>
            </p:txBody>
          </p:sp>
          <p:sp>
            <p:nvSpPr>
              <p:cNvPr id="10" name="Rechteck: abgerundete Ecken 35">
                <a:extLst>
                  <a:ext uri="{FF2B5EF4-FFF2-40B4-BE49-F238E27FC236}">
                    <a16:creationId xmlns:a16="http://schemas.microsoft.com/office/drawing/2014/main" id="{31BD914E-FFCF-36D3-F7CD-A153DF2F4117}"/>
                  </a:ext>
                </a:extLst>
              </p:cNvPr>
              <p:cNvSpPr/>
              <p:nvPr/>
            </p:nvSpPr>
            <p:spPr>
              <a:xfrm>
                <a:off x="3385929" y="489566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 sz="1417"/>
              </a:p>
            </p:txBody>
          </p:sp>
        </p:grpSp>
      </p:grpSp>
      <p:sp>
        <p:nvSpPr>
          <p:cNvPr id="15" name="Freihandform: Form 59">
            <a:extLst>
              <a:ext uri="{FF2B5EF4-FFF2-40B4-BE49-F238E27FC236}">
                <a16:creationId xmlns:a16="http://schemas.microsoft.com/office/drawing/2014/main" id="{38EA3E10-7EB7-E78B-8496-C67AD5A3BE74}"/>
              </a:ext>
            </a:extLst>
          </p:cNvPr>
          <p:cNvSpPr/>
          <p:nvPr/>
        </p:nvSpPr>
        <p:spPr>
          <a:xfrm rot="17849146">
            <a:off x="2260507" y="1542837"/>
            <a:ext cx="2274600" cy="1485987"/>
          </a:xfrm>
          <a:custGeom>
            <a:avLst/>
            <a:gdLst>
              <a:gd name="connsiteX0" fmla="*/ 647700 w 742950"/>
              <a:gd name="connsiteY0" fmla="*/ 171450 h 504825"/>
              <a:gd name="connsiteX1" fmla="*/ 625793 w 742950"/>
              <a:gd name="connsiteY1" fmla="*/ 174308 h 504825"/>
              <a:gd name="connsiteX2" fmla="*/ 628650 w 742950"/>
              <a:gd name="connsiteY2" fmla="*/ 152400 h 504825"/>
              <a:gd name="connsiteX3" fmla="*/ 533400 w 742950"/>
              <a:gd name="connsiteY3" fmla="*/ 57150 h 504825"/>
              <a:gd name="connsiteX4" fmla="*/ 474345 w 742950"/>
              <a:gd name="connsiteY4" fmla="*/ 77153 h 504825"/>
              <a:gd name="connsiteX5" fmla="*/ 381000 w 742950"/>
              <a:gd name="connsiteY5" fmla="*/ 0 h 504825"/>
              <a:gd name="connsiteX6" fmla="*/ 288608 w 742950"/>
              <a:gd name="connsiteY6" fmla="*/ 71438 h 504825"/>
              <a:gd name="connsiteX7" fmla="*/ 209550 w 742950"/>
              <a:gd name="connsiteY7" fmla="*/ 28575 h 504825"/>
              <a:gd name="connsiteX8" fmla="*/ 114300 w 742950"/>
              <a:gd name="connsiteY8" fmla="*/ 123825 h 504825"/>
              <a:gd name="connsiteX9" fmla="*/ 117157 w 742950"/>
              <a:gd name="connsiteY9" fmla="*/ 145733 h 504825"/>
              <a:gd name="connsiteX10" fmla="*/ 95250 w 742950"/>
              <a:gd name="connsiteY10" fmla="*/ 142875 h 504825"/>
              <a:gd name="connsiteX11" fmla="*/ 0 w 742950"/>
              <a:gd name="connsiteY11" fmla="*/ 238125 h 504825"/>
              <a:gd name="connsiteX12" fmla="*/ 95250 w 742950"/>
              <a:gd name="connsiteY12" fmla="*/ 333375 h 504825"/>
              <a:gd name="connsiteX13" fmla="*/ 96203 w 742950"/>
              <a:gd name="connsiteY13" fmla="*/ 333375 h 504825"/>
              <a:gd name="connsiteX14" fmla="*/ 190500 w 742950"/>
              <a:gd name="connsiteY14" fmla="*/ 419100 h 504825"/>
              <a:gd name="connsiteX15" fmla="*/ 248602 w 742950"/>
              <a:gd name="connsiteY15" fmla="*/ 399098 h 504825"/>
              <a:gd name="connsiteX16" fmla="*/ 247650 w 742950"/>
              <a:gd name="connsiteY16" fmla="*/ 409575 h 504825"/>
              <a:gd name="connsiteX17" fmla="*/ 342900 w 742950"/>
              <a:gd name="connsiteY17" fmla="*/ 504825 h 504825"/>
              <a:gd name="connsiteX18" fmla="*/ 438150 w 742950"/>
              <a:gd name="connsiteY18" fmla="*/ 418148 h 504825"/>
              <a:gd name="connsiteX19" fmla="*/ 514350 w 742950"/>
              <a:gd name="connsiteY19" fmla="*/ 457200 h 504825"/>
              <a:gd name="connsiteX20" fmla="*/ 609600 w 742950"/>
              <a:gd name="connsiteY20" fmla="*/ 361950 h 504825"/>
              <a:gd name="connsiteX21" fmla="*/ 609600 w 742950"/>
              <a:gd name="connsiteY21" fmla="*/ 353378 h 504825"/>
              <a:gd name="connsiteX22" fmla="*/ 647700 w 742950"/>
              <a:gd name="connsiteY22" fmla="*/ 361950 h 504825"/>
              <a:gd name="connsiteX23" fmla="*/ 742950 w 742950"/>
              <a:gd name="connsiteY23" fmla="*/ 266700 h 504825"/>
              <a:gd name="connsiteX24" fmla="*/ 647700 w 742950"/>
              <a:gd name="connsiteY24" fmla="*/ 171450 h 5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742950" h="504825">
                <a:moveTo>
                  <a:pt x="647700" y="171450"/>
                </a:moveTo>
                <a:cubicBezTo>
                  <a:pt x="640080" y="171450"/>
                  <a:pt x="633413" y="172403"/>
                  <a:pt x="625793" y="174308"/>
                </a:cubicBezTo>
                <a:cubicBezTo>
                  <a:pt x="627698" y="167640"/>
                  <a:pt x="628650" y="160020"/>
                  <a:pt x="628650" y="152400"/>
                </a:cubicBezTo>
                <a:cubicBezTo>
                  <a:pt x="628650" y="100013"/>
                  <a:pt x="585788" y="57150"/>
                  <a:pt x="533400" y="57150"/>
                </a:cubicBezTo>
                <a:cubicBezTo>
                  <a:pt x="511493" y="57150"/>
                  <a:pt x="490538" y="64770"/>
                  <a:pt x="474345" y="77153"/>
                </a:cubicBezTo>
                <a:cubicBezTo>
                  <a:pt x="466725" y="33338"/>
                  <a:pt x="427673" y="0"/>
                  <a:pt x="381000" y="0"/>
                </a:cubicBezTo>
                <a:cubicBezTo>
                  <a:pt x="337185" y="0"/>
                  <a:pt x="300038" y="30480"/>
                  <a:pt x="288608" y="71438"/>
                </a:cubicBezTo>
                <a:cubicBezTo>
                  <a:pt x="271463" y="45720"/>
                  <a:pt x="242888" y="28575"/>
                  <a:pt x="209550" y="28575"/>
                </a:cubicBezTo>
                <a:cubicBezTo>
                  <a:pt x="157163" y="28575"/>
                  <a:pt x="114300" y="71438"/>
                  <a:pt x="114300" y="123825"/>
                </a:cubicBezTo>
                <a:cubicBezTo>
                  <a:pt x="114300" y="131445"/>
                  <a:pt x="115253" y="138113"/>
                  <a:pt x="117157" y="145733"/>
                </a:cubicBezTo>
                <a:cubicBezTo>
                  <a:pt x="109538" y="143828"/>
                  <a:pt x="102870" y="142875"/>
                  <a:pt x="95250" y="142875"/>
                </a:cubicBezTo>
                <a:cubicBezTo>
                  <a:pt x="42863" y="142875"/>
                  <a:pt x="0" y="185738"/>
                  <a:pt x="0" y="238125"/>
                </a:cubicBezTo>
                <a:cubicBezTo>
                  <a:pt x="0" y="290513"/>
                  <a:pt x="42863" y="333375"/>
                  <a:pt x="95250" y="333375"/>
                </a:cubicBezTo>
                <a:cubicBezTo>
                  <a:pt x="95250" y="333375"/>
                  <a:pt x="95250" y="333375"/>
                  <a:pt x="96203" y="333375"/>
                </a:cubicBezTo>
                <a:cubicBezTo>
                  <a:pt x="100965" y="381953"/>
                  <a:pt x="141923" y="419100"/>
                  <a:pt x="190500" y="419100"/>
                </a:cubicBezTo>
                <a:cubicBezTo>
                  <a:pt x="212408" y="419100"/>
                  <a:pt x="232410" y="411480"/>
                  <a:pt x="248602" y="399098"/>
                </a:cubicBezTo>
                <a:cubicBezTo>
                  <a:pt x="248602" y="401955"/>
                  <a:pt x="247650" y="405765"/>
                  <a:pt x="247650" y="409575"/>
                </a:cubicBezTo>
                <a:cubicBezTo>
                  <a:pt x="247650" y="461963"/>
                  <a:pt x="290513" y="504825"/>
                  <a:pt x="342900" y="504825"/>
                </a:cubicBezTo>
                <a:cubicBezTo>
                  <a:pt x="392430" y="504825"/>
                  <a:pt x="433388" y="466725"/>
                  <a:pt x="438150" y="418148"/>
                </a:cubicBezTo>
                <a:cubicBezTo>
                  <a:pt x="455295" y="441960"/>
                  <a:pt x="482918" y="457200"/>
                  <a:pt x="514350" y="457200"/>
                </a:cubicBezTo>
                <a:cubicBezTo>
                  <a:pt x="566738" y="457200"/>
                  <a:pt x="609600" y="414338"/>
                  <a:pt x="609600" y="361950"/>
                </a:cubicBezTo>
                <a:cubicBezTo>
                  <a:pt x="609600" y="359093"/>
                  <a:pt x="609600" y="356235"/>
                  <a:pt x="609600" y="353378"/>
                </a:cubicBezTo>
                <a:cubicBezTo>
                  <a:pt x="621030" y="358140"/>
                  <a:pt x="634365" y="361950"/>
                  <a:pt x="647700" y="361950"/>
                </a:cubicBezTo>
                <a:cubicBezTo>
                  <a:pt x="700088" y="361950"/>
                  <a:pt x="742950" y="319088"/>
                  <a:pt x="742950" y="266700"/>
                </a:cubicBezTo>
                <a:cubicBezTo>
                  <a:pt x="742950" y="214313"/>
                  <a:pt x="700088" y="171450"/>
                  <a:pt x="647700" y="171450"/>
                </a:cubicBezTo>
                <a:close/>
              </a:path>
            </a:pathLst>
          </a:custGeom>
          <a:noFill/>
          <a:ln w="19050" cap="flat">
            <a:solidFill>
              <a:schemeClr val="accent5">
                <a:lumMod val="60000"/>
                <a:lumOff val="4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de-AT" sz="1417" dirty="0"/>
          </a:p>
        </p:txBody>
      </p:sp>
      <p:pic>
        <p:nvPicPr>
          <p:cNvPr id="16" name="Imagen 1" descr="Icono&#10;&#10;El contenido generado por IA puede ser incorrecto.">
            <a:extLst>
              <a:ext uri="{FF2B5EF4-FFF2-40B4-BE49-F238E27FC236}">
                <a16:creationId xmlns:a16="http://schemas.microsoft.com/office/drawing/2014/main" id="{4A193A62-8712-3D67-B226-826C4FFC31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5369" y="3446326"/>
            <a:ext cx="642183" cy="508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1801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2C7DD447-4EF2-4588-BC03-CB747283F21E}"/>
              </a:ext>
            </a:extLst>
          </p:cNvPr>
          <p:cNvGrpSpPr>
            <a:grpSpLocks noChangeAspect="1"/>
          </p:cNvGrpSpPr>
          <p:nvPr/>
        </p:nvGrpSpPr>
        <p:grpSpPr>
          <a:xfrm>
            <a:off x="1044191" y="1029101"/>
            <a:ext cx="3684688" cy="2223471"/>
            <a:chOff x="1760400" y="1360800"/>
            <a:chExt cx="5619600" cy="3391047"/>
          </a:xfrm>
        </p:grpSpPr>
        <p:sp>
          <p:nvSpPr>
            <p:cNvPr id="23" name="Flussdiagramm: Verbinder 22">
              <a:extLst>
                <a:ext uri="{FF2B5EF4-FFF2-40B4-BE49-F238E27FC236}">
                  <a16:creationId xmlns:a16="http://schemas.microsoft.com/office/drawing/2014/main" id="{47B1AECE-7556-4B14-9255-2386FEA77D6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20000" y="13608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sz="1417" dirty="0"/>
            </a:p>
          </p:txBody>
        </p:sp>
        <p:sp>
          <p:nvSpPr>
            <p:cNvPr id="24" name="Flussdiagramm: Verbinder 23">
              <a:extLst>
                <a:ext uri="{FF2B5EF4-FFF2-40B4-BE49-F238E27FC236}">
                  <a16:creationId xmlns:a16="http://schemas.microsoft.com/office/drawing/2014/main" id="{89D27765-4594-4B33-ADB6-2D4EED1C7AC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760400" y="28368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sz="1417" dirty="0"/>
            </a:p>
          </p:txBody>
        </p:sp>
        <p:sp>
          <p:nvSpPr>
            <p:cNvPr id="25" name="Flussdiagramm: Verbinder 24">
              <a:extLst>
                <a:ext uri="{FF2B5EF4-FFF2-40B4-BE49-F238E27FC236}">
                  <a16:creationId xmlns:a16="http://schemas.microsoft.com/office/drawing/2014/main" id="{90A4505E-DD77-44A9-919E-AE271DBF888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03200" y="17640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sz="1417" dirty="0"/>
            </a:p>
          </p:txBody>
        </p:sp>
        <p:sp>
          <p:nvSpPr>
            <p:cNvPr id="26" name="Flussdiagramm: Verbinder 25">
              <a:extLst>
                <a:ext uri="{FF2B5EF4-FFF2-40B4-BE49-F238E27FC236}">
                  <a16:creationId xmlns:a16="http://schemas.microsoft.com/office/drawing/2014/main" id="{A3A8D6F7-676E-4089-830E-A191E1705EC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33200" y="17640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sz="1417" dirty="0"/>
            </a:p>
          </p:txBody>
        </p:sp>
        <p:sp>
          <p:nvSpPr>
            <p:cNvPr id="27" name="Flussdiagramm: Verbinder 26">
              <a:extLst>
                <a:ext uri="{FF2B5EF4-FFF2-40B4-BE49-F238E27FC236}">
                  <a16:creationId xmlns:a16="http://schemas.microsoft.com/office/drawing/2014/main" id="{DE6C2FFD-AFF2-47D8-9D92-15942E2972E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76000" y="28368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sz="1417" dirty="0"/>
            </a:p>
          </p:txBody>
        </p:sp>
        <p:sp>
          <p:nvSpPr>
            <p:cNvPr id="28" name="Flussdiagramm: Verbinder 27">
              <a:extLst>
                <a:ext uri="{FF2B5EF4-FFF2-40B4-BE49-F238E27FC236}">
                  <a16:creationId xmlns:a16="http://schemas.microsoft.com/office/drawing/2014/main" id="{CCCEC9E9-5204-4D3C-842F-848A438B5B54}"/>
                </a:ext>
              </a:extLst>
            </p:cNvPr>
            <p:cNvSpPr/>
            <p:nvPr/>
          </p:nvSpPr>
          <p:spPr>
            <a:xfrm>
              <a:off x="4392000" y="4391807"/>
              <a:ext cx="360000" cy="360040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sz="1417" dirty="0"/>
            </a:p>
          </p:txBody>
        </p:sp>
      </p:grpSp>
      <p:sp>
        <p:nvSpPr>
          <p:cNvPr id="60" name="Bogen 59">
            <a:extLst>
              <a:ext uri="{FF2B5EF4-FFF2-40B4-BE49-F238E27FC236}">
                <a16:creationId xmlns:a16="http://schemas.microsoft.com/office/drawing/2014/main" id="{F4A8435A-2483-4761-874A-90AB4B6A746C}"/>
              </a:ext>
            </a:extLst>
          </p:cNvPr>
          <p:cNvSpPr/>
          <p:nvPr/>
        </p:nvSpPr>
        <p:spPr>
          <a:xfrm rot="2886420" flipV="1">
            <a:off x="3115402" y="1361297"/>
            <a:ext cx="1070328" cy="2030603"/>
          </a:xfrm>
          <a:prstGeom prst="arc">
            <a:avLst>
              <a:gd name="adj1" fmla="val 16591373"/>
              <a:gd name="adj2" fmla="val 3381995"/>
            </a:avLst>
          </a:prstGeom>
          <a:ln w="41275">
            <a:solidFill>
              <a:schemeClr val="accent5">
                <a:lumMod val="60000"/>
                <a:lumOff val="40000"/>
              </a:schemeClr>
            </a:solidFill>
            <a:prstDash val="sysDot"/>
            <a:headEnd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AT" sz="1417" dirty="0"/>
          </a:p>
        </p:txBody>
      </p: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610C659D-B033-44FE-B8D3-683B411F5C6B}"/>
              </a:ext>
            </a:extLst>
          </p:cNvPr>
          <p:cNvGrpSpPr>
            <a:grpSpLocks noChangeAspect="1"/>
          </p:cNvGrpSpPr>
          <p:nvPr/>
        </p:nvGrpSpPr>
        <p:grpSpPr>
          <a:xfrm>
            <a:off x="4426878" y="1695193"/>
            <a:ext cx="510973" cy="569147"/>
            <a:chOff x="4184655" y="1692997"/>
            <a:chExt cx="1906332" cy="2123348"/>
          </a:xfrm>
          <a:solidFill>
            <a:schemeClr val="accent5">
              <a:lumMod val="60000"/>
              <a:lumOff val="40000"/>
            </a:schemeClr>
          </a:solidFill>
        </p:grpSpPr>
        <p:pic>
          <p:nvPicPr>
            <p:cNvPr id="30" name="Grafik 29" descr="Bleistift mit einfarbiger Füllung">
              <a:extLst>
                <a:ext uri="{FF2B5EF4-FFF2-40B4-BE49-F238E27FC236}">
                  <a16:creationId xmlns:a16="http://schemas.microsoft.com/office/drawing/2014/main" id="{90A938D0-E761-4A8E-89FD-8EBD542CB1C4}"/>
                </a:ext>
              </a:extLst>
            </p:cNvPr>
            <p:cNvPicPr preferRelativeResize="0"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21085753">
              <a:off x="4326104" y="1692997"/>
              <a:ext cx="1764883" cy="1764000"/>
            </a:xfrm>
            <a:prstGeom prst="rect">
              <a:avLst/>
            </a:prstGeom>
          </p:spPr>
        </p:pic>
        <p:grpSp>
          <p:nvGrpSpPr>
            <p:cNvPr id="31" name="Gruppieren 30">
              <a:extLst>
                <a:ext uri="{FF2B5EF4-FFF2-40B4-BE49-F238E27FC236}">
                  <a16:creationId xmlns:a16="http://schemas.microsoft.com/office/drawing/2014/main" id="{4D4B9834-7657-46EF-9C7D-8510D40D915B}"/>
                </a:ext>
              </a:extLst>
            </p:cNvPr>
            <p:cNvGrpSpPr/>
            <p:nvPr/>
          </p:nvGrpSpPr>
          <p:grpSpPr>
            <a:xfrm>
              <a:off x="4550400" y="3041655"/>
              <a:ext cx="43200" cy="774690"/>
              <a:chOff x="3385929" y="4336972"/>
              <a:chExt cx="57150" cy="774690"/>
            </a:xfrm>
            <a:grpFill/>
          </p:grpSpPr>
          <p:sp>
            <p:nvSpPr>
              <p:cNvPr id="41" name="Rechteck: abgerundete Ecken 40">
                <a:extLst>
                  <a:ext uri="{FF2B5EF4-FFF2-40B4-BE49-F238E27FC236}">
                    <a16:creationId xmlns:a16="http://schemas.microsoft.com/office/drawing/2014/main" id="{F3F07522-9E32-49BB-80B6-B8BF261DBCE9}"/>
                  </a:ext>
                </a:extLst>
              </p:cNvPr>
              <p:cNvSpPr/>
              <p:nvPr/>
            </p:nvSpPr>
            <p:spPr>
              <a:xfrm>
                <a:off x="3385929" y="433697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 sz="1417" dirty="0"/>
              </a:p>
            </p:txBody>
          </p:sp>
          <p:sp>
            <p:nvSpPr>
              <p:cNvPr id="57" name="Rechteck: abgerundete Ecken 56">
                <a:extLst>
                  <a:ext uri="{FF2B5EF4-FFF2-40B4-BE49-F238E27FC236}">
                    <a16:creationId xmlns:a16="http://schemas.microsoft.com/office/drawing/2014/main" id="{32778A1D-6644-4A24-A31F-64BF7909F0AB}"/>
                  </a:ext>
                </a:extLst>
              </p:cNvPr>
              <p:cNvSpPr/>
              <p:nvPr/>
            </p:nvSpPr>
            <p:spPr>
              <a:xfrm>
                <a:off x="3385929" y="489566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 sz="1417"/>
              </a:p>
            </p:txBody>
          </p:sp>
        </p:grpSp>
        <p:grpSp>
          <p:nvGrpSpPr>
            <p:cNvPr id="32" name="Gruppieren 31">
              <a:extLst>
                <a:ext uri="{FF2B5EF4-FFF2-40B4-BE49-F238E27FC236}">
                  <a16:creationId xmlns:a16="http://schemas.microsoft.com/office/drawing/2014/main" id="{3208187B-CF1E-4228-9E55-C3E4B9BE901E}"/>
                </a:ext>
              </a:extLst>
            </p:cNvPr>
            <p:cNvGrpSpPr/>
            <p:nvPr/>
          </p:nvGrpSpPr>
          <p:grpSpPr>
            <a:xfrm rot="5400000">
              <a:off x="4550400" y="3041655"/>
              <a:ext cx="43200" cy="774690"/>
              <a:chOff x="3385929" y="4336972"/>
              <a:chExt cx="57150" cy="774690"/>
            </a:xfrm>
            <a:grpFill/>
          </p:grpSpPr>
          <p:sp>
            <p:nvSpPr>
              <p:cNvPr id="37" name="Rechteck: abgerundete Ecken 36">
                <a:extLst>
                  <a:ext uri="{FF2B5EF4-FFF2-40B4-BE49-F238E27FC236}">
                    <a16:creationId xmlns:a16="http://schemas.microsoft.com/office/drawing/2014/main" id="{DC24AF54-05B5-4568-814D-D612AC353A7E}"/>
                  </a:ext>
                </a:extLst>
              </p:cNvPr>
              <p:cNvSpPr/>
              <p:nvPr/>
            </p:nvSpPr>
            <p:spPr>
              <a:xfrm>
                <a:off x="3385929" y="433697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 sz="1417" dirty="0"/>
              </a:p>
            </p:txBody>
          </p:sp>
          <p:sp>
            <p:nvSpPr>
              <p:cNvPr id="38" name="Rechteck: abgerundete Ecken 37">
                <a:extLst>
                  <a:ext uri="{FF2B5EF4-FFF2-40B4-BE49-F238E27FC236}">
                    <a16:creationId xmlns:a16="http://schemas.microsoft.com/office/drawing/2014/main" id="{27480802-D54F-4EEB-A82C-15E9FD99FF11}"/>
                  </a:ext>
                </a:extLst>
              </p:cNvPr>
              <p:cNvSpPr/>
              <p:nvPr/>
            </p:nvSpPr>
            <p:spPr>
              <a:xfrm>
                <a:off x="3385929" y="489566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 sz="1417"/>
              </a:p>
            </p:txBody>
          </p:sp>
        </p:grpSp>
        <p:sp>
          <p:nvSpPr>
            <p:cNvPr id="33" name="Rechteck: abgerundete Ecken 32">
              <a:extLst>
                <a:ext uri="{FF2B5EF4-FFF2-40B4-BE49-F238E27FC236}">
                  <a16:creationId xmlns:a16="http://schemas.microsoft.com/office/drawing/2014/main" id="{1BACCD86-ED97-45C6-A46F-244AEDA71944}"/>
                </a:ext>
              </a:extLst>
            </p:cNvPr>
            <p:cNvSpPr/>
            <p:nvPr/>
          </p:nvSpPr>
          <p:spPr>
            <a:xfrm rot="2700000">
              <a:off x="4352873" y="3518528"/>
              <a:ext cx="43200" cy="216000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sz="1417"/>
            </a:p>
          </p:txBody>
        </p:sp>
        <p:grpSp>
          <p:nvGrpSpPr>
            <p:cNvPr id="34" name="Gruppieren 33">
              <a:extLst>
                <a:ext uri="{FF2B5EF4-FFF2-40B4-BE49-F238E27FC236}">
                  <a16:creationId xmlns:a16="http://schemas.microsoft.com/office/drawing/2014/main" id="{477FEF24-F321-43F2-9FEE-7F8E21FF9FD7}"/>
                </a:ext>
              </a:extLst>
            </p:cNvPr>
            <p:cNvGrpSpPr/>
            <p:nvPr/>
          </p:nvGrpSpPr>
          <p:grpSpPr>
            <a:xfrm rot="8100000">
              <a:off x="4550400" y="3041655"/>
              <a:ext cx="43200" cy="774690"/>
              <a:chOff x="3385929" y="4336972"/>
              <a:chExt cx="57150" cy="774690"/>
            </a:xfrm>
            <a:grpFill/>
          </p:grpSpPr>
          <p:sp>
            <p:nvSpPr>
              <p:cNvPr id="35" name="Rechteck: abgerundete Ecken 34">
                <a:extLst>
                  <a:ext uri="{FF2B5EF4-FFF2-40B4-BE49-F238E27FC236}">
                    <a16:creationId xmlns:a16="http://schemas.microsoft.com/office/drawing/2014/main" id="{31147DC9-8E97-45B9-9C28-CAAF10E8A531}"/>
                  </a:ext>
                </a:extLst>
              </p:cNvPr>
              <p:cNvSpPr/>
              <p:nvPr/>
            </p:nvSpPr>
            <p:spPr>
              <a:xfrm>
                <a:off x="3385929" y="433697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 sz="1417" dirty="0"/>
              </a:p>
            </p:txBody>
          </p:sp>
          <p:sp>
            <p:nvSpPr>
              <p:cNvPr id="36" name="Rechteck: abgerundete Ecken 35">
                <a:extLst>
                  <a:ext uri="{FF2B5EF4-FFF2-40B4-BE49-F238E27FC236}">
                    <a16:creationId xmlns:a16="http://schemas.microsoft.com/office/drawing/2014/main" id="{2CA3FAA3-15E9-4508-882A-8C0DB0AAC735}"/>
                  </a:ext>
                </a:extLst>
              </p:cNvPr>
              <p:cNvSpPr/>
              <p:nvPr/>
            </p:nvSpPr>
            <p:spPr>
              <a:xfrm>
                <a:off x="3385929" y="489566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 sz="1417"/>
              </a:p>
            </p:txBody>
          </p:sp>
        </p:grpSp>
      </p:grpSp>
      <p:sp>
        <p:nvSpPr>
          <p:cNvPr id="3" name="Freihandform: Form 59">
            <a:extLst>
              <a:ext uri="{FF2B5EF4-FFF2-40B4-BE49-F238E27FC236}">
                <a16:creationId xmlns:a16="http://schemas.microsoft.com/office/drawing/2014/main" id="{F903B997-5B90-1727-9613-4A99387188FC}"/>
              </a:ext>
            </a:extLst>
          </p:cNvPr>
          <p:cNvSpPr/>
          <p:nvPr/>
        </p:nvSpPr>
        <p:spPr>
          <a:xfrm rot="19543343">
            <a:off x="2605556" y="1887891"/>
            <a:ext cx="2274600" cy="1485987"/>
          </a:xfrm>
          <a:custGeom>
            <a:avLst/>
            <a:gdLst>
              <a:gd name="connsiteX0" fmla="*/ 647700 w 742950"/>
              <a:gd name="connsiteY0" fmla="*/ 171450 h 504825"/>
              <a:gd name="connsiteX1" fmla="*/ 625793 w 742950"/>
              <a:gd name="connsiteY1" fmla="*/ 174308 h 504825"/>
              <a:gd name="connsiteX2" fmla="*/ 628650 w 742950"/>
              <a:gd name="connsiteY2" fmla="*/ 152400 h 504825"/>
              <a:gd name="connsiteX3" fmla="*/ 533400 w 742950"/>
              <a:gd name="connsiteY3" fmla="*/ 57150 h 504825"/>
              <a:gd name="connsiteX4" fmla="*/ 474345 w 742950"/>
              <a:gd name="connsiteY4" fmla="*/ 77153 h 504825"/>
              <a:gd name="connsiteX5" fmla="*/ 381000 w 742950"/>
              <a:gd name="connsiteY5" fmla="*/ 0 h 504825"/>
              <a:gd name="connsiteX6" fmla="*/ 288608 w 742950"/>
              <a:gd name="connsiteY6" fmla="*/ 71438 h 504825"/>
              <a:gd name="connsiteX7" fmla="*/ 209550 w 742950"/>
              <a:gd name="connsiteY7" fmla="*/ 28575 h 504825"/>
              <a:gd name="connsiteX8" fmla="*/ 114300 w 742950"/>
              <a:gd name="connsiteY8" fmla="*/ 123825 h 504825"/>
              <a:gd name="connsiteX9" fmla="*/ 117157 w 742950"/>
              <a:gd name="connsiteY9" fmla="*/ 145733 h 504825"/>
              <a:gd name="connsiteX10" fmla="*/ 95250 w 742950"/>
              <a:gd name="connsiteY10" fmla="*/ 142875 h 504825"/>
              <a:gd name="connsiteX11" fmla="*/ 0 w 742950"/>
              <a:gd name="connsiteY11" fmla="*/ 238125 h 504825"/>
              <a:gd name="connsiteX12" fmla="*/ 95250 w 742950"/>
              <a:gd name="connsiteY12" fmla="*/ 333375 h 504825"/>
              <a:gd name="connsiteX13" fmla="*/ 96203 w 742950"/>
              <a:gd name="connsiteY13" fmla="*/ 333375 h 504825"/>
              <a:gd name="connsiteX14" fmla="*/ 190500 w 742950"/>
              <a:gd name="connsiteY14" fmla="*/ 419100 h 504825"/>
              <a:gd name="connsiteX15" fmla="*/ 248602 w 742950"/>
              <a:gd name="connsiteY15" fmla="*/ 399098 h 504825"/>
              <a:gd name="connsiteX16" fmla="*/ 247650 w 742950"/>
              <a:gd name="connsiteY16" fmla="*/ 409575 h 504825"/>
              <a:gd name="connsiteX17" fmla="*/ 342900 w 742950"/>
              <a:gd name="connsiteY17" fmla="*/ 504825 h 504825"/>
              <a:gd name="connsiteX18" fmla="*/ 438150 w 742950"/>
              <a:gd name="connsiteY18" fmla="*/ 418148 h 504825"/>
              <a:gd name="connsiteX19" fmla="*/ 514350 w 742950"/>
              <a:gd name="connsiteY19" fmla="*/ 457200 h 504825"/>
              <a:gd name="connsiteX20" fmla="*/ 609600 w 742950"/>
              <a:gd name="connsiteY20" fmla="*/ 361950 h 504825"/>
              <a:gd name="connsiteX21" fmla="*/ 609600 w 742950"/>
              <a:gd name="connsiteY21" fmla="*/ 353378 h 504825"/>
              <a:gd name="connsiteX22" fmla="*/ 647700 w 742950"/>
              <a:gd name="connsiteY22" fmla="*/ 361950 h 504825"/>
              <a:gd name="connsiteX23" fmla="*/ 742950 w 742950"/>
              <a:gd name="connsiteY23" fmla="*/ 266700 h 504825"/>
              <a:gd name="connsiteX24" fmla="*/ 647700 w 742950"/>
              <a:gd name="connsiteY24" fmla="*/ 171450 h 5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742950" h="504825">
                <a:moveTo>
                  <a:pt x="647700" y="171450"/>
                </a:moveTo>
                <a:cubicBezTo>
                  <a:pt x="640080" y="171450"/>
                  <a:pt x="633413" y="172403"/>
                  <a:pt x="625793" y="174308"/>
                </a:cubicBezTo>
                <a:cubicBezTo>
                  <a:pt x="627698" y="167640"/>
                  <a:pt x="628650" y="160020"/>
                  <a:pt x="628650" y="152400"/>
                </a:cubicBezTo>
                <a:cubicBezTo>
                  <a:pt x="628650" y="100013"/>
                  <a:pt x="585788" y="57150"/>
                  <a:pt x="533400" y="57150"/>
                </a:cubicBezTo>
                <a:cubicBezTo>
                  <a:pt x="511493" y="57150"/>
                  <a:pt x="490538" y="64770"/>
                  <a:pt x="474345" y="77153"/>
                </a:cubicBezTo>
                <a:cubicBezTo>
                  <a:pt x="466725" y="33338"/>
                  <a:pt x="427673" y="0"/>
                  <a:pt x="381000" y="0"/>
                </a:cubicBezTo>
                <a:cubicBezTo>
                  <a:pt x="337185" y="0"/>
                  <a:pt x="300038" y="30480"/>
                  <a:pt x="288608" y="71438"/>
                </a:cubicBezTo>
                <a:cubicBezTo>
                  <a:pt x="271463" y="45720"/>
                  <a:pt x="242888" y="28575"/>
                  <a:pt x="209550" y="28575"/>
                </a:cubicBezTo>
                <a:cubicBezTo>
                  <a:pt x="157163" y="28575"/>
                  <a:pt x="114300" y="71438"/>
                  <a:pt x="114300" y="123825"/>
                </a:cubicBezTo>
                <a:cubicBezTo>
                  <a:pt x="114300" y="131445"/>
                  <a:pt x="115253" y="138113"/>
                  <a:pt x="117157" y="145733"/>
                </a:cubicBezTo>
                <a:cubicBezTo>
                  <a:pt x="109538" y="143828"/>
                  <a:pt x="102870" y="142875"/>
                  <a:pt x="95250" y="142875"/>
                </a:cubicBezTo>
                <a:cubicBezTo>
                  <a:pt x="42863" y="142875"/>
                  <a:pt x="0" y="185738"/>
                  <a:pt x="0" y="238125"/>
                </a:cubicBezTo>
                <a:cubicBezTo>
                  <a:pt x="0" y="290513"/>
                  <a:pt x="42863" y="333375"/>
                  <a:pt x="95250" y="333375"/>
                </a:cubicBezTo>
                <a:cubicBezTo>
                  <a:pt x="95250" y="333375"/>
                  <a:pt x="95250" y="333375"/>
                  <a:pt x="96203" y="333375"/>
                </a:cubicBezTo>
                <a:cubicBezTo>
                  <a:pt x="100965" y="381953"/>
                  <a:pt x="141923" y="419100"/>
                  <a:pt x="190500" y="419100"/>
                </a:cubicBezTo>
                <a:cubicBezTo>
                  <a:pt x="212408" y="419100"/>
                  <a:pt x="232410" y="411480"/>
                  <a:pt x="248602" y="399098"/>
                </a:cubicBezTo>
                <a:cubicBezTo>
                  <a:pt x="248602" y="401955"/>
                  <a:pt x="247650" y="405765"/>
                  <a:pt x="247650" y="409575"/>
                </a:cubicBezTo>
                <a:cubicBezTo>
                  <a:pt x="247650" y="461963"/>
                  <a:pt x="290513" y="504825"/>
                  <a:pt x="342900" y="504825"/>
                </a:cubicBezTo>
                <a:cubicBezTo>
                  <a:pt x="392430" y="504825"/>
                  <a:pt x="433388" y="466725"/>
                  <a:pt x="438150" y="418148"/>
                </a:cubicBezTo>
                <a:cubicBezTo>
                  <a:pt x="455295" y="441960"/>
                  <a:pt x="482918" y="457200"/>
                  <a:pt x="514350" y="457200"/>
                </a:cubicBezTo>
                <a:cubicBezTo>
                  <a:pt x="566738" y="457200"/>
                  <a:pt x="609600" y="414338"/>
                  <a:pt x="609600" y="361950"/>
                </a:cubicBezTo>
                <a:cubicBezTo>
                  <a:pt x="609600" y="359093"/>
                  <a:pt x="609600" y="356235"/>
                  <a:pt x="609600" y="353378"/>
                </a:cubicBezTo>
                <a:cubicBezTo>
                  <a:pt x="621030" y="358140"/>
                  <a:pt x="634365" y="361950"/>
                  <a:pt x="647700" y="361950"/>
                </a:cubicBezTo>
                <a:cubicBezTo>
                  <a:pt x="700088" y="361950"/>
                  <a:pt x="742950" y="319088"/>
                  <a:pt x="742950" y="266700"/>
                </a:cubicBezTo>
                <a:cubicBezTo>
                  <a:pt x="742950" y="214313"/>
                  <a:pt x="700088" y="171450"/>
                  <a:pt x="647700" y="171450"/>
                </a:cubicBezTo>
                <a:close/>
              </a:path>
            </a:pathLst>
          </a:custGeom>
          <a:noFill/>
          <a:ln w="19050" cap="flat">
            <a:solidFill>
              <a:schemeClr val="accent5">
                <a:lumMod val="60000"/>
                <a:lumOff val="4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de-AT" sz="1417" dirty="0"/>
          </a:p>
        </p:txBody>
      </p:sp>
      <p:pic>
        <p:nvPicPr>
          <p:cNvPr id="4" name="Imagen 1" descr="Icono&#10;&#10;El contenido generado por IA puede ser incorrecto.">
            <a:extLst>
              <a:ext uri="{FF2B5EF4-FFF2-40B4-BE49-F238E27FC236}">
                <a16:creationId xmlns:a16="http://schemas.microsoft.com/office/drawing/2014/main" id="{B50C4FAA-E678-3A62-3BD4-7DE517E18B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4772" y="2213460"/>
            <a:ext cx="642183" cy="508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0038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ruppieren 51">
            <a:extLst>
              <a:ext uri="{FF2B5EF4-FFF2-40B4-BE49-F238E27FC236}">
                <a16:creationId xmlns:a16="http://schemas.microsoft.com/office/drawing/2014/main" id="{4E9D8790-7B02-4077-9689-E4612DA4C070}"/>
              </a:ext>
            </a:extLst>
          </p:cNvPr>
          <p:cNvGrpSpPr>
            <a:grpSpLocks noChangeAspect="1"/>
          </p:cNvGrpSpPr>
          <p:nvPr/>
        </p:nvGrpSpPr>
        <p:grpSpPr>
          <a:xfrm>
            <a:off x="1044191" y="1029101"/>
            <a:ext cx="3684688" cy="2223471"/>
            <a:chOff x="1760400" y="1360800"/>
            <a:chExt cx="5619600" cy="3391047"/>
          </a:xfrm>
        </p:grpSpPr>
        <p:sp>
          <p:nvSpPr>
            <p:cNvPr id="53" name="Flussdiagramm: Verbinder 52">
              <a:extLst>
                <a:ext uri="{FF2B5EF4-FFF2-40B4-BE49-F238E27FC236}">
                  <a16:creationId xmlns:a16="http://schemas.microsoft.com/office/drawing/2014/main" id="{31A2C334-AE8A-4FB4-9A2F-2BDD1EDD1D8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20000" y="13608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sz="1417" dirty="0"/>
            </a:p>
          </p:txBody>
        </p:sp>
        <p:sp>
          <p:nvSpPr>
            <p:cNvPr id="54" name="Flussdiagramm: Verbinder 53">
              <a:extLst>
                <a:ext uri="{FF2B5EF4-FFF2-40B4-BE49-F238E27FC236}">
                  <a16:creationId xmlns:a16="http://schemas.microsoft.com/office/drawing/2014/main" id="{283996C4-C5BB-43FF-9C97-74EB6A7DB9C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760400" y="28368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sz="1417" dirty="0"/>
            </a:p>
          </p:txBody>
        </p:sp>
        <p:sp>
          <p:nvSpPr>
            <p:cNvPr id="55" name="Flussdiagramm: Verbinder 54">
              <a:extLst>
                <a:ext uri="{FF2B5EF4-FFF2-40B4-BE49-F238E27FC236}">
                  <a16:creationId xmlns:a16="http://schemas.microsoft.com/office/drawing/2014/main" id="{F72D6DAE-55BA-4ED7-8264-2DECFEB64CE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03200" y="17640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sz="1417" dirty="0"/>
            </a:p>
          </p:txBody>
        </p:sp>
        <p:sp>
          <p:nvSpPr>
            <p:cNvPr id="56" name="Flussdiagramm: Verbinder 55">
              <a:extLst>
                <a:ext uri="{FF2B5EF4-FFF2-40B4-BE49-F238E27FC236}">
                  <a16:creationId xmlns:a16="http://schemas.microsoft.com/office/drawing/2014/main" id="{4FD20884-82B2-4B5C-A40A-FC93F5E85AD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33200" y="17640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sz="1417" dirty="0"/>
            </a:p>
          </p:txBody>
        </p:sp>
        <p:sp>
          <p:nvSpPr>
            <p:cNvPr id="57" name="Flussdiagramm: Verbinder 56">
              <a:extLst>
                <a:ext uri="{FF2B5EF4-FFF2-40B4-BE49-F238E27FC236}">
                  <a16:creationId xmlns:a16="http://schemas.microsoft.com/office/drawing/2014/main" id="{DEA7B126-7078-41A0-A604-92DC1BAFF90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76000" y="2836800"/>
              <a:ext cx="504000" cy="5040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sz="1417" dirty="0"/>
            </a:p>
          </p:txBody>
        </p:sp>
        <p:sp>
          <p:nvSpPr>
            <p:cNvPr id="58" name="Flussdiagramm: Verbinder 57">
              <a:extLst>
                <a:ext uri="{FF2B5EF4-FFF2-40B4-BE49-F238E27FC236}">
                  <a16:creationId xmlns:a16="http://schemas.microsoft.com/office/drawing/2014/main" id="{3E0B8CE5-1044-4FBD-8F73-A5F002CE46A9}"/>
                </a:ext>
              </a:extLst>
            </p:cNvPr>
            <p:cNvSpPr/>
            <p:nvPr/>
          </p:nvSpPr>
          <p:spPr>
            <a:xfrm>
              <a:off x="4392000" y="4391807"/>
              <a:ext cx="360000" cy="360040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sz="1417" dirty="0"/>
            </a:p>
          </p:txBody>
        </p:sp>
      </p:grpSp>
      <p:sp>
        <p:nvSpPr>
          <p:cNvPr id="80" name="Bogen 79">
            <a:extLst>
              <a:ext uri="{FF2B5EF4-FFF2-40B4-BE49-F238E27FC236}">
                <a16:creationId xmlns:a16="http://schemas.microsoft.com/office/drawing/2014/main" id="{77E9C146-839C-4A63-9C01-5E15FB925A95}"/>
              </a:ext>
            </a:extLst>
          </p:cNvPr>
          <p:cNvSpPr/>
          <p:nvPr/>
        </p:nvSpPr>
        <p:spPr>
          <a:xfrm rot="14691876" flipH="1" flipV="1">
            <a:off x="3089844" y="1481404"/>
            <a:ext cx="1002481" cy="2073269"/>
          </a:xfrm>
          <a:prstGeom prst="arc">
            <a:avLst>
              <a:gd name="adj1" fmla="val 16591373"/>
              <a:gd name="adj2" fmla="val 3902209"/>
            </a:avLst>
          </a:prstGeom>
          <a:ln w="41275">
            <a:solidFill>
              <a:schemeClr val="accent5">
                <a:lumMod val="60000"/>
                <a:lumOff val="40000"/>
              </a:schemeClr>
            </a:solidFill>
            <a:prstDash val="sysDot"/>
            <a:headEnd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AT" sz="1417" dirty="0"/>
          </a:p>
        </p:txBody>
      </p:sp>
      <p:grpSp>
        <p:nvGrpSpPr>
          <p:cNvPr id="3" name="Gruppieren 27">
            <a:extLst>
              <a:ext uri="{FF2B5EF4-FFF2-40B4-BE49-F238E27FC236}">
                <a16:creationId xmlns:a16="http://schemas.microsoft.com/office/drawing/2014/main" id="{2A754739-B1D5-E065-6A1C-2907A4560E37}"/>
              </a:ext>
            </a:extLst>
          </p:cNvPr>
          <p:cNvGrpSpPr>
            <a:grpSpLocks noChangeAspect="1"/>
          </p:cNvGrpSpPr>
          <p:nvPr/>
        </p:nvGrpSpPr>
        <p:grpSpPr>
          <a:xfrm>
            <a:off x="2783931" y="2673419"/>
            <a:ext cx="510973" cy="569147"/>
            <a:chOff x="4184655" y="1692997"/>
            <a:chExt cx="1906332" cy="2123348"/>
          </a:xfrm>
          <a:solidFill>
            <a:schemeClr val="accent5">
              <a:lumMod val="60000"/>
              <a:lumOff val="40000"/>
            </a:schemeClr>
          </a:solidFill>
        </p:grpSpPr>
        <p:pic>
          <p:nvPicPr>
            <p:cNvPr id="4" name="Grafik 29" descr="Bleistift mit einfarbiger Füllung">
              <a:extLst>
                <a:ext uri="{FF2B5EF4-FFF2-40B4-BE49-F238E27FC236}">
                  <a16:creationId xmlns:a16="http://schemas.microsoft.com/office/drawing/2014/main" id="{3917CC2E-752A-317A-BDCB-FE9C15CA2001}"/>
                </a:ext>
              </a:extLst>
            </p:cNvPr>
            <p:cNvPicPr preferRelativeResize="0"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21085753">
              <a:off x="4326104" y="1692997"/>
              <a:ext cx="1764883" cy="1764000"/>
            </a:xfrm>
            <a:prstGeom prst="rect">
              <a:avLst/>
            </a:prstGeom>
          </p:spPr>
        </p:pic>
        <p:grpSp>
          <p:nvGrpSpPr>
            <p:cNvPr id="5" name="Gruppieren 30">
              <a:extLst>
                <a:ext uri="{FF2B5EF4-FFF2-40B4-BE49-F238E27FC236}">
                  <a16:creationId xmlns:a16="http://schemas.microsoft.com/office/drawing/2014/main" id="{DDCFCE91-26F0-51D9-1D1E-53C247CC56BE}"/>
                </a:ext>
              </a:extLst>
            </p:cNvPr>
            <p:cNvGrpSpPr/>
            <p:nvPr/>
          </p:nvGrpSpPr>
          <p:grpSpPr>
            <a:xfrm>
              <a:off x="4550400" y="3041655"/>
              <a:ext cx="43200" cy="774690"/>
              <a:chOff x="3385929" y="4336972"/>
              <a:chExt cx="57150" cy="774690"/>
            </a:xfrm>
            <a:grpFill/>
          </p:grpSpPr>
          <p:sp>
            <p:nvSpPr>
              <p:cNvPr id="13" name="Rechteck: abgerundete Ecken 38">
                <a:extLst>
                  <a:ext uri="{FF2B5EF4-FFF2-40B4-BE49-F238E27FC236}">
                    <a16:creationId xmlns:a16="http://schemas.microsoft.com/office/drawing/2014/main" id="{5C02A67A-B647-4404-BD4E-BB3084C36B75}"/>
                  </a:ext>
                </a:extLst>
              </p:cNvPr>
              <p:cNvSpPr/>
              <p:nvPr/>
            </p:nvSpPr>
            <p:spPr>
              <a:xfrm>
                <a:off x="3385929" y="433697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 sz="1417" dirty="0"/>
              </a:p>
            </p:txBody>
          </p:sp>
          <p:sp>
            <p:nvSpPr>
              <p:cNvPr id="14" name="Rechteck: abgerundete Ecken 48">
                <a:extLst>
                  <a:ext uri="{FF2B5EF4-FFF2-40B4-BE49-F238E27FC236}">
                    <a16:creationId xmlns:a16="http://schemas.microsoft.com/office/drawing/2014/main" id="{6B631B30-0B23-0081-8EA3-25564D0A267D}"/>
                  </a:ext>
                </a:extLst>
              </p:cNvPr>
              <p:cNvSpPr/>
              <p:nvPr/>
            </p:nvSpPr>
            <p:spPr>
              <a:xfrm>
                <a:off x="3385929" y="489566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 sz="1417"/>
              </a:p>
            </p:txBody>
          </p:sp>
        </p:grpSp>
        <p:grpSp>
          <p:nvGrpSpPr>
            <p:cNvPr id="6" name="Gruppieren 31">
              <a:extLst>
                <a:ext uri="{FF2B5EF4-FFF2-40B4-BE49-F238E27FC236}">
                  <a16:creationId xmlns:a16="http://schemas.microsoft.com/office/drawing/2014/main" id="{F9C01EBE-9019-3C74-15A6-81A6C295EA17}"/>
                </a:ext>
              </a:extLst>
            </p:cNvPr>
            <p:cNvGrpSpPr/>
            <p:nvPr/>
          </p:nvGrpSpPr>
          <p:grpSpPr>
            <a:xfrm rot="5400000">
              <a:off x="4550400" y="3041655"/>
              <a:ext cx="43200" cy="774690"/>
              <a:chOff x="3385929" y="4336972"/>
              <a:chExt cx="57150" cy="774690"/>
            </a:xfrm>
            <a:grpFill/>
          </p:grpSpPr>
          <p:sp>
            <p:nvSpPr>
              <p:cNvPr id="11" name="Rechteck: abgerundete Ecken 36">
                <a:extLst>
                  <a:ext uri="{FF2B5EF4-FFF2-40B4-BE49-F238E27FC236}">
                    <a16:creationId xmlns:a16="http://schemas.microsoft.com/office/drawing/2014/main" id="{77A34092-AD10-FC60-A049-88CFDB1A71FE}"/>
                  </a:ext>
                </a:extLst>
              </p:cNvPr>
              <p:cNvSpPr/>
              <p:nvPr/>
            </p:nvSpPr>
            <p:spPr>
              <a:xfrm>
                <a:off x="3385929" y="433697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 sz="1417" dirty="0"/>
              </a:p>
            </p:txBody>
          </p:sp>
          <p:sp>
            <p:nvSpPr>
              <p:cNvPr id="12" name="Rechteck: abgerundete Ecken 37">
                <a:extLst>
                  <a:ext uri="{FF2B5EF4-FFF2-40B4-BE49-F238E27FC236}">
                    <a16:creationId xmlns:a16="http://schemas.microsoft.com/office/drawing/2014/main" id="{F7670A2B-EFEA-6048-6EE9-264731138991}"/>
                  </a:ext>
                </a:extLst>
              </p:cNvPr>
              <p:cNvSpPr/>
              <p:nvPr/>
            </p:nvSpPr>
            <p:spPr>
              <a:xfrm>
                <a:off x="3385929" y="489566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 sz="1417"/>
              </a:p>
            </p:txBody>
          </p:sp>
        </p:grpSp>
        <p:sp>
          <p:nvSpPr>
            <p:cNvPr id="7" name="Rechteck: abgerundete Ecken 32">
              <a:extLst>
                <a:ext uri="{FF2B5EF4-FFF2-40B4-BE49-F238E27FC236}">
                  <a16:creationId xmlns:a16="http://schemas.microsoft.com/office/drawing/2014/main" id="{96D52A94-CBEA-425D-524F-906A4348FC9E}"/>
                </a:ext>
              </a:extLst>
            </p:cNvPr>
            <p:cNvSpPr/>
            <p:nvPr/>
          </p:nvSpPr>
          <p:spPr>
            <a:xfrm rot="2700000">
              <a:off x="4352873" y="3518528"/>
              <a:ext cx="43200" cy="216000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sz="1417"/>
            </a:p>
          </p:txBody>
        </p:sp>
        <p:grpSp>
          <p:nvGrpSpPr>
            <p:cNvPr id="8" name="Gruppieren 33">
              <a:extLst>
                <a:ext uri="{FF2B5EF4-FFF2-40B4-BE49-F238E27FC236}">
                  <a16:creationId xmlns:a16="http://schemas.microsoft.com/office/drawing/2014/main" id="{1FCA169A-862E-5893-1456-99B6880ED0D5}"/>
                </a:ext>
              </a:extLst>
            </p:cNvPr>
            <p:cNvGrpSpPr/>
            <p:nvPr/>
          </p:nvGrpSpPr>
          <p:grpSpPr>
            <a:xfrm rot="8100000">
              <a:off x="4550400" y="3041655"/>
              <a:ext cx="43200" cy="774690"/>
              <a:chOff x="3385929" y="4336972"/>
              <a:chExt cx="57150" cy="774690"/>
            </a:xfrm>
            <a:grpFill/>
          </p:grpSpPr>
          <p:sp>
            <p:nvSpPr>
              <p:cNvPr id="9" name="Rechteck: abgerundete Ecken 34">
                <a:extLst>
                  <a:ext uri="{FF2B5EF4-FFF2-40B4-BE49-F238E27FC236}">
                    <a16:creationId xmlns:a16="http://schemas.microsoft.com/office/drawing/2014/main" id="{1FB97D73-6D06-4A64-2905-6161CF2D8790}"/>
                  </a:ext>
                </a:extLst>
              </p:cNvPr>
              <p:cNvSpPr/>
              <p:nvPr/>
            </p:nvSpPr>
            <p:spPr>
              <a:xfrm>
                <a:off x="3385929" y="433697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 sz="1417" dirty="0"/>
              </a:p>
            </p:txBody>
          </p:sp>
          <p:sp>
            <p:nvSpPr>
              <p:cNvPr id="10" name="Rechteck: abgerundete Ecken 35">
                <a:extLst>
                  <a:ext uri="{FF2B5EF4-FFF2-40B4-BE49-F238E27FC236}">
                    <a16:creationId xmlns:a16="http://schemas.microsoft.com/office/drawing/2014/main" id="{7D353342-B0B1-06ED-E761-6890C727F063}"/>
                  </a:ext>
                </a:extLst>
              </p:cNvPr>
              <p:cNvSpPr/>
              <p:nvPr/>
            </p:nvSpPr>
            <p:spPr>
              <a:xfrm>
                <a:off x="3385929" y="4895662"/>
                <a:ext cx="57150" cy="2160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AT" sz="1417"/>
              </a:p>
            </p:txBody>
          </p:sp>
        </p:grpSp>
      </p:grpSp>
      <p:sp>
        <p:nvSpPr>
          <p:cNvPr id="15" name="Freihandform: Form 59">
            <a:extLst>
              <a:ext uri="{FF2B5EF4-FFF2-40B4-BE49-F238E27FC236}">
                <a16:creationId xmlns:a16="http://schemas.microsoft.com/office/drawing/2014/main" id="{639ECF35-CE7F-4F06-FC12-F0716EF2111F}"/>
              </a:ext>
            </a:extLst>
          </p:cNvPr>
          <p:cNvSpPr/>
          <p:nvPr/>
        </p:nvSpPr>
        <p:spPr>
          <a:xfrm rot="19543343">
            <a:off x="2605556" y="1887891"/>
            <a:ext cx="2274600" cy="1485987"/>
          </a:xfrm>
          <a:custGeom>
            <a:avLst/>
            <a:gdLst>
              <a:gd name="connsiteX0" fmla="*/ 647700 w 742950"/>
              <a:gd name="connsiteY0" fmla="*/ 171450 h 504825"/>
              <a:gd name="connsiteX1" fmla="*/ 625793 w 742950"/>
              <a:gd name="connsiteY1" fmla="*/ 174308 h 504825"/>
              <a:gd name="connsiteX2" fmla="*/ 628650 w 742950"/>
              <a:gd name="connsiteY2" fmla="*/ 152400 h 504825"/>
              <a:gd name="connsiteX3" fmla="*/ 533400 w 742950"/>
              <a:gd name="connsiteY3" fmla="*/ 57150 h 504825"/>
              <a:gd name="connsiteX4" fmla="*/ 474345 w 742950"/>
              <a:gd name="connsiteY4" fmla="*/ 77153 h 504825"/>
              <a:gd name="connsiteX5" fmla="*/ 381000 w 742950"/>
              <a:gd name="connsiteY5" fmla="*/ 0 h 504825"/>
              <a:gd name="connsiteX6" fmla="*/ 288608 w 742950"/>
              <a:gd name="connsiteY6" fmla="*/ 71438 h 504825"/>
              <a:gd name="connsiteX7" fmla="*/ 209550 w 742950"/>
              <a:gd name="connsiteY7" fmla="*/ 28575 h 504825"/>
              <a:gd name="connsiteX8" fmla="*/ 114300 w 742950"/>
              <a:gd name="connsiteY8" fmla="*/ 123825 h 504825"/>
              <a:gd name="connsiteX9" fmla="*/ 117157 w 742950"/>
              <a:gd name="connsiteY9" fmla="*/ 145733 h 504825"/>
              <a:gd name="connsiteX10" fmla="*/ 95250 w 742950"/>
              <a:gd name="connsiteY10" fmla="*/ 142875 h 504825"/>
              <a:gd name="connsiteX11" fmla="*/ 0 w 742950"/>
              <a:gd name="connsiteY11" fmla="*/ 238125 h 504825"/>
              <a:gd name="connsiteX12" fmla="*/ 95250 w 742950"/>
              <a:gd name="connsiteY12" fmla="*/ 333375 h 504825"/>
              <a:gd name="connsiteX13" fmla="*/ 96203 w 742950"/>
              <a:gd name="connsiteY13" fmla="*/ 333375 h 504825"/>
              <a:gd name="connsiteX14" fmla="*/ 190500 w 742950"/>
              <a:gd name="connsiteY14" fmla="*/ 419100 h 504825"/>
              <a:gd name="connsiteX15" fmla="*/ 248602 w 742950"/>
              <a:gd name="connsiteY15" fmla="*/ 399098 h 504825"/>
              <a:gd name="connsiteX16" fmla="*/ 247650 w 742950"/>
              <a:gd name="connsiteY16" fmla="*/ 409575 h 504825"/>
              <a:gd name="connsiteX17" fmla="*/ 342900 w 742950"/>
              <a:gd name="connsiteY17" fmla="*/ 504825 h 504825"/>
              <a:gd name="connsiteX18" fmla="*/ 438150 w 742950"/>
              <a:gd name="connsiteY18" fmla="*/ 418148 h 504825"/>
              <a:gd name="connsiteX19" fmla="*/ 514350 w 742950"/>
              <a:gd name="connsiteY19" fmla="*/ 457200 h 504825"/>
              <a:gd name="connsiteX20" fmla="*/ 609600 w 742950"/>
              <a:gd name="connsiteY20" fmla="*/ 361950 h 504825"/>
              <a:gd name="connsiteX21" fmla="*/ 609600 w 742950"/>
              <a:gd name="connsiteY21" fmla="*/ 353378 h 504825"/>
              <a:gd name="connsiteX22" fmla="*/ 647700 w 742950"/>
              <a:gd name="connsiteY22" fmla="*/ 361950 h 504825"/>
              <a:gd name="connsiteX23" fmla="*/ 742950 w 742950"/>
              <a:gd name="connsiteY23" fmla="*/ 266700 h 504825"/>
              <a:gd name="connsiteX24" fmla="*/ 647700 w 742950"/>
              <a:gd name="connsiteY24" fmla="*/ 171450 h 5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742950" h="504825">
                <a:moveTo>
                  <a:pt x="647700" y="171450"/>
                </a:moveTo>
                <a:cubicBezTo>
                  <a:pt x="640080" y="171450"/>
                  <a:pt x="633413" y="172403"/>
                  <a:pt x="625793" y="174308"/>
                </a:cubicBezTo>
                <a:cubicBezTo>
                  <a:pt x="627698" y="167640"/>
                  <a:pt x="628650" y="160020"/>
                  <a:pt x="628650" y="152400"/>
                </a:cubicBezTo>
                <a:cubicBezTo>
                  <a:pt x="628650" y="100013"/>
                  <a:pt x="585788" y="57150"/>
                  <a:pt x="533400" y="57150"/>
                </a:cubicBezTo>
                <a:cubicBezTo>
                  <a:pt x="511493" y="57150"/>
                  <a:pt x="490538" y="64770"/>
                  <a:pt x="474345" y="77153"/>
                </a:cubicBezTo>
                <a:cubicBezTo>
                  <a:pt x="466725" y="33338"/>
                  <a:pt x="427673" y="0"/>
                  <a:pt x="381000" y="0"/>
                </a:cubicBezTo>
                <a:cubicBezTo>
                  <a:pt x="337185" y="0"/>
                  <a:pt x="300038" y="30480"/>
                  <a:pt x="288608" y="71438"/>
                </a:cubicBezTo>
                <a:cubicBezTo>
                  <a:pt x="271463" y="45720"/>
                  <a:pt x="242888" y="28575"/>
                  <a:pt x="209550" y="28575"/>
                </a:cubicBezTo>
                <a:cubicBezTo>
                  <a:pt x="157163" y="28575"/>
                  <a:pt x="114300" y="71438"/>
                  <a:pt x="114300" y="123825"/>
                </a:cubicBezTo>
                <a:cubicBezTo>
                  <a:pt x="114300" y="131445"/>
                  <a:pt x="115253" y="138113"/>
                  <a:pt x="117157" y="145733"/>
                </a:cubicBezTo>
                <a:cubicBezTo>
                  <a:pt x="109538" y="143828"/>
                  <a:pt x="102870" y="142875"/>
                  <a:pt x="95250" y="142875"/>
                </a:cubicBezTo>
                <a:cubicBezTo>
                  <a:pt x="42863" y="142875"/>
                  <a:pt x="0" y="185738"/>
                  <a:pt x="0" y="238125"/>
                </a:cubicBezTo>
                <a:cubicBezTo>
                  <a:pt x="0" y="290513"/>
                  <a:pt x="42863" y="333375"/>
                  <a:pt x="95250" y="333375"/>
                </a:cubicBezTo>
                <a:cubicBezTo>
                  <a:pt x="95250" y="333375"/>
                  <a:pt x="95250" y="333375"/>
                  <a:pt x="96203" y="333375"/>
                </a:cubicBezTo>
                <a:cubicBezTo>
                  <a:pt x="100965" y="381953"/>
                  <a:pt x="141923" y="419100"/>
                  <a:pt x="190500" y="419100"/>
                </a:cubicBezTo>
                <a:cubicBezTo>
                  <a:pt x="212408" y="419100"/>
                  <a:pt x="232410" y="411480"/>
                  <a:pt x="248602" y="399098"/>
                </a:cubicBezTo>
                <a:cubicBezTo>
                  <a:pt x="248602" y="401955"/>
                  <a:pt x="247650" y="405765"/>
                  <a:pt x="247650" y="409575"/>
                </a:cubicBezTo>
                <a:cubicBezTo>
                  <a:pt x="247650" y="461963"/>
                  <a:pt x="290513" y="504825"/>
                  <a:pt x="342900" y="504825"/>
                </a:cubicBezTo>
                <a:cubicBezTo>
                  <a:pt x="392430" y="504825"/>
                  <a:pt x="433388" y="466725"/>
                  <a:pt x="438150" y="418148"/>
                </a:cubicBezTo>
                <a:cubicBezTo>
                  <a:pt x="455295" y="441960"/>
                  <a:pt x="482918" y="457200"/>
                  <a:pt x="514350" y="457200"/>
                </a:cubicBezTo>
                <a:cubicBezTo>
                  <a:pt x="566738" y="457200"/>
                  <a:pt x="609600" y="414338"/>
                  <a:pt x="609600" y="361950"/>
                </a:cubicBezTo>
                <a:cubicBezTo>
                  <a:pt x="609600" y="359093"/>
                  <a:pt x="609600" y="356235"/>
                  <a:pt x="609600" y="353378"/>
                </a:cubicBezTo>
                <a:cubicBezTo>
                  <a:pt x="621030" y="358140"/>
                  <a:pt x="634365" y="361950"/>
                  <a:pt x="647700" y="361950"/>
                </a:cubicBezTo>
                <a:cubicBezTo>
                  <a:pt x="700088" y="361950"/>
                  <a:pt x="742950" y="319088"/>
                  <a:pt x="742950" y="266700"/>
                </a:cubicBezTo>
                <a:cubicBezTo>
                  <a:pt x="742950" y="214313"/>
                  <a:pt x="700088" y="171450"/>
                  <a:pt x="647700" y="171450"/>
                </a:cubicBezTo>
                <a:close/>
              </a:path>
            </a:pathLst>
          </a:custGeom>
          <a:noFill/>
          <a:ln w="19050" cap="flat">
            <a:solidFill>
              <a:schemeClr val="accent5">
                <a:lumMod val="60000"/>
                <a:lumOff val="4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de-AT" sz="1417" dirty="0"/>
          </a:p>
        </p:txBody>
      </p:sp>
      <p:pic>
        <p:nvPicPr>
          <p:cNvPr id="16" name="Imagen 1" descr="Icono&#10;&#10;El contenido generado por IA puede ser incorrecto.">
            <a:extLst>
              <a:ext uri="{FF2B5EF4-FFF2-40B4-BE49-F238E27FC236}">
                <a16:creationId xmlns:a16="http://schemas.microsoft.com/office/drawing/2014/main" id="{2CA19F05-77B4-2394-0341-EE96CC83CA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5369" y="3446326"/>
            <a:ext cx="642183" cy="508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6917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</TotalTime>
  <Words>1</Words>
  <Application>Microsoft Office PowerPoint</Application>
  <PresentationFormat>Personnalisé</PresentationFormat>
  <Paragraphs>1</Paragraphs>
  <Slides>12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Tema de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Marcos Moreno Verdu</dc:creator>
  <cp:lastModifiedBy>Marcos Moreno Verdu</cp:lastModifiedBy>
  <cp:revision>2</cp:revision>
  <dcterms:created xsi:type="dcterms:W3CDTF">2025-06-13T10:18:05Z</dcterms:created>
  <dcterms:modified xsi:type="dcterms:W3CDTF">2025-06-18T14:45:48Z</dcterms:modified>
</cp:coreProperties>
</file>