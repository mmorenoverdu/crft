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46B26-4566-44C3-A15D-5CD45CB4B3BC}" v="4" dt="2025-06-17T09:12:32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oreno Verdu" userId="e16f21d8-7ade-4398-a799-6875fecfb860" providerId="ADAL" clId="{36246B26-4566-44C3-A15D-5CD45CB4B3BC}"/>
    <pc:docChg chg="undo custSel addSld modSld sldOrd">
      <pc:chgData name="Marcos Moreno Verdu" userId="e16f21d8-7ade-4398-a799-6875fecfb860" providerId="ADAL" clId="{36246B26-4566-44C3-A15D-5CD45CB4B3BC}" dt="2025-06-17T09:12:48.319" v="59" actId="1076"/>
      <pc:docMkLst>
        <pc:docMk/>
      </pc:docMkLst>
      <pc:sldChg chg="ord">
        <pc:chgData name="Marcos Moreno Verdu" userId="e16f21d8-7ade-4398-a799-6875fecfb860" providerId="ADAL" clId="{36246B26-4566-44C3-A15D-5CD45CB4B3BC}" dt="2025-06-17T09:09:11.372" v="2"/>
        <pc:sldMkLst>
          <pc:docMk/>
          <pc:sldMk cId="3539960165" sldId="256"/>
        </pc:sldMkLst>
      </pc:sldChg>
      <pc:sldChg chg="addSp delSp modSp new mod">
        <pc:chgData name="Marcos Moreno Verdu" userId="e16f21d8-7ade-4398-a799-6875fecfb860" providerId="ADAL" clId="{36246B26-4566-44C3-A15D-5CD45CB4B3BC}" dt="2025-06-17T09:12:17.567" v="52" actId="1076"/>
        <pc:sldMkLst>
          <pc:docMk/>
          <pc:sldMk cId="2504843701" sldId="257"/>
        </pc:sldMkLst>
        <pc:picChg chg="add mod">
          <ac:chgData name="Marcos Moreno Verdu" userId="e16f21d8-7ade-4398-a799-6875fecfb860" providerId="ADAL" clId="{36246B26-4566-44C3-A15D-5CD45CB4B3BC}" dt="2025-06-17T09:10:59.948" v="26" actId="1076"/>
          <ac:picMkLst>
            <pc:docMk/>
            <pc:sldMk cId="2504843701" sldId="257"/>
            <ac:picMk id="2" creationId="{942AD962-F423-DD2A-DC1F-95A9FF8F3786}"/>
          </ac:picMkLst>
        </pc:picChg>
        <pc:picChg chg="add mod">
          <ac:chgData name="Marcos Moreno Verdu" userId="e16f21d8-7ade-4398-a799-6875fecfb860" providerId="ADAL" clId="{36246B26-4566-44C3-A15D-5CD45CB4B3BC}" dt="2025-06-17T09:12:01.082" v="35" actId="1076"/>
          <ac:picMkLst>
            <pc:docMk/>
            <pc:sldMk cId="2504843701" sldId="257"/>
            <ac:picMk id="4" creationId="{4438C9D6-431A-C0E7-C119-989BD722522F}"/>
          </ac:picMkLst>
        </pc:picChg>
        <pc:picChg chg="add del mod">
          <ac:chgData name="Marcos Moreno Verdu" userId="e16f21d8-7ade-4398-a799-6875fecfb860" providerId="ADAL" clId="{36246B26-4566-44C3-A15D-5CD45CB4B3BC}" dt="2025-06-17T09:12:17.567" v="52" actId="1076"/>
          <ac:picMkLst>
            <pc:docMk/>
            <pc:sldMk cId="2504843701" sldId="257"/>
            <ac:picMk id="6" creationId="{8CD2815A-04BD-D60D-FB23-6EF186534184}"/>
          </ac:picMkLst>
        </pc:picChg>
      </pc:sldChg>
      <pc:sldChg chg="addSp delSp modSp add mod">
        <pc:chgData name="Marcos Moreno Verdu" userId="e16f21d8-7ade-4398-a799-6875fecfb860" providerId="ADAL" clId="{36246B26-4566-44C3-A15D-5CD45CB4B3BC}" dt="2025-06-17T09:12:48.319" v="59" actId="1076"/>
        <pc:sldMkLst>
          <pc:docMk/>
          <pc:sldMk cId="1084683835" sldId="258"/>
        </pc:sldMkLst>
        <pc:picChg chg="del">
          <ac:chgData name="Marcos Moreno Verdu" userId="e16f21d8-7ade-4398-a799-6875fecfb860" providerId="ADAL" clId="{36246B26-4566-44C3-A15D-5CD45CB4B3BC}" dt="2025-06-17T09:12:26.730" v="54" actId="478"/>
          <ac:picMkLst>
            <pc:docMk/>
            <pc:sldMk cId="1084683835" sldId="258"/>
            <ac:picMk id="4" creationId="{E5CBA447-FEA5-385E-3800-B5B3EA254780}"/>
          </ac:picMkLst>
        </pc:picChg>
        <pc:picChg chg="add mod">
          <ac:chgData name="Marcos Moreno Verdu" userId="e16f21d8-7ade-4398-a799-6875fecfb860" providerId="ADAL" clId="{36246B26-4566-44C3-A15D-5CD45CB4B3BC}" dt="2025-06-17T09:12:48.319" v="59" actId="1076"/>
          <ac:picMkLst>
            <pc:docMk/>
            <pc:sldMk cId="1084683835" sldId="258"/>
            <ac:picMk id="5" creationId="{208964EB-1CC9-728A-5FF1-87667FAB04C8}"/>
          </ac:picMkLst>
        </pc:picChg>
      </pc:sldChg>
    </pc:docChg>
  </pc:docChgLst>
  <pc:docChgLst>
    <pc:chgData name="Marcos Moreno Verdu" userId="e16f21d8-7ade-4398-a799-6875fecfb860" providerId="ADAL" clId="{F8944755-360F-414C-B191-EAB737E18374}"/>
    <pc:docChg chg="custSel addSld modSld">
      <pc:chgData name="Marcos Moreno Verdu" userId="e16f21d8-7ade-4398-a799-6875fecfb860" providerId="ADAL" clId="{F8944755-360F-414C-B191-EAB737E18374}" dt="2025-06-02T19:56:29.663" v="30" actId="478"/>
      <pc:docMkLst>
        <pc:docMk/>
      </pc:docMkLst>
      <pc:sldChg chg="delSp modSp new mod">
        <pc:chgData name="Marcos Moreno Verdu" userId="e16f21d8-7ade-4398-a799-6875fecfb860" providerId="ADAL" clId="{F8944755-360F-414C-B191-EAB737E18374}" dt="2025-06-02T19:56:29.663" v="30" actId="478"/>
        <pc:sldMkLst>
          <pc:docMk/>
          <pc:sldMk cId="3539960165" sldId="256"/>
        </pc:sldMkLst>
        <pc:spChg chg="mod">
          <ac:chgData name="Marcos Moreno Verdu" userId="e16f21d8-7ade-4398-a799-6875fecfb860" providerId="ADAL" clId="{F8944755-360F-414C-B191-EAB737E18374}" dt="2025-06-02T19:56:26.069" v="29" actId="20577"/>
          <ac:spMkLst>
            <pc:docMk/>
            <pc:sldMk cId="3539960165" sldId="256"/>
            <ac:spMk id="2" creationId="{27CA2196-8C02-B539-C594-9B6D9CB378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55878-3BD6-3E05-7561-386914B71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73F166-84D9-353B-C411-B77F4ADBE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14B159-4D7E-E4B5-4CCF-F53D9770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4AEB68-6F43-3D22-C9F3-29365A68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FE0694-4645-B799-7772-849C3148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12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107C1-2824-0057-2AD8-C53C5794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24F0AD-66B4-9916-AE1D-70E56E0DA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1E7E19-F066-7BA5-93AF-2F971066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47B05-2E3B-9D7D-A893-D1B206C9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DEB5C7-9E35-DC07-37ED-33C7364F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02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1565F-4D1A-DFDB-D7BF-16854534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EED84D-229B-CCD6-030F-CE57FF83E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C54161-06D5-CF8A-196F-DFB63908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A6702-FCB3-CECA-3A70-6AC14DC6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368533-825D-F97E-A75A-DBCA5ED0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197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00BCF-4FB2-45A7-57F7-587E54E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319229-773C-0F40-2F0F-C701986C8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53C892-E585-2BF9-8E89-EFE8075D4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FF251F-9067-6CDE-C5DE-78699F16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434CBB-BAFD-1668-8C1B-446FD978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6CE72D-DB8D-9278-07A9-19D4002C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2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687E3-E6E7-5F72-FE4C-055C7E1E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C4076B-B034-966A-AA32-D06130A18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4CB241-5F2D-9E0B-54C0-627E366B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167CA8-C941-4BF9-882D-0FD38835B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127031-3D33-B0ED-2B26-99F4E074D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027E29-C8E3-65D3-02A2-2E7ACC24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319BBEC-AF39-1B82-E545-A47C18CE6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67A943-DD29-DC65-2ACE-C5CA6917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788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FD7AB-76D4-0995-A2E3-FFFB0371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79FC83-8A76-A00C-A008-29EBCBD5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14980C-EFEF-24E4-9BAD-4987D675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0EBCFB-B91D-4A71-47CD-DA9D41B2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64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482CB3-CA73-4386-F5CA-7AB20DAC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0E43D0-08E3-56C5-47F2-B5A9399C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89C6F1-E2F7-919A-AE36-E75344FB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171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C98BE-8CF4-22A8-DCDD-F32046282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68FFDE-B352-1CD1-AD25-56D89AD64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5F95A5-75CF-7E95-ABB7-25BEEA0F7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D017FC-8D5F-A048-AC1B-5253521A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F60196-47D2-AC2D-D14F-94B57E7A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DEF879-8B55-599D-1C1D-0EF4FD77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08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FB4D-D1BB-7E25-2EEE-64619061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D01328-7EBA-BDEE-631B-AA9C5A779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0D1CB0-B322-D725-147B-6934A3AEE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34903A-8935-DDBA-27E2-4E924FB8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A63F36-B771-1B27-DA4C-A412D4E3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5989F4-19FF-2535-E7E8-5031A357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020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9E3BC-A3B2-DBF8-FD1D-A960ED71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CE4B94-0BD9-228F-CDAE-8C291BD05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1F1F2-784B-C7C6-D9D6-771E872B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0722C-B3E7-9EE3-1DBA-4BDF16A9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893A0C-5292-3C9F-2C00-682C54B2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421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8FCA09-BF1B-ACB8-250F-00A28F803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C875FB-BCD4-AC56-6277-29586700E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678D6A-AE9B-4D41-7F9B-3FCB25DCD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0E502D-577B-9AC7-E773-6CD3DE75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2D4BB-A2DF-36D8-ECCA-691EC87D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68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BE5305-E0B7-5120-D806-7E082745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9EF3B-BCC0-659E-806A-BF84028FA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8C8F49-24CF-0313-4D3A-FDAC20B65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62B40-A76C-4014-A96E-483B10967F10}" type="datetimeFigureOut">
              <a:rPr lang="es-ES" smtClean="0"/>
              <a:t>17/06/2025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D18CF-665B-45D5-6ACB-EF9E56C91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0EFB2C-92BA-70A7-2A51-005A7FB1F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AE14F-2A82-4B71-893A-E48CC6603A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86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2AD962-F423-DD2A-DC1F-95A9FF8F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283" y="260691"/>
            <a:ext cx="8631433" cy="5214823"/>
          </a:xfrm>
          <a:prstGeom prst="rect">
            <a:avLst/>
          </a:prstGeom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4438C9D6-431A-C0E7-C119-989BD7225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120" y="2613719"/>
            <a:ext cx="1479757" cy="1630561"/>
          </a:xfrm>
          <a:prstGeom prst="rect">
            <a:avLst/>
          </a:prstGeom>
        </p:spPr>
      </p:pic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8CD2815A-04BD-D60D-FB23-6EF186534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572" y="5375886"/>
            <a:ext cx="1542548" cy="122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4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8126-EC5D-B395-852E-FC1F120B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56ACE39-3C7D-2641-A2DC-E83B2FD37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283" y="260691"/>
            <a:ext cx="8631433" cy="5214823"/>
          </a:xfrm>
          <a:prstGeom prst="rect">
            <a:avLst/>
          </a:prstGeom>
        </p:spPr>
      </p:pic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777B2FCA-9075-019D-DAC2-D2314A3AE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572" y="5375886"/>
            <a:ext cx="1542548" cy="1221422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208964EB-1CC9-728A-5FF1-87667FAB0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710" y="2613600"/>
            <a:ext cx="2114578" cy="16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83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A2196-8C02-B539-C594-9B6D9CB37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PLACEHOLDER IMAGE</a:t>
            </a:r>
          </a:p>
        </p:txBody>
      </p:sp>
    </p:spTree>
    <p:extLst>
      <p:ext uri="{BB962C8B-B14F-4D97-AF65-F5344CB8AC3E}">
        <p14:creationId xmlns:p14="http://schemas.microsoft.com/office/powerpoint/2010/main" val="35399601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Panorámica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PLACEHOLDER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Moreno Verdu</dc:creator>
  <cp:lastModifiedBy>Marcos Moreno Verdu</cp:lastModifiedBy>
  <cp:revision>1</cp:revision>
  <dcterms:created xsi:type="dcterms:W3CDTF">2025-06-02T19:56:08Z</dcterms:created>
  <dcterms:modified xsi:type="dcterms:W3CDTF">2025-06-17T09:12:57Z</dcterms:modified>
</cp:coreProperties>
</file>