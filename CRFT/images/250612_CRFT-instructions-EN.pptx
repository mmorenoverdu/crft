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925" r:id="rId2"/>
    <p:sldId id="936" r:id="rId3"/>
    <p:sldId id="553" r:id="rId4"/>
    <p:sldId id="927" r:id="rId5"/>
    <p:sldId id="937" r:id="rId6"/>
    <p:sldId id="928" r:id="rId7"/>
    <p:sldId id="924" r:id="rId8"/>
    <p:sldId id="871" r:id="rId9"/>
    <p:sldId id="872" r:id="rId10"/>
    <p:sldId id="873" r:id="rId11"/>
    <p:sldId id="874" r:id="rId12"/>
    <p:sldId id="875" r:id="rId13"/>
    <p:sldId id="876" r:id="rId14"/>
    <p:sldId id="877" r:id="rId15"/>
    <p:sldId id="878" r:id="rId16"/>
    <p:sldId id="879" r:id="rId17"/>
    <p:sldId id="880" r:id="rId18"/>
    <p:sldId id="881" r:id="rId19"/>
    <p:sldId id="939" r:id="rId20"/>
    <p:sldId id="930" r:id="rId21"/>
    <p:sldId id="932" r:id="rId22"/>
    <p:sldId id="933" r:id="rId23"/>
    <p:sldId id="934" r:id="rId24"/>
    <p:sldId id="806" r:id="rId25"/>
    <p:sldId id="853" r:id="rId26"/>
    <p:sldId id="615" r:id="rId27"/>
    <p:sldId id="935" r:id="rId28"/>
    <p:sldId id="476" r:id="rId29"/>
    <p:sldId id="923" r:id="rId30"/>
    <p:sldId id="938" r:id="rId31"/>
    <p:sldId id="904" r:id="rId32"/>
    <p:sldId id="915" r:id="rId33"/>
    <p:sldId id="860" r:id="rId34"/>
    <p:sldId id="861" r:id="rId35"/>
    <p:sldId id="862" r:id="rId36"/>
    <p:sldId id="863" r:id="rId37"/>
    <p:sldId id="864" r:id="rId38"/>
    <p:sldId id="865" r:id="rId39"/>
    <p:sldId id="866" r:id="rId40"/>
    <p:sldId id="867" r:id="rId41"/>
    <p:sldId id="868" r:id="rId42"/>
    <p:sldId id="869" r:id="rId43"/>
    <p:sldId id="870" r:id="rId44"/>
    <p:sldId id="942" r:id="rId45"/>
    <p:sldId id="906" r:id="rId46"/>
    <p:sldId id="943" r:id="rId47"/>
    <p:sldId id="944" r:id="rId48"/>
    <p:sldId id="945" r:id="rId49"/>
    <p:sldId id="946" r:id="rId50"/>
    <p:sldId id="948" r:id="rId51"/>
    <p:sldId id="910" r:id="rId52"/>
    <p:sldId id="947" r:id="rId53"/>
    <p:sldId id="922" r:id="rId54"/>
    <p:sldId id="799" r:id="rId55"/>
    <p:sldId id="820" r:id="rId56"/>
    <p:sldId id="819" r:id="rId57"/>
    <p:sldId id="821" r:id="rId58"/>
    <p:sldId id="822" r:id="rId59"/>
    <p:sldId id="823" r:id="rId60"/>
    <p:sldId id="824" r:id="rId61"/>
    <p:sldId id="825" r:id="rId62"/>
    <p:sldId id="826" r:id="rId63"/>
    <p:sldId id="827" r:id="rId64"/>
    <p:sldId id="662" r:id="rId65"/>
    <p:sldId id="856" r:id="rId66"/>
    <p:sldId id="857" r:id="rId67"/>
    <p:sldId id="835" r:id="rId68"/>
    <p:sldId id="949" r:id="rId69"/>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la Czilczer" initials="CC" lastIdx="68" clrIdx="0">
    <p:extLst>
      <p:ext uri="{19B8F6BF-5375-455C-9EA6-DF929625EA0E}">
        <p15:presenceInfo xmlns:p15="http://schemas.microsoft.com/office/powerpoint/2012/main" userId="Carla Czilcz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04D"/>
    <a:srgbClr val="7F7F7F"/>
    <a:srgbClr val="FFF3E1"/>
    <a:srgbClr val="FA9244"/>
    <a:srgbClr val="EBBB75"/>
    <a:srgbClr val="C00000"/>
    <a:srgbClr val="F79646"/>
    <a:srgbClr val="2E507A"/>
    <a:srgbClr val="254061"/>
    <a:srgbClr val="003E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0DF66-81FC-4C5C-9B2C-1A7F74096EC0}" v="2" dt="2025-06-17T10:02:52.59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77" autoAdjust="0"/>
    <p:restoredTop sz="73582" autoAdjust="0"/>
  </p:normalViewPr>
  <p:slideViewPr>
    <p:cSldViewPr>
      <p:cViewPr varScale="1">
        <p:scale>
          <a:sx n="46" d="100"/>
          <a:sy n="46" d="100"/>
        </p:scale>
        <p:origin x="174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a Czilczer" userId="cdabb12e9f34f4c5" providerId="LiveId" clId="{5A19C511-62ED-4E0F-867B-97F7285F70FF}"/>
    <pc:docChg chg="undo custSel addSld delSld modSld sldOrd">
      <pc:chgData name="Carla Czilczer" userId="cdabb12e9f34f4c5" providerId="LiveId" clId="{5A19C511-62ED-4E0F-867B-97F7285F70FF}" dt="2025-06-13T08:22:27.366" v="10721" actId="6549"/>
      <pc:docMkLst>
        <pc:docMk/>
      </pc:docMkLst>
      <pc:sldChg chg="modSp mod ord modShow modNotesTx">
        <pc:chgData name="Carla Czilczer" userId="cdabb12e9f34f4c5" providerId="LiveId" clId="{5A19C511-62ED-4E0F-867B-97F7285F70FF}" dt="2025-06-13T06:39:20.822" v="10709" actId="729"/>
        <pc:sldMkLst>
          <pc:docMk/>
          <pc:sldMk cId="2190208530" sldId="476"/>
        </pc:sldMkLst>
        <pc:spChg chg="mod">
          <ac:chgData name="Carla Czilczer" userId="cdabb12e9f34f4c5" providerId="LiveId" clId="{5A19C511-62ED-4E0F-867B-97F7285F70FF}" dt="2025-06-12T14:37:46.334" v="5834" actId="255"/>
          <ac:spMkLst>
            <pc:docMk/>
            <pc:sldMk cId="2190208530" sldId="476"/>
            <ac:spMk id="4" creationId="{F1A23D74-145E-47D9-A096-6B6542C098F2}"/>
          </ac:spMkLst>
        </pc:spChg>
        <pc:spChg chg="mod">
          <ac:chgData name="Carla Czilczer" userId="cdabb12e9f34f4c5" providerId="LiveId" clId="{5A19C511-62ED-4E0F-867B-97F7285F70FF}" dt="2025-06-12T14:33:28.430" v="5818" actId="20577"/>
          <ac:spMkLst>
            <pc:docMk/>
            <pc:sldMk cId="2190208530" sldId="476"/>
            <ac:spMk id="10" creationId="{DEB2808A-D040-400D-9D05-0930FD3BEBFA}"/>
          </ac:spMkLst>
        </pc:spChg>
      </pc:sldChg>
      <pc:sldChg chg="modSp mod modShow modNotesTx">
        <pc:chgData name="Carla Czilczer" userId="cdabb12e9f34f4c5" providerId="LiveId" clId="{5A19C511-62ED-4E0F-867B-97F7285F70FF}" dt="2025-06-13T06:39:20.822" v="10709" actId="729"/>
        <pc:sldMkLst>
          <pc:docMk/>
          <pc:sldMk cId="3195662402" sldId="553"/>
        </pc:sldMkLst>
        <pc:spChg chg="mod">
          <ac:chgData name="Carla Czilczer" userId="cdabb12e9f34f4c5" providerId="LiveId" clId="{5A19C511-62ED-4E0F-867B-97F7285F70FF}" dt="2025-06-12T12:58:27.530" v="922" actId="20577"/>
          <ac:spMkLst>
            <pc:docMk/>
            <pc:sldMk cId="3195662402" sldId="553"/>
            <ac:spMk id="2" creationId="{FC663EDC-56CB-4E07-B03E-D19F0C6D6911}"/>
          </ac:spMkLst>
        </pc:spChg>
        <pc:spChg chg="mod">
          <ac:chgData name="Carla Czilczer" userId="cdabb12e9f34f4c5" providerId="LiveId" clId="{5A19C511-62ED-4E0F-867B-97F7285F70FF}" dt="2025-06-12T12:59:16.788" v="928" actId="20577"/>
          <ac:spMkLst>
            <pc:docMk/>
            <pc:sldMk cId="3195662402" sldId="553"/>
            <ac:spMk id="71" creationId="{AD634D0D-4A9E-49BB-AF77-F9A38B86BC24}"/>
          </ac:spMkLst>
        </pc:spChg>
      </pc:sldChg>
      <pc:sldChg chg="del">
        <pc:chgData name="Carla Czilczer" userId="cdabb12e9f34f4c5" providerId="LiveId" clId="{5A19C511-62ED-4E0F-867B-97F7285F70FF}" dt="2025-06-12T13:40:47.523" v="2942" actId="47"/>
        <pc:sldMkLst>
          <pc:docMk/>
          <pc:sldMk cId="3912453014" sldId="559"/>
        </pc:sldMkLst>
      </pc:sldChg>
      <pc:sldChg chg="del">
        <pc:chgData name="Carla Czilczer" userId="cdabb12e9f34f4c5" providerId="LiveId" clId="{5A19C511-62ED-4E0F-867B-97F7285F70FF}" dt="2025-06-12T13:41:13.149" v="2979" actId="47"/>
        <pc:sldMkLst>
          <pc:docMk/>
          <pc:sldMk cId="2852784769" sldId="563"/>
        </pc:sldMkLst>
      </pc:sldChg>
      <pc:sldChg chg="modSp mod ord modShow modNotesTx">
        <pc:chgData name="Carla Czilczer" userId="cdabb12e9f34f4c5" providerId="LiveId" clId="{5A19C511-62ED-4E0F-867B-97F7285F70FF}" dt="2025-06-13T06:39:20.822" v="10709" actId="729"/>
        <pc:sldMkLst>
          <pc:docMk/>
          <pc:sldMk cId="3389320292" sldId="615"/>
        </pc:sldMkLst>
        <pc:spChg chg="mod">
          <ac:chgData name="Carla Czilczer" userId="cdabb12e9f34f4c5" providerId="LiveId" clId="{5A19C511-62ED-4E0F-867B-97F7285F70FF}" dt="2025-06-12T13:36:39.985" v="2909" actId="122"/>
          <ac:spMkLst>
            <pc:docMk/>
            <pc:sldMk cId="3389320292" sldId="615"/>
            <ac:spMk id="2" creationId="{00000000-0000-0000-0000-000000000000}"/>
          </ac:spMkLst>
        </pc:spChg>
        <pc:spChg chg="mod">
          <ac:chgData name="Carla Czilczer" userId="cdabb12e9f34f4c5" providerId="LiveId" clId="{5A19C511-62ED-4E0F-867B-97F7285F70FF}" dt="2025-06-12T13:36:44.949" v="2913" actId="20577"/>
          <ac:spMkLst>
            <pc:docMk/>
            <pc:sldMk cId="3389320292" sldId="615"/>
            <ac:spMk id="9" creationId="{587ABB40-B558-48F2-AF30-767455032B36}"/>
          </ac:spMkLst>
        </pc:spChg>
      </pc:sldChg>
      <pc:sldChg chg="del">
        <pc:chgData name="Carla Czilczer" userId="cdabb12e9f34f4c5" providerId="LiveId" clId="{5A19C511-62ED-4E0F-867B-97F7285F70FF}" dt="2025-06-12T14:32:32.594" v="5793" actId="47"/>
        <pc:sldMkLst>
          <pc:docMk/>
          <pc:sldMk cId="2630549042" sldId="641"/>
        </pc:sldMkLst>
      </pc:sldChg>
      <pc:sldChg chg="del ord">
        <pc:chgData name="Carla Czilczer" userId="cdabb12e9f34f4c5" providerId="LiveId" clId="{5A19C511-62ED-4E0F-867B-97F7285F70FF}" dt="2025-06-12T13:44:17.562" v="3017" actId="47"/>
        <pc:sldMkLst>
          <pc:docMk/>
          <pc:sldMk cId="3778572375" sldId="642"/>
        </pc:sldMkLst>
      </pc:sldChg>
      <pc:sldChg chg="modSp mod modShow modNotesTx">
        <pc:chgData name="Carla Czilczer" userId="cdabb12e9f34f4c5" providerId="LiveId" clId="{5A19C511-62ED-4E0F-867B-97F7285F70FF}" dt="2025-06-13T08:22:27.366" v="10721" actId="6549"/>
        <pc:sldMkLst>
          <pc:docMk/>
          <pc:sldMk cId="1984790115" sldId="662"/>
        </pc:sldMkLst>
        <pc:spChg chg="mod">
          <ac:chgData name="Carla Czilczer" userId="cdabb12e9f34f4c5" providerId="LiveId" clId="{5A19C511-62ED-4E0F-867B-97F7285F70FF}" dt="2025-06-12T14:37:36.085" v="5833" actId="255"/>
          <ac:spMkLst>
            <pc:docMk/>
            <pc:sldMk cId="1984790115" sldId="662"/>
            <ac:spMk id="2" creationId="{00000000-0000-0000-0000-000000000000}"/>
          </ac:spMkLst>
        </pc:spChg>
        <pc:spChg chg="mod">
          <ac:chgData name="Carla Czilczer" userId="cdabb12e9f34f4c5" providerId="LiveId" clId="{5A19C511-62ED-4E0F-867B-97F7285F70FF}" dt="2025-06-12T14:37:32.565" v="5832" actId="20577"/>
          <ac:spMkLst>
            <pc:docMk/>
            <pc:sldMk cId="1984790115" sldId="662"/>
            <ac:spMk id="4" creationId="{B8379863-4FCF-4A15-8E94-4659C7C2B0F7}"/>
          </ac:spMkLst>
        </pc:spChg>
      </pc:sldChg>
      <pc:sldChg chg="modSp mod modShow modNotesTx">
        <pc:chgData name="Carla Czilczer" userId="cdabb12e9f34f4c5" providerId="LiveId" clId="{5A19C511-62ED-4E0F-867B-97F7285F70FF}" dt="2025-06-13T06:39:39.538" v="10711" actId="729"/>
        <pc:sldMkLst>
          <pc:docMk/>
          <pc:sldMk cId="1781015504" sldId="799"/>
        </pc:sldMkLst>
        <pc:spChg chg="mod">
          <ac:chgData name="Carla Czilczer" userId="cdabb12e9f34f4c5" providerId="LiveId" clId="{5A19C511-62ED-4E0F-867B-97F7285F70FF}" dt="2025-06-12T14:34:00.535" v="5825" actId="20577"/>
          <ac:spMkLst>
            <pc:docMk/>
            <pc:sldMk cId="1781015504" sldId="799"/>
            <ac:spMk id="4" creationId="{00000000-0000-0000-0000-000000000000}"/>
          </ac:spMkLst>
        </pc:spChg>
        <pc:spChg chg="mod">
          <ac:chgData name="Carla Czilczer" userId="cdabb12e9f34f4c5" providerId="LiveId" clId="{5A19C511-62ED-4E0F-867B-97F7285F70FF}" dt="2025-06-12T14:33:46.654" v="5823" actId="20577"/>
          <ac:spMkLst>
            <pc:docMk/>
            <pc:sldMk cId="1781015504" sldId="799"/>
            <ac:spMk id="17" creationId="{56C3CF6C-7350-420D-83A8-B5EC2393D25A}"/>
          </ac:spMkLst>
        </pc:spChg>
      </pc:sldChg>
      <pc:sldChg chg="modSp mod ord modShow modNotesTx">
        <pc:chgData name="Carla Czilczer" userId="cdabb12e9f34f4c5" providerId="LiveId" clId="{5A19C511-62ED-4E0F-867B-97F7285F70FF}" dt="2025-06-13T06:39:20.822" v="10709" actId="729"/>
        <pc:sldMkLst>
          <pc:docMk/>
          <pc:sldMk cId="1067206909" sldId="806"/>
        </pc:sldMkLst>
        <pc:spChg chg="mod">
          <ac:chgData name="Carla Czilczer" userId="cdabb12e9f34f4c5" providerId="LiveId" clId="{5A19C511-62ED-4E0F-867B-97F7285F70FF}" dt="2025-06-12T13:34:49.988" v="2867" actId="20577"/>
          <ac:spMkLst>
            <pc:docMk/>
            <pc:sldMk cId="1067206909" sldId="806"/>
            <ac:spMk id="2" creationId="{4E0B068D-07A9-4297-984F-3D8FDCA9AF4A}"/>
          </ac:spMkLst>
        </pc:spChg>
        <pc:spChg chg="mod">
          <ac:chgData name="Carla Czilczer" userId="cdabb12e9f34f4c5" providerId="LiveId" clId="{5A19C511-62ED-4E0F-867B-97F7285F70FF}" dt="2025-06-12T13:23:23.248" v="1710" actId="20577"/>
          <ac:spMkLst>
            <pc:docMk/>
            <pc:sldMk cId="1067206909" sldId="806"/>
            <ac:spMk id="3" creationId="{C7FFA3BA-012B-408B-8B69-8E35BA634F64}"/>
          </ac:spMkLst>
        </pc:spChg>
        <pc:spChg chg="mod">
          <ac:chgData name="Carla Czilczer" userId="cdabb12e9f34f4c5" providerId="LiveId" clId="{5A19C511-62ED-4E0F-867B-97F7285F70FF}" dt="2025-06-12T13:23:08.921" v="1672" actId="20577"/>
          <ac:spMkLst>
            <pc:docMk/>
            <pc:sldMk cId="1067206909" sldId="806"/>
            <ac:spMk id="4" creationId="{5EA24EC1-40B8-492D-AB8E-570E7238E6A7}"/>
          </ac:spMkLst>
        </pc:spChg>
        <pc:spChg chg="mod">
          <ac:chgData name="Carla Czilczer" userId="cdabb12e9f34f4c5" providerId="LiveId" clId="{5A19C511-62ED-4E0F-867B-97F7285F70FF}" dt="2025-06-12T13:34:17.108" v="2844" actId="465"/>
          <ac:spMkLst>
            <pc:docMk/>
            <pc:sldMk cId="1067206909" sldId="806"/>
            <ac:spMk id="6" creationId="{02C0D464-50FA-4A55-80C1-B064F46DC834}"/>
          </ac:spMkLst>
        </pc:spChg>
        <pc:spChg chg="mod">
          <ac:chgData name="Carla Czilczer" userId="cdabb12e9f34f4c5" providerId="LiveId" clId="{5A19C511-62ED-4E0F-867B-97F7285F70FF}" dt="2025-06-12T13:34:17.108" v="2844" actId="465"/>
          <ac:spMkLst>
            <pc:docMk/>
            <pc:sldMk cId="1067206909" sldId="806"/>
            <ac:spMk id="7" creationId="{F62AE5B3-4404-4BDD-BA54-F3AD0271A052}"/>
          </ac:spMkLst>
        </pc:spChg>
        <pc:spChg chg="mod">
          <ac:chgData name="Carla Czilczer" userId="cdabb12e9f34f4c5" providerId="LiveId" clId="{5A19C511-62ED-4E0F-867B-97F7285F70FF}" dt="2025-06-12T13:34:07.719" v="2843" actId="1035"/>
          <ac:spMkLst>
            <pc:docMk/>
            <pc:sldMk cId="1067206909" sldId="806"/>
            <ac:spMk id="8" creationId="{48309F08-F5E9-4D65-AC78-72FDEC184BA6}"/>
          </ac:spMkLst>
        </pc:spChg>
        <pc:spChg chg="mod">
          <ac:chgData name="Carla Czilczer" userId="cdabb12e9f34f4c5" providerId="LiveId" clId="{5A19C511-62ED-4E0F-867B-97F7285F70FF}" dt="2025-06-12T13:34:17.108" v="2844" actId="465"/>
          <ac:spMkLst>
            <pc:docMk/>
            <pc:sldMk cId="1067206909" sldId="806"/>
            <ac:spMk id="9" creationId="{B91EE08D-09BF-405A-AA97-EE1E14311387}"/>
          </ac:spMkLst>
        </pc:spChg>
        <pc:spChg chg="mod">
          <ac:chgData name="Carla Czilczer" userId="cdabb12e9f34f4c5" providerId="LiveId" clId="{5A19C511-62ED-4E0F-867B-97F7285F70FF}" dt="2025-06-12T14:23:19.921" v="5401" actId="6549"/>
          <ac:spMkLst>
            <pc:docMk/>
            <pc:sldMk cId="1067206909" sldId="806"/>
            <ac:spMk id="10" creationId="{9DB7C6A8-20DD-40D7-89A1-3FEE16DB155A}"/>
          </ac:spMkLst>
        </pc:spChg>
        <pc:spChg chg="mod">
          <ac:chgData name="Carla Czilczer" userId="cdabb12e9f34f4c5" providerId="LiveId" clId="{5A19C511-62ED-4E0F-867B-97F7285F70FF}" dt="2025-06-12T13:34:17.108" v="2844" actId="465"/>
          <ac:spMkLst>
            <pc:docMk/>
            <pc:sldMk cId="1067206909" sldId="806"/>
            <ac:spMk id="11" creationId="{913BB5BE-956B-4CBC-BAA1-EC7BB5302185}"/>
          </ac:spMkLst>
        </pc:spChg>
      </pc:sldChg>
      <pc:sldChg chg="del">
        <pc:chgData name="Carla Czilczer" userId="cdabb12e9f34f4c5" providerId="LiveId" clId="{5A19C511-62ED-4E0F-867B-97F7285F70FF}" dt="2025-06-12T14:28:11.904" v="5682" actId="47"/>
        <pc:sldMkLst>
          <pc:docMk/>
          <pc:sldMk cId="265695548" sldId="808"/>
        </pc:sldMkLst>
      </pc:sldChg>
      <pc:sldChg chg="addSp delSp modSp mod modShow modNotesTx">
        <pc:chgData name="Carla Czilczer" userId="cdabb12e9f34f4c5" providerId="LiveId" clId="{5A19C511-62ED-4E0F-867B-97F7285F70FF}" dt="2025-06-13T06:39:39.538" v="10711" actId="729"/>
        <pc:sldMkLst>
          <pc:docMk/>
          <pc:sldMk cId="4292996256" sldId="819"/>
        </pc:sldMkLst>
        <pc:spChg chg="add mod">
          <ac:chgData name="Carla Czilczer" userId="cdabb12e9f34f4c5" providerId="LiveId" clId="{5A19C511-62ED-4E0F-867B-97F7285F70FF}" dt="2025-06-13T06:21:35.522" v="8593"/>
          <ac:spMkLst>
            <pc:docMk/>
            <pc:sldMk cId="4292996256" sldId="819"/>
            <ac:spMk id="18" creationId="{2196A892-D4D8-4C62-9D48-3654C56D3CB2}"/>
          </ac:spMkLst>
        </pc:spChg>
        <pc:spChg chg="mod">
          <ac:chgData name="Carla Czilczer" userId="cdabb12e9f34f4c5" providerId="LiveId" clId="{5A19C511-62ED-4E0F-867B-97F7285F70FF}" dt="2025-06-13T06:17:40.243" v="7656" actId="20577"/>
          <ac:spMkLst>
            <pc:docMk/>
            <pc:sldMk cId="4292996256" sldId="819"/>
            <ac:spMk id="43" creationId="{445BEEB3-6B52-4820-BA41-203C04E9482A}"/>
          </ac:spMkLst>
        </pc:spChg>
        <pc:spChg chg="mod">
          <ac:chgData name="Carla Czilczer" userId="cdabb12e9f34f4c5" providerId="LiveId" clId="{5A19C511-62ED-4E0F-867B-97F7285F70FF}" dt="2025-06-13T06:17:46.228" v="7677" actId="20577"/>
          <ac:spMkLst>
            <pc:docMk/>
            <pc:sldMk cId="4292996256" sldId="819"/>
            <ac:spMk id="46" creationId="{EE7009EA-CE34-4597-BA47-39D6658D694D}"/>
          </ac:spMkLst>
        </pc:spChg>
        <pc:spChg chg="mod">
          <ac:chgData name="Carla Czilczer" userId="cdabb12e9f34f4c5" providerId="LiveId" clId="{5A19C511-62ED-4E0F-867B-97F7285F70FF}" dt="2025-06-13T06:17:36.320" v="7645" actId="113"/>
          <ac:spMkLst>
            <pc:docMk/>
            <pc:sldMk cId="4292996256" sldId="819"/>
            <ac:spMk id="47" creationId="{E5B6330F-5DE0-46D7-B1BE-671472920B42}"/>
          </ac:spMkLst>
        </pc:spChg>
      </pc:sldChg>
      <pc:sldChg chg="addSp delSp modSp mod modShow modNotesTx">
        <pc:chgData name="Carla Czilczer" userId="cdabb12e9f34f4c5" providerId="LiveId" clId="{5A19C511-62ED-4E0F-867B-97F7285F70FF}" dt="2025-06-13T06:39:39.538" v="10711" actId="729"/>
        <pc:sldMkLst>
          <pc:docMk/>
          <pc:sldMk cId="3904493565" sldId="820"/>
        </pc:sldMkLst>
        <pc:spChg chg="add mod">
          <ac:chgData name="Carla Czilczer" userId="cdabb12e9f34f4c5" providerId="LiveId" clId="{5A19C511-62ED-4E0F-867B-97F7285F70FF}" dt="2025-06-13T06:21:38.601" v="8595"/>
          <ac:spMkLst>
            <pc:docMk/>
            <pc:sldMk cId="3904493565" sldId="820"/>
            <ac:spMk id="18" creationId="{7A62ABB0-0590-41CA-B16B-3E0BD77FE0D4}"/>
          </ac:spMkLst>
        </pc:spChg>
        <pc:spChg chg="mod">
          <ac:chgData name="Carla Czilczer" userId="cdabb12e9f34f4c5" providerId="LiveId" clId="{5A19C511-62ED-4E0F-867B-97F7285F70FF}" dt="2025-06-13T06:18:12.324" v="7791" actId="6549"/>
          <ac:spMkLst>
            <pc:docMk/>
            <pc:sldMk cId="3904493565" sldId="820"/>
            <ac:spMk id="43" creationId="{445BEEB3-6B52-4820-BA41-203C04E9482A}"/>
          </ac:spMkLst>
        </pc:spChg>
        <pc:spChg chg="mod">
          <ac:chgData name="Carla Czilczer" userId="cdabb12e9f34f4c5" providerId="LiveId" clId="{5A19C511-62ED-4E0F-867B-97F7285F70FF}" dt="2025-06-13T06:18:22.817" v="7835" actId="6549"/>
          <ac:spMkLst>
            <pc:docMk/>
            <pc:sldMk cId="3904493565" sldId="820"/>
            <ac:spMk id="46" creationId="{EE7009EA-CE34-4597-BA47-39D6658D694D}"/>
          </ac:spMkLst>
        </pc:spChg>
        <pc:spChg chg="mod">
          <ac:chgData name="Carla Czilczer" userId="cdabb12e9f34f4c5" providerId="LiveId" clId="{5A19C511-62ED-4E0F-867B-97F7285F70FF}" dt="2025-06-13T06:17:59.136" v="7737" actId="6549"/>
          <ac:spMkLst>
            <pc:docMk/>
            <pc:sldMk cId="3904493565" sldId="820"/>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2910243436" sldId="821"/>
        </pc:sldMkLst>
        <pc:spChg chg="mod">
          <ac:chgData name="Carla Czilczer" userId="cdabb12e9f34f4c5" providerId="LiveId" clId="{5A19C511-62ED-4E0F-867B-97F7285F70FF}" dt="2025-06-13T06:21:29.882" v="8591" actId="20577"/>
          <ac:spMkLst>
            <pc:docMk/>
            <pc:sldMk cId="2910243436" sldId="821"/>
            <ac:spMk id="13" creationId="{FAAFA20E-E15D-4B34-9579-8ED78BF9CDB9}"/>
          </ac:spMkLst>
        </pc:spChg>
        <pc:spChg chg="mod">
          <ac:chgData name="Carla Czilczer" userId="cdabb12e9f34f4c5" providerId="LiveId" clId="{5A19C511-62ED-4E0F-867B-97F7285F70FF}" dt="2025-06-13T06:21:15.780" v="8537" actId="20577"/>
          <ac:spMkLst>
            <pc:docMk/>
            <pc:sldMk cId="2910243436" sldId="821"/>
            <ac:spMk id="43" creationId="{445BEEB3-6B52-4820-BA41-203C04E9482A}"/>
          </ac:spMkLst>
        </pc:spChg>
        <pc:spChg chg="mod">
          <ac:chgData name="Carla Czilczer" userId="cdabb12e9f34f4c5" providerId="LiveId" clId="{5A19C511-62ED-4E0F-867B-97F7285F70FF}" dt="2025-06-13T06:21:27.184" v="8587" actId="6549"/>
          <ac:spMkLst>
            <pc:docMk/>
            <pc:sldMk cId="2910243436" sldId="821"/>
            <ac:spMk id="46" creationId="{EE7009EA-CE34-4597-BA47-39D6658D694D}"/>
          </ac:spMkLst>
        </pc:spChg>
        <pc:spChg chg="mod">
          <ac:chgData name="Carla Czilczer" userId="cdabb12e9f34f4c5" providerId="LiveId" clId="{5A19C511-62ED-4E0F-867B-97F7285F70FF}" dt="2025-06-13T06:21:03.115" v="8522" actId="113"/>
          <ac:spMkLst>
            <pc:docMk/>
            <pc:sldMk cId="2910243436" sldId="821"/>
            <ac:spMk id="47" creationId="{E5B6330F-5DE0-46D7-B1BE-671472920B42}"/>
          </ac:spMkLst>
        </pc:spChg>
      </pc:sldChg>
      <pc:sldChg chg="addSp delSp modSp mod modShow modNotesTx">
        <pc:chgData name="Carla Czilczer" userId="cdabb12e9f34f4c5" providerId="LiveId" clId="{5A19C511-62ED-4E0F-867B-97F7285F70FF}" dt="2025-06-13T06:39:39.538" v="10711" actId="729"/>
        <pc:sldMkLst>
          <pc:docMk/>
          <pc:sldMk cId="601370852" sldId="822"/>
        </pc:sldMkLst>
        <pc:spChg chg="add mod">
          <ac:chgData name="Carla Czilczer" userId="cdabb12e9f34f4c5" providerId="LiveId" clId="{5A19C511-62ED-4E0F-867B-97F7285F70FF}" dt="2025-06-13T06:21:43.916" v="8597"/>
          <ac:spMkLst>
            <pc:docMk/>
            <pc:sldMk cId="601370852" sldId="822"/>
            <ac:spMk id="18" creationId="{E8AA469F-D185-45E5-9451-035F626560FE}"/>
          </ac:spMkLst>
        </pc:spChg>
        <pc:spChg chg="mod">
          <ac:chgData name="Carla Czilczer" userId="cdabb12e9f34f4c5" providerId="LiveId" clId="{5A19C511-62ED-4E0F-867B-97F7285F70FF}" dt="2025-06-13T06:22:03.294" v="8683" actId="20577"/>
          <ac:spMkLst>
            <pc:docMk/>
            <pc:sldMk cId="601370852" sldId="822"/>
            <ac:spMk id="43" creationId="{445BEEB3-6B52-4820-BA41-203C04E9482A}"/>
          </ac:spMkLst>
        </pc:spChg>
        <pc:spChg chg="mod">
          <ac:chgData name="Carla Czilczer" userId="cdabb12e9f34f4c5" providerId="LiveId" clId="{5A19C511-62ED-4E0F-867B-97F7285F70FF}" dt="2025-06-13T06:22:09.928" v="8701" actId="20577"/>
          <ac:spMkLst>
            <pc:docMk/>
            <pc:sldMk cId="601370852" sldId="822"/>
            <ac:spMk id="46" creationId="{EE7009EA-CE34-4597-BA47-39D6658D694D}"/>
          </ac:spMkLst>
        </pc:spChg>
        <pc:spChg chg="mod">
          <ac:chgData name="Carla Czilczer" userId="cdabb12e9f34f4c5" providerId="LiveId" clId="{5A19C511-62ED-4E0F-867B-97F7285F70FF}" dt="2025-06-13T06:21:57.875" v="8669" actId="113"/>
          <ac:spMkLst>
            <pc:docMk/>
            <pc:sldMk cId="601370852" sldId="822"/>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3291648427" sldId="823"/>
        </pc:sldMkLst>
        <pc:spChg chg="mod">
          <ac:chgData name="Carla Czilczer" userId="cdabb12e9f34f4c5" providerId="LiveId" clId="{5A19C511-62ED-4E0F-867B-97F7285F70FF}" dt="2025-06-13T06:22:48.560" v="8836" actId="20577"/>
          <ac:spMkLst>
            <pc:docMk/>
            <pc:sldMk cId="3291648427" sldId="823"/>
            <ac:spMk id="13" creationId="{FAAFA20E-E15D-4B34-9579-8ED78BF9CDB9}"/>
          </ac:spMkLst>
        </pc:spChg>
        <pc:spChg chg="mod">
          <ac:chgData name="Carla Czilczer" userId="cdabb12e9f34f4c5" providerId="LiveId" clId="{5A19C511-62ED-4E0F-867B-97F7285F70FF}" dt="2025-06-13T06:22:39.964" v="8810" actId="20577"/>
          <ac:spMkLst>
            <pc:docMk/>
            <pc:sldMk cId="3291648427" sldId="823"/>
            <ac:spMk id="43" creationId="{445BEEB3-6B52-4820-BA41-203C04E9482A}"/>
          </ac:spMkLst>
        </pc:spChg>
        <pc:spChg chg="mod">
          <ac:chgData name="Carla Czilczer" userId="cdabb12e9f34f4c5" providerId="LiveId" clId="{5A19C511-62ED-4E0F-867B-97F7285F70FF}" dt="2025-06-13T06:22:45.966" v="8832" actId="20577"/>
          <ac:spMkLst>
            <pc:docMk/>
            <pc:sldMk cId="3291648427" sldId="823"/>
            <ac:spMk id="46" creationId="{EE7009EA-CE34-4597-BA47-39D6658D694D}"/>
          </ac:spMkLst>
        </pc:spChg>
        <pc:spChg chg="mod">
          <ac:chgData name="Carla Czilczer" userId="cdabb12e9f34f4c5" providerId="LiveId" clId="{5A19C511-62ED-4E0F-867B-97F7285F70FF}" dt="2025-06-13T06:22:31.057" v="8779" actId="113"/>
          <ac:spMkLst>
            <pc:docMk/>
            <pc:sldMk cId="3291648427" sldId="823"/>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1266214461" sldId="824"/>
        </pc:sldMkLst>
        <pc:spChg chg="mod">
          <ac:chgData name="Carla Czilczer" userId="cdabb12e9f34f4c5" providerId="LiveId" clId="{5A19C511-62ED-4E0F-867B-97F7285F70FF}" dt="2025-06-13T06:23:19.983" v="8919" actId="20577"/>
          <ac:spMkLst>
            <pc:docMk/>
            <pc:sldMk cId="1266214461" sldId="824"/>
            <ac:spMk id="13" creationId="{FAAFA20E-E15D-4B34-9579-8ED78BF9CDB9}"/>
          </ac:spMkLst>
        </pc:spChg>
        <pc:spChg chg="mod">
          <ac:chgData name="Carla Czilczer" userId="cdabb12e9f34f4c5" providerId="LiveId" clId="{5A19C511-62ED-4E0F-867B-97F7285F70FF}" dt="2025-06-13T06:23:11.080" v="8898" actId="20577"/>
          <ac:spMkLst>
            <pc:docMk/>
            <pc:sldMk cId="1266214461" sldId="824"/>
            <ac:spMk id="43" creationId="{445BEEB3-6B52-4820-BA41-203C04E9482A}"/>
          </ac:spMkLst>
        </pc:spChg>
        <pc:spChg chg="mod">
          <ac:chgData name="Carla Czilczer" userId="cdabb12e9f34f4c5" providerId="LiveId" clId="{5A19C511-62ED-4E0F-867B-97F7285F70FF}" dt="2025-06-13T06:23:17.202" v="8915" actId="20577"/>
          <ac:spMkLst>
            <pc:docMk/>
            <pc:sldMk cId="1266214461" sldId="824"/>
            <ac:spMk id="46" creationId="{EE7009EA-CE34-4597-BA47-39D6658D694D}"/>
          </ac:spMkLst>
        </pc:spChg>
        <pc:spChg chg="mod">
          <ac:chgData name="Carla Czilczer" userId="cdabb12e9f34f4c5" providerId="LiveId" clId="{5A19C511-62ED-4E0F-867B-97F7285F70FF}" dt="2025-06-13T06:23:03.097" v="8872" actId="113"/>
          <ac:spMkLst>
            <pc:docMk/>
            <pc:sldMk cId="1266214461" sldId="824"/>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826804519" sldId="825"/>
        </pc:sldMkLst>
        <pc:spChg chg="mod">
          <ac:chgData name="Carla Czilczer" userId="cdabb12e9f34f4c5" providerId="LiveId" clId="{5A19C511-62ED-4E0F-867B-97F7285F70FF}" dt="2025-06-13T06:35:04.842" v="10168" actId="20577"/>
          <ac:spMkLst>
            <pc:docMk/>
            <pc:sldMk cId="826804519" sldId="825"/>
            <ac:spMk id="13" creationId="{FAAFA20E-E15D-4B34-9579-8ED78BF9CDB9}"/>
          </ac:spMkLst>
        </pc:spChg>
        <pc:spChg chg="mod">
          <ac:chgData name="Carla Czilczer" userId="cdabb12e9f34f4c5" providerId="LiveId" clId="{5A19C511-62ED-4E0F-867B-97F7285F70FF}" dt="2025-06-13T06:34:53.860" v="10141" actId="20577"/>
          <ac:spMkLst>
            <pc:docMk/>
            <pc:sldMk cId="826804519" sldId="825"/>
            <ac:spMk id="43" creationId="{445BEEB3-6B52-4820-BA41-203C04E9482A}"/>
          </ac:spMkLst>
        </pc:spChg>
        <pc:spChg chg="mod">
          <ac:chgData name="Carla Czilczer" userId="cdabb12e9f34f4c5" providerId="LiveId" clId="{5A19C511-62ED-4E0F-867B-97F7285F70FF}" dt="2025-06-13T06:35:02.270" v="10164" actId="20577"/>
          <ac:spMkLst>
            <pc:docMk/>
            <pc:sldMk cId="826804519" sldId="825"/>
            <ac:spMk id="46" creationId="{EE7009EA-CE34-4597-BA47-39D6658D694D}"/>
          </ac:spMkLst>
        </pc:spChg>
        <pc:spChg chg="mod">
          <ac:chgData name="Carla Czilczer" userId="cdabb12e9f34f4c5" providerId="LiveId" clId="{5A19C511-62ED-4E0F-867B-97F7285F70FF}" dt="2025-06-13T06:34:44.935" v="10115" actId="113"/>
          <ac:spMkLst>
            <pc:docMk/>
            <pc:sldMk cId="826804519" sldId="825"/>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1328649907" sldId="826"/>
        </pc:sldMkLst>
        <pc:spChg chg="mod">
          <ac:chgData name="Carla Czilczer" userId="cdabb12e9f34f4c5" providerId="LiveId" clId="{5A19C511-62ED-4E0F-867B-97F7285F70FF}" dt="2025-06-13T06:35:36.576" v="10267" actId="20577"/>
          <ac:spMkLst>
            <pc:docMk/>
            <pc:sldMk cId="1328649907" sldId="826"/>
            <ac:spMk id="13" creationId="{FAAFA20E-E15D-4B34-9579-8ED78BF9CDB9}"/>
          </ac:spMkLst>
        </pc:spChg>
        <pc:spChg chg="mod">
          <ac:chgData name="Carla Czilczer" userId="cdabb12e9f34f4c5" providerId="LiveId" clId="{5A19C511-62ED-4E0F-867B-97F7285F70FF}" dt="2025-06-13T06:35:27.949" v="10245" actId="20577"/>
          <ac:spMkLst>
            <pc:docMk/>
            <pc:sldMk cId="1328649907" sldId="826"/>
            <ac:spMk id="43" creationId="{445BEEB3-6B52-4820-BA41-203C04E9482A}"/>
          </ac:spMkLst>
        </pc:spChg>
        <pc:spChg chg="mod">
          <ac:chgData name="Carla Czilczer" userId="cdabb12e9f34f4c5" providerId="LiveId" clId="{5A19C511-62ED-4E0F-867B-97F7285F70FF}" dt="2025-06-13T06:35:33.466" v="10263" actId="20577"/>
          <ac:spMkLst>
            <pc:docMk/>
            <pc:sldMk cId="1328649907" sldId="826"/>
            <ac:spMk id="46" creationId="{EE7009EA-CE34-4597-BA47-39D6658D694D}"/>
          </ac:spMkLst>
        </pc:spChg>
        <pc:spChg chg="mod">
          <ac:chgData name="Carla Czilczer" userId="cdabb12e9f34f4c5" providerId="LiveId" clId="{5A19C511-62ED-4E0F-867B-97F7285F70FF}" dt="2025-06-13T06:35:25.027" v="10235" actId="113"/>
          <ac:spMkLst>
            <pc:docMk/>
            <pc:sldMk cId="1328649907" sldId="826"/>
            <ac:spMk id="47" creationId="{E5B6330F-5DE0-46D7-B1BE-671472920B42}"/>
          </ac:spMkLst>
        </pc:spChg>
      </pc:sldChg>
      <pc:sldChg chg="modSp mod modShow modNotesTx">
        <pc:chgData name="Carla Czilczer" userId="cdabb12e9f34f4c5" providerId="LiveId" clId="{5A19C511-62ED-4E0F-867B-97F7285F70FF}" dt="2025-06-13T06:39:39.538" v="10711" actId="729"/>
        <pc:sldMkLst>
          <pc:docMk/>
          <pc:sldMk cId="697551791" sldId="827"/>
        </pc:sldMkLst>
        <pc:spChg chg="mod">
          <ac:chgData name="Carla Czilczer" userId="cdabb12e9f34f4c5" providerId="LiveId" clId="{5A19C511-62ED-4E0F-867B-97F7285F70FF}" dt="2025-06-13T06:37:02.316" v="10554" actId="20577"/>
          <ac:spMkLst>
            <pc:docMk/>
            <pc:sldMk cId="697551791" sldId="827"/>
            <ac:spMk id="13" creationId="{FAAFA20E-E15D-4B34-9579-8ED78BF9CDB9}"/>
          </ac:spMkLst>
        </pc:spChg>
        <pc:spChg chg="mod">
          <ac:chgData name="Carla Czilczer" userId="cdabb12e9f34f4c5" providerId="LiveId" clId="{5A19C511-62ED-4E0F-867B-97F7285F70FF}" dt="2025-06-13T06:36:52.106" v="10516" actId="20577"/>
          <ac:spMkLst>
            <pc:docMk/>
            <pc:sldMk cId="697551791" sldId="827"/>
            <ac:spMk id="43" creationId="{445BEEB3-6B52-4820-BA41-203C04E9482A}"/>
          </ac:spMkLst>
        </pc:spChg>
        <pc:spChg chg="mod">
          <ac:chgData name="Carla Czilczer" userId="cdabb12e9f34f4c5" providerId="LiveId" clId="{5A19C511-62ED-4E0F-867B-97F7285F70FF}" dt="2025-06-13T06:36:59.633" v="10550" actId="20577"/>
          <ac:spMkLst>
            <pc:docMk/>
            <pc:sldMk cId="697551791" sldId="827"/>
            <ac:spMk id="46" creationId="{EE7009EA-CE34-4597-BA47-39D6658D694D}"/>
          </ac:spMkLst>
        </pc:spChg>
        <pc:spChg chg="mod">
          <ac:chgData name="Carla Czilczer" userId="cdabb12e9f34f4c5" providerId="LiveId" clId="{5A19C511-62ED-4E0F-867B-97F7285F70FF}" dt="2025-06-13T06:36:43.554" v="10489" actId="113"/>
          <ac:spMkLst>
            <pc:docMk/>
            <pc:sldMk cId="697551791" sldId="827"/>
            <ac:spMk id="47" creationId="{E5B6330F-5DE0-46D7-B1BE-671472920B42}"/>
          </ac:spMkLst>
        </pc:spChg>
      </pc:sldChg>
      <pc:sldChg chg="del modNotesTx">
        <pc:chgData name="Carla Czilczer" userId="cdabb12e9f34f4c5" providerId="LiveId" clId="{5A19C511-62ED-4E0F-867B-97F7285F70FF}" dt="2025-06-13T06:28:45.245" v="9455" actId="47"/>
        <pc:sldMkLst>
          <pc:docMk/>
          <pc:sldMk cId="2680407158" sldId="833"/>
        </pc:sldMkLst>
      </pc:sldChg>
      <pc:sldChg chg="modSp del mod modNotesTx">
        <pc:chgData name="Carla Czilczer" userId="cdabb12e9f34f4c5" providerId="LiveId" clId="{5A19C511-62ED-4E0F-867B-97F7285F70FF}" dt="2025-06-13T06:28:45.245" v="9455" actId="47"/>
        <pc:sldMkLst>
          <pc:docMk/>
          <pc:sldMk cId="3738937598" sldId="834"/>
        </pc:sldMkLst>
      </pc:sldChg>
      <pc:sldChg chg="addSp delSp modSp mod modShow modNotesTx">
        <pc:chgData name="Carla Czilczer" userId="cdabb12e9f34f4c5" providerId="LiveId" clId="{5A19C511-62ED-4E0F-867B-97F7285F70FF}" dt="2025-06-13T06:39:20.822" v="10709" actId="729"/>
        <pc:sldMkLst>
          <pc:docMk/>
          <pc:sldMk cId="128180357" sldId="835"/>
        </pc:sldMkLst>
        <pc:spChg chg="mod">
          <ac:chgData name="Carla Czilczer" userId="cdabb12e9f34f4c5" providerId="LiveId" clId="{5A19C511-62ED-4E0F-867B-97F7285F70FF}" dt="2025-06-13T06:25:51.212" v="9158" actId="20577"/>
          <ac:spMkLst>
            <pc:docMk/>
            <pc:sldMk cId="128180357" sldId="835"/>
            <ac:spMk id="7" creationId="{FB733F9E-250F-4BB1-841B-6AF2ECFF4D10}"/>
          </ac:spMkLst>
        </pc:spChg>
        <pc:spChg chg="mod">
          <ac:chgData name="Carla Czilczer" userId="cdabb12e9f34f4c5" providerId="LiveId" clId="{5A19C511-62ED-4E0F-867B-97F7285F70FF}" dt="2025-06-13T06:25:48.018" v="9153" actId="20577"/>
          <ac:spMkLst>
            <pc:docMk/>
            <pc:sldMk cId="128180357" sldId="835"/>
            <ac:spMk id="8" creationId="{0DA0D16F-1904-43FA-B8A2-CBC14295FAA4}"/>
          </ac:spMkLst>
        </pc:spChg>
        <pc:spChg chg="mod">
          <ac:chgData name="Carla Czilczer" userId="cdabb12e9f34f4c5" providerId="LiveId" clId="{5A19C511-62ED-4E0F-867B-97F7285F70FF}" dt="2025-06-13T06:32:19.870" v="9795" actId="2711"/>
          <ac:spMkLst>
            <pc:docMk/>
            <pc:sldMk cId="128180357" sldId="835"/>
            <ac:spMk id="11" creationId="{513AD34A-B457-467D-9BA0-7B55010250C9}"/>
          </ac:spMkLst>
        </pc:spChg>
        <pc:spChg chg="mod">
          <ac:chgData name="Carla Czilczer" userId="cdabb12e9f34f4c5" providerId="LiveId" clId="{5A19C511-62ED-4E0F-867B-97F7285F70FF}" dt="2025-06-13T06:25:53.377" v="9162" actId="20577"/>
          <ac:spMkLst>
            <pc:docMk/>
            <pc:sldMk cId="128180357" sldId="835"/>
            <ac:spMk id="12" creationId="{B42C0D27-ACD5-4258-A96E-E00AD03E3F6A}"/>
          </ac:spMkLst>
        </pc:spChg>
      </pc:sldChg>
      <pc:sldChg chg="modSp mod ord modShow modNotesTx">
        <pc:chgData name="Carla Czilczer" userId="cdabb12e9f34f4c5" providerId="LiveId" clId="{5A19C511-62ED-4E0F-867B-97F7285F70FF}" dt="2025-06-13T06:39:20.822" v="10709" actId="729"/>
        <pc:sldMkLst>
          <pc:docMk/>
          <pc:sldMk cId="4001035585" sldId="853"/>
        </pc:sldMkLst>
        <pc:spChg chg="mod">
          <ac:chgData name="Carla Czilczer" userId="cdabb12e9f34f4c5" providerId="LiveId" clId="{5A19C511-62ED-4E0F-867B-97F7285F70FF}" dt="2025-06-12T14:39:30.029" v="5895" actId="255"/>
          <ac:spMkLst>
            <pc:docMk/>
            <pc:sldMk cId="4001035585" sldId="853"/>
            <ac:spMk id="4" creationId="{00000000-0000-0000-0000-000000000000}"/>
          </ac:spMkLst>
        </pc:spChg>
        <pc:spChg chg="mod">
          <ac:chgData name="Carla Czilczer" userId="cdabb12e9f34f4c5" providerId="LiveId" clId="{5A19C511-62ED-4E0F-867B-97F7285F70FF}" dt="2025-06-12T14:39:33.123" v="5899" actId="20577"/>
          <ac:spMkLst>
            <pc:docMk/>
            <pc:sldMk cId="4001035585" sldId="853"/>
            <ac:spMk id="16" creationId="{81DEC8E4-D6DC-4095-8993-86E832E1E63B}"/>
          </ac:spMkLst>
        </pc:spChg>
      </pc:sldChg>
      <pc:sldChg chg="del">
        <pc:chgData name="Carla Czilczer" userId="cdabb12e9f34f4c5" providerId="LiveId" clId="{5A19C511-62ED-4E0F-867B-97F7285F70FF}" dt="2025-06-12T14:39:37.705" v="5900" actId="47"/>
        <pc:sldMkLst>
          <pc:docMk/>
          <pc:sldMk cId="1252333163" sldId="854"/>
        </pc:sldMkLst>
      </pc:sldChg>
      <pc:sldChg chg="addSp delSp modSp mod modShow">
        <pc:chgData name="Carla Czilczer" userId="cdabb12e9f34f4c5" providerId="LiveId" clId="{5A19C511-62ED-4E0F-867B-97F7285F70FF}" dt="2025-06-13T06:39:20.822" v="10709" actId="729"/>
        <pc:sldMkLst>
          <pc:docMk/>
          <pc:sldMk cId="670106412" sldId="856"/>
        </pc:sldMkLst>
        <pc:spChg chg="mod">
          <ac:chgData name="Carla Czilczer" userId="cdabb12e9f34f4c5" providerId="LiveId" clId="{5A19C511-62ED-4E0F-867B-97F7285F70FF}" dt="2025-06-13T06:31:43.404" v="9782" actId="20577"/>
          <ac:spMkLst>
            <pc:docMk/>
            <pc:sldMk cId="670106412" sldId="856"/>
            <ac:spMk id="8" creationId="{EA214336-14AC-430C-AA2A-66305804977C}"/>
          </ac:spMkLst>
        </pc:spChg>
        <pc:spChg chg="mod">
          <ac:chgData name="Carla Czilczer" userId="cdabb12e9f34f4c5" providerId="LiveId" clId="{5A19C511-62ED-4E0F-867B-97F7285F70FF}" dt="2025-06-13T06:31:40.602" v="9777" actId="20577"/>
          <ac:spMkLst>
            <pc:docMk/>
            <pc:sldMk cId="670106412" sldId="856"/>
            <ac:spMk id="10" creationId="{0D0A67AC-5FB9-43EC-90F3-BCE7C1C83F0D}"/>
          </ac:spMkLst>
        </pc:spChg>
        <pc:spChg chg="mod">
          <ac:chgData name="Carla Czilczer" userId="cdabb12e9f34f4c5" providerId="LiveId" clId="{5A19C511-62ED-4E0F-867B-97F7285F70FF}" dt="2025-06-13T06:33:39.317" v="9965" actId="20577"/>
          <ac:spMkLst>
            <pc:docMk/>
            <pc:sldMk cId="670106412" sldId="856"/>
            <ac:spMk id="11" creationId="{513AD34A-B457-467D-9BA0-7B55010250C9}"/>
          </ac:spMkLst>
        </pc:spChg>
        <pc:spChg chg="mod">
          <ac:chgData name="Carla Czilczer" userId="cdabb12e9f34f4c5" providerId="LiveId" clId="{5A19C511-62ED-4E0F-867B-97F7285F70FF}" dt="2025-06-13T06:31:46.170" v="9786" actId="20577"/>
          <ac:spMkLst>
            <pc:docMk/>
            <pc:sldMk cId="670106412" sldId="856"/>
            <ac:spMk id="12" creationId="{B42C0D27-ACD5-4258-A96E-E00AD03E3F6A}"/>
          </ac:spMkLst>
        </pc:spChg>
      </pc:sldChg>
      <pc:sldChg chg="modSp mod modShow modNotesTx">
        <pc:chgData name="Carla Czilczer" userId="cdabb12e9f34f4c5" providerId="LiveId" clId="{5A19C511-62ED-4E0F-867B-97F7285F70FF}" dt="2025-06-13T06:39:20.822" v="10709" actId="729"/>
        <pc:sldMkLst>
          <pc:docMk/>
          <pc:sldMk cId="1827083616" sldId="857"/>
        </pc:sldMkLst>
        <pc:spChg chg="mod">
          <ac:chgData name="Carla Czilczer" userId="cdabb12e9f34f4c5" providerId="LiveId" clId="{5A19C511-62ED-4E0F-867B-97F7285F70FF}" dt="2025-06-13T06:31:19.680" v="9772"/>
          <ac:spMkLst>
            <pc:docMk/>
            <pc:sldMk cId="1827083616" sldId="857"/>
            <ac:spMk id="7" creationId="{A84C46E0-3A3A-4628-A6A4-6490E688FC44}"/>
          </ac:spMkLst>
        </pc:spChg>
        <pc:spChg chg="mod">
          <ac:chgData name="Carla Czilczer" userId="cdabb12e9f34f4c5" providerId="LiveId" clId="{5A19C511-62ED-4E0F-867B-97F7285F70FF}" dt="2025-06-13T06:31:30.170" v="9773" actId="2711"/>
          <ac:spMkLst>
            <pc:docMk/>
            <pc:sldMk cId="1827083616" sldId="857"/>
            <ac:spMk id="8" creationId="{16D3751D-7355-49F0-9D75-2E0DD9A819EF}"/>
          </ac:spMkLst>
        </pc:spChg>
        <pc:spChg chg="mod">
          <ac:chgData name="Carla Czilczer" userId="cdabb12e9f34f4c5" providerId="LiveId" clId="{5A19C511-62ED-4E0F-867B-97F7285F70FF}" dt="2025-06-13T06:30:50.707" v="9766" actId="20577"/>
          <ac:spMkLst>
            <pc:docMk/>
            <pc:sldMk cId="1827083616" sldId="857"/>
            <ac:spMk id="9" creationId="{6D3BB9E9-6F9C-4EBD-880C-53994FCEB44B}"/>
          </ac:spMkLst>
        </pc:spChg>
        <pc:spChg chg="mod">
          <ac:chgData name="Carla Czilczer" userId="cdabb12e9f34f4c5" providerId="LiveId" clId="{5A19C511-62ED-4E0F-867B-97F7285F70FF}" dt="2025-06-13T06:25:40.340" v="9146" actId="20577"/>
          <ac:spMkLst>
            <pc:docMk/>
            <pc:sldMk cId="1827083616" sldId="857"/>
            <ac:spMk id="12" creationId="{B42C0D27-ACD5-4258-A96E-E00AD03E3F6A}"/>
          </ac:spMkLst>
        </pc:spChg>
      </pc:sldChg>
      <pc:sldChg chg="mod modShow">
        <pc:chgData name="Carla Czilczer" userId="cdabb12e9f34f4c5" providerId="LiveId" clId="{5A19C511-62ED-4E0F-867B-97F7285F70FF}" dt="2025-06-13T06:39:20.822" v="10709" actId="729"/>
        <pc:sldMkLst>
          <pc:docMk/>
          <pc:sldMk cId="3837363025" sldId="860"/>
        </pc:sldMkLst>
      </pc:sldChg>
      <pc:sldChg chg="mod modShow">
        <pc:chgData name="Carla Czilczer" userId="cdabb12e9f34f4c5" providerId="LiveId" clId="{5A19C511-62ED-4E0F-867B-97F7285F70FF}" dt="2025-06-13T06:39:20.822" v="10709" actId="729"/>
        <pc:sldMkLst>
          <pc:docMk/>
          <pc:sldMk cId="991811623" sldId="861"/>
        </pc:sldMkLst>
      </pc:sldChg>
      <pc:sldChg chg="mod modShow">
        <pc:chgData name="Carla Czilczer" userId="cdabb12e9f34f4c5" providerId="LiveId" clId="{5A19C511-62ED-4E0F-867B-97F7285F70FF}" dt="2025-06-13T06:39:20.822" v="10709" actId="729"/>
        <pc:sldMkLst>
          <pc:docMk/>
          <pc:sldMk cId="334814737" sldId="862"/>
        </pc:sldMkLst>
      </pc:sldChg>
      <pc:sldChg chg="mod modShow">
        <pc:chgData name="Carla Czilczer" userId="cdabb12e9f34f4c5" providerId="LiveId" clId="{5A19C511-62ED-4E0F-867B-97F7285F70FF}" dt="2025-06-13T06:39:20.822" v="10709" actId="729"/>
        <pc:sldMkLst>
          <pc:docMk/>
          <pc:sldMk cId="3890862635" sldId="863"/>
        </pc:sldMkLst>
      </pc:sldChg>
      <pc:sldChg chg="mod modShow">
        <pc:chgData name="Carla Czilczer" userId="cdabb12e9f34f4c5" providerId="LiveId" clId="{5A19C511-62ED-4E0F-867B-97F7285F70FF}" dt="2025-06-13T06:39:20.822" v="10709" actId="729"/>
        <pc:sldMkLst>
          <pc:docMk/>
          <pc:sldMk cId="1981462253" sldId="864"/>
        </pc:sldMkLst>
      </pc:sldChg>
      <pc:sldChg chg="mod modShow">
        <pc:chgData name="Carla Czilczer" userId="cdabb12e9f34f4c5" providerId="LiveId" clId="{5A19C511-62ED-4E0F-867B-97F7285F70FF}" dt="2025-06-13T06:39:20.822" v="10709" actId="729"/>
        <pc:sldMkLst>
          <pc:docMk/>
          <pc:sldMk cId="1680126986" sldId="865"/>
        </pc:sldMkLst>
      </pc:sldChg>
      <pc:sldChg chg="mod modShow">
        <pc:chgData name="Carla Czilczer" userId="cdabb12e9f34f4c5" providerId="LiveId" clId="{5A19C511-62ED-4E0F-867B-97F7285F70FF}" dt="2025-06-13T06:39:20.822" v="10709" actId="729"/>
        <pc:sldMkLst>
          <pc:docMk/>
          <pc:sldMk cId="3847515752" sldId="866"/>
        </pc:sldMkLst>
      </pc:sldChg>
      <pc:sldChg chg="mod modShow">
        <pc:chgData name="Carla Czilczer" userId="cdabb12e9f34f4c5" providerId="LiveId" clId="{5A19C511-62ED-4E0F-867B-97F7285F70FF}" dt="2025-06-13T06:39:20.822" v="10709" actId="729"/>
        <pc:sldMkLst>
          <pc:docMk/>
          <pc:sldMk cId="859104583" sldId="867"/>
        </pc:sldMkLst>
      </pc:sldChg>
      <pc:sldChg chg="mod modShow">
        <pc:chgData name="Carla Czilczer" userId="cdabb12e9f34f4c5" providerId="LiveId" clId="{5A19C511-62ED-4E0F-867B-97F7285F70FF}" dt="2025-06-13T06:39:20.822" v="10709" actId="729"/>
        <pc:sldMkLst>
          <pc:docMk/>
          <pc:sldMk cId="3369180129" sldId="868"/>
        </pc:sldMkLst>
      </pc:sldChg>
      <pc:sldChg chg="mod modShow">
        <pc:chgData name="Carla Czilczer" userId="cdabb12e9f34f4c5" providerId="LiveId" clId="{5A19C511-62ED-4E0F-867B-97F7285F70FF}" dt="2025-06-13T06:39:20.822" v="10709" actId="729"/>
        <pc:sldMkLst>
          <pc:docMk/>
          <pc:sldMk cId="4133003853" sldId="869"/>
        </pc:sldMkLst>
      </pc:sldChg>
      <pc:sldChg chg="mod modShow">
        <pc:chgData name="Carla Czilczer" userId="cdabb12e9f34f4c5" providerId="LiveId" clId="{5A19C511-62ED-4E0F-867B-97F7285F70FF}" dt="2025-06-13T06:39:20.822" v="10709" actId="729"/>
        <pc:sldMkLst>
          <pc:docMk/>
          <pc:sldMk cId="102069171" sldId="870"/>
        </pc:sldMkLst>
      </pc:sldChg>
      <pc:sldChg chg="mod modShow">
        <pc:chgData name="Carla Czilczer" userId="cdabb12e9f34f4c5" providerId="LiveId" clId="{5A19C511-62ED-4E0F-867B-97F7285F70FF}" dt="2025-06-13T06:39:20.822" v="10709" actId="729"/>
        <pc:sldMkLst>
          <pc:docMk/>
          <pc:sldMk cId="3916276275" sldId="871"/>
        </pc:sldMkLst>
      </pc:sldChg>
      <pc:sldChg chg="mod modShow">
        <pc:chgData name="Carla Czilczer" userId="cdabb12e9f34f4c5" providerId="LiveId" clId="{5A19C511-62ED-4E0F-867B-97F7285F70FF}" dt="2025-06-13T06:39:20.822" v="10709" actId="729"/>
        <pc:sldMkLst>
          <pc:docMk/>
          <pc:sldMk cId="345220509" sldId="872"/>
        </pc:sldMkLst>
      </pc:sldChg>
      <pc:sldChg chg="mod modShow">
        <pc:chgData name="Carla Czilczer" userId="cdabb12e9f34f4c5" providerId="LiveId" clId="{5A19C511-62ED-4E0F-867B-97F7285F70FF}" dt="2025-06-13T06:39:20.822" v="10709" actId="729"/>
        <pc:sldMkLst>
          <pc:docMk/>
          <pc:sldMk cId="1809262826" sldId="873"/>
        </pc:sldMkLst>
      </pc:sldChg>
      <pc:sldChg chg="mod modShow">
        <pc:chgData name="Carla Czilczer" userId="cdabb12e9f34f4c5" providerId="LiveId" clId="{5A19C511-62ED-4E0F-867B-97F7285F70FF}" dt="2025-06-13T06:39:20.822" v="10709" actId="729"/>
        <pc:sldMkLst>
          <pc:docMk/>
          <pc:sldMk cId="1584849216" sldId="874"/>
        </pc:sldMkLst>
      </pc:sldChg>
      <pc:sldChg chg="mod modShow">
        <pc:chgData name="Carla Czilczer" userId="cdabb12e9f34f4c5" providerId="LiveId" clId="{5A19C511-62ED-4E0F-867B-97F7285F70FF}" dt="2025-06-13T06:39:20.822" v="10709" actId="729"/>
        <pc:sldMkLst>
          <pc:docMk/>
          <pc:sldMk cId="2943979280" sldId="875"/>
        </pc:sldMkLst>
      </pc:sldChg>
      <pc:sldChg chg="mod modShow">
        <pc:chgData name="Carla Czilczer" userId="cdabb12e9f34f4c5" providerId="LiveId" clId="{5A19C511-62ED-4E0F-867B-97F7285F70FF}" dt="2025-06-13T06:39:20.822" v="10709" actId="729"/>
        <pc:sldMkLst>
          <pc:docMk/>
          <pc:sldMk cId="1157580586" sldId="876"/>
        </pc:sldMkLst>
      </pc:sldChg>
      <pc:sldChg chg="mod modShow">
        <pc:chgData name="Carla Czilczer" userId="cdabb12e9f34f4c5" providerId="LiveId" clId="{5A19C511-62ED-4E0F-867B-97F7285F70FF}" dt="2025-06-13T06:39:20.822" v="10709" actId="729"/>
        <pc:sldMkLst>
          <pc:docMk/>
          <pc:sldMk cId="2906745120" sldId="877"/>
        </pc:sldMkLst>
      </pc:sldChg>
      <pc:sldChg chg="mod modShow">
        <pc:chgData name="Carla Czilczer" userId="cdabb12e9f34f4c5" providerId="LiveId" clId="{5A19C511-62ED-4E0F-867B-97F7285F70FF}" dt="2025-06-13T06:39:20.822" v="10709" actId="729"/>
        <pc:sldMkLst>
          <pc:docMk/>
          <pc:sldMk cId="4138966623" sldId="878"/>
        </pc:sldMkLst>
      </pc:sldChg>
      <pc:sldChg chg="mod modShow">
        <pc:chgData name="Carla Czilczer" userId="cdabb12e9f34f4c5" providerId="LiveId" clId="{5A19C511-62ED-4E0F-867B-97F7285F70FF}" dt="2025-06-13T06:39:20.822" v="10709" actId="729"/>
        <pc:sldMkLst>
          <pc:docMk/>
          <pc:sldMk cId="4168026530" sldId="879"/>
        </pc:sldMkLst>
      </pc:sldChg>
      <pc:sldChg chg="mod modShow">
        <pc:chgData name="Carla Czilczer" userId="cdabb12e9f34f4c5" providerId="LiveId" clId="{5A19C511-62ED-4E0F-867B-97F7285F70FF}" dt="2025-06-13T06:39:20.822" v="10709" actId="729"/>
        <pc:sldMkLst>
          <pc:docMk/>
          <pc:sldMk cId="3504586907" sldId="880"/>
        </pc:sldMkLst>
      </pc:sldChg>
      <pc:sldChg chg="mod modShow">
        <pc:chgData name="Carla Czilczer" userId="cdabb12e9f34f4c5" providerId="LiveId" clId="{5A19C511-62ED-4E0F-867B-97F7285F70FF}" dt="2025-06-13T06:39:20.822" v="10709" actId="729"/>
        <pc:sldMkLst>
          <pc:docMk/>
          <pc:sldMk cId="1994022406" sldId="881"/>
        </pc:sldMkLst>
      </pc:sldChg>
      <pc:sldChg chg="del">
        <pc:chgData name="Carla Czilczer" userId="cdabb12e9f34f4c5" providerId="LiveId" clId="{5A19C511-62ED-4E0F-867B-97F7285F70FF}" dt="2025-06-12T13:41:27.184" v="3012" actId="47"/>
        <pc:sldMkLst>
          <pc:docMk/>
          <pc:sldMk cId="2432493326" sldId="894"/>
        </pc:sldMkLst>
      </pc:sldChg>
      <pc:sldChg chg="del">
        <pc:chgData name="Carla Czilczer" userId="cdabb12e9f34f4c5" providerId="LiveId" clId="{5A19C511-62ED-4E0F-867B-97F7285F70FF}" dt="2025-06-12T13:44:03.166" v="3013" actId="47"/>
        <pc:sldMkLst>
          <pc:docMk/>
          <pc:sldMk cId="3680527702" sldId="895"/>
        </pc:sldMkLst>
      </pc:sldChg>
      <pc:sldChg chg="modSp del mod modNotesTx">
        <pc:chgData name="Carla Czilczer" userId="cdabb12e9f34f4c5" providerId="LiveId" clId="{5A19C511-62ED-4E0F-867B-97F7285F70FF}" dt="2025-06-12T13:44:06.245" v="3014" actId="47"/>
        <pc:sldMkLst>
          <pc:docMk/>
          <pc:sldMk cId="3342469746" sldId="896"/>
        </pc:sldMkLst>
      </pc:sldChg>
      <pc:sldChg chg="del">
        <pc:chgData name="Carla Czilczer" userId="cdabb12e9f34f4c5" providerId="LiveId" clId="{5A19C511-62ED-4E0F-867B-97F7285F70FF}" dt="2025-06-12T13:44:09.105" v="3015" actId="47"/>
        <pc:sldMkLst>
          <pc:docMk/>
          <pc:sldMk cId="546530244" sldId="897"/>
        </pc:sldMkLst>
      </pc:sldChg>
      <pc:sldChg chg="modSp del mod">
        <pc:chgData name="Carla Czilczer" userId="cdabb12e9f34f4c5" providerId="LiveId" clId="{5A19C511-62ED-4E0F-867B-97F7285F70FF}" dt="2025-06-12T13:44:11.788" v="3016" actId="47"/>
        <pc:sldMkLst>
          <pc:docMk/>
          <pc:sldMk cId="2613151226" sldId="898"/>
        </pc:sldMkLst>
      </pc:sldChg>
      <pc:sldChg chg="modSp mod modShow">
        <pc:chgData name="Carla Czilczer" userId="cdabb12e9f34f4c5" providerId="LiveId" clId="{5A19C511-62ED-4E0F-867B-97F7285F70FF}" dt="2025-06-13T06:39:20.822" v="10709" actId="729"/>
        <pc:sldMkLst>
          <pc:docMk/>
          <pc:sldMk cId="3430934111" sldId="904"/>
        </pc:sldMkLst>
        <pc:spChg chg="mod">
          <ac:chgData name="Carla Czilczer" userId="cdabb12e9f34f4c5" providerId="LiveId" clId="{5A19C511-62ED-4E0F-867B-97F7285F70FF}" dt="2025-06-12T13:52:40.713" v="4104" actId="20577"/>
          <ac:spMkLst>
            <pc:docMk/>
            <pc:sldMk cId="3430934111" sldId="904"/>
            <ac:spMk id="21" creationId="{5CC25705-EAE7-4C1B-A8C2-05E63EED66AC}"/>
          </ac:spMkLst>
        </pc:spChg>
        <pc:spChg chg="mod">
          <ac:chgData name="Carla Czilczer" userId="cdabb12e9f34f4c5" providerId="LiveId" clId="{5A19C511-62ED-4E0F-867B-97F7285F70FF}" dt="2025-06-12T14:00:51.423" v="4481" actId="1037"/>
          <ac:spMkLst>
            <pc:docMk/>
            <pc:sldMk cId="3430934111" sldId="904"/>
            <ac:spMk id="37" creationId="{3276F354-0E4E-4220-BADB-84F19DF1EAFD}"/>
          </ac:spMkLst>
        </pc:spChg>
        <pc:spChg chg="mod">
          <ac:chgData name="Carla Czilczer" userId="cdabb12e9f34f4c5" providerId="LiveId" clId="{5A19C511-62ED-4E0F-867B-97F7285F70FF}" dt="2025-06-12T14:00:37.105" v="4468" actId="20577"/>
          <ac:spMkLst>
            <pc:docMk/>
            <pc:sldMk cId="3430934111" sldId="904"/>
            <ac:spMk id="47" creationId="{81C0477F-6759-4F01-BB30-D7BAFB1ADF38}"/>
          </ac:spMkLst>
        </pc:spChg>
        <pc:grpChg chg="mod">
          <ac:chgData name="Carla Czilczer" userId="cdabb12e9f34f4c5" providerId="LiveId" clId="{5A19C511-62ED-4E0F-867B-97F7285F70FF}" dt="2025-06-12T14:00:51.423" v="4481" actId="1037"/>
          <ac:grpSpMkLst>
            <pc:docMk/>
            <pc:sldMk cId="3430934111" sldId="904"/>
            <ac:grpSpMk id="38" creationId="{87DF695F-9E18-4861-9DC8-693090F7FA5B}"/>
          </ac:grpSpMkLst>
        </pc:grpChg>
      </pc:sldChg>
      <pc:sldChg chg="del">
        <pc:chgData name="Carla Czilczer" userId="cdabb12e9f34f4c5" providerId="LiveId" clId="{5A19C511-62ED-4E0F-867B-97F7285F70FF}" dt="2025-06-12T14:02:16.138" v="4544" actId="47"/>
        <pc:sldMkLst>
          <pc:docMk/>
          <pc:sldMk cId="106186731" sldId="905"/>
        </pc:sldMkLst>
      </pc:sldChg>
      <pc:sldChg chg="modSp mod modShow">
        <pc:chgData name="Carla Czilczer" userId="cdabb12e9f34f4c5" providerId="LiveId" clId="{5A19C511-62ED-4E0F-867B-97F7285F70FF}" dt="2025-06-13T06:39:20.822" v="10709" actId="729"/>
        <pc:sldMkLst>
          <pc:docMk/>
          <pc:sldMk cId="2821432382" sldId="906"/>
        </pc:sldMkLst>
        <pc:spChg chg="mod">
          <ac:chgData name="Carla Czilczer" userId="cdabb12e9f34f4c5" providerId="LiveId" clId="{5A19C511-62ED-4E0F-867B-97F7285F70FF}" dt="2025-06-12T14:28:35.840" v="5687" actId="20577"/>
          <ac:spMkLst>
            <pc:docMk/>
            <pc:sldMk cId="2821432382" sldId="906"/>
            <ac:spMk id="2" creationId="{74E42853-7D2E-42F6-936E-5720C3A21350}"/>
          </ac:spMkLst>
        </pc:spChg>
        <pc:spChg chg="mod">
          <ac:chgData name="Carla Czilczer" userId="cdabb12e9f34f4c5" providerId="LiveId" clId="{5A19C511-62ED-4E0F-867B-97F7285F70FF}" dt="2025-06-12T14:09:58.196" v="4765" actId="20577"/>
          <ac:spMkLst>
            <pc:docMk/>
            <pc:sldMk cId="2821432382" sldId="906"/>
            <ac:spMk id="39" creationId="{05B5D0C7-2F22-4D23-A354-21FD03F0F003}"/>
          </ac:spMkLst>
        </pc:spChg>
      </pc:sldChg>
      <pc:sldChg chg="del">
        <pc:chgData name="Carla Czilczer" userId="cdabb12e9f34f4c5" providerId="LiveId" clId="{5A19C511-62ED-4E0F-867B-97F7285F70FF}" dt="2025-06-12T14:12:01.270" v="4795" actId="47"/>
        <pc:sldMkLst>
          <pc:docMk/>
          <pc:sldMk cId="1431880634" sldId="907"/>
        </pc:sldMkLst>
      </pc:sldChg>
      <pc:sldChg chg="del modNotesTx">
        <pc:chgData name="Carla Czilczer" userId="cdabb12e9f34f4c5" providerId="LiveId" clId="{5A19C511-62ED-4E0F-867B-97F7285F70FF}" dt="2025-06-12T14:28:28.517" v="5686" actId="47"/>
        <pc:sldMkLst>
          <pc:docMk/>
          <pc:sldMk cId="3999642422" sldId="908"/>
        </pc:sldMkLst>
      </pc:sldChg>
      <pc:sldChg chg="modSp mod modShow modNotesTx">
        <pc:chgData name="Carla Czilczer" userId="cdabb12e9f34f4c5" providerId="LiveId" clId="{5A19C511-62ED-4E0F-867B-97F7285F70FF}" dt="2025-06-13T06:39:20.822" v="10709" actId="729"/>
        <pc:sldMkLst>
          <pc:docMk/>
          <pc:sldMk cId="2250571403" sldId="910"/>
        </pc:sldMkLst>
        <pc:spChg chg="mod">
          <ac:chgData name="Carla Czilczer" userId="cdabb12e9f34f4c5" providerId="LiveId" clId="{5A19C511-62ED-4E0F-867B-97F7285F70FF}" dt="2025-06-12T14:32:27.336" v="5792" actId="20577"/>
          <ac:spMkLst>
            <pc:docMk/>
            <pc:sldMk cId="2250571403" sldId="910"/>
            <ac:spMk id="5" creationId="{3A5B274C-42B9-41FA-A22D-B75DF2812460}"/>
          </ac:spMkLst>
        </pc:spChg>
      </pc:sldChg>
      <pc:sldChg chg="del">
        <pc:chgData name="Carla Czilczer" userId="cdabb12e9f34f4c5" providerId="LiveId" clId="{5A19C511-62ED-4E0F-867B-97F7285F70FF}" dt="2025-06-12T14:34:15.156" v="5826" actId="47"/>
        <pc:sldMkLst>
          <pc:docMk/>
          <pc:sldMk cId="2577648558" sldId="912"/>
        </pc:sldMkLst>
      </pc:sldChg>
      <pc:sldChg chg="del">
        <pc:chgData name="Carla Czilczer" userId="cdabb12e9f34f4c5" providerId="LiveId" clId="{5A19C511-62ED-4E0F-867B-97F7285F70FF}" dt="2025-06-12T14:34:15.156" v="5826" actId="47"/>
        <pc:sldMkLst>
          <pc:docMk/>
          <pc:sldMk cId="3487872375" sldId="914"/>
        </pc:sldMkLst>
      </pc:sldChg>
      <pc:sldChg chg="mod modShow">
        <pc:chgData name="Carla Czilczer" userId="cdabb12e9f34f4c5" providerId="LiveId" clId="{5A19C511-62ED-4E0F-867B-97F7285F70FF}" dt="2025-06-13T06:39:20.822" v="10709" actId="729"/>
        <pc:sldMkLst>
          <pc:docMk/>
          <pc:sldMk cId="435705514" sldId="915"/>
        </pc:sldMkLst>
      </pc:sldChg>
      <pc:sldChg chg="addSp delSp modSp add del mod ord modShow">
        <pc:chgData name="Carla Czilczer" userId="cdabb12e9f34f4c5" providerId="LiveId" clId="{5A19C511-62ED-4E0F-867B-97F7285F70FF}" dt="2025-06-13T06:40:16.748" v="10718" actId="47"/>
        <pc:sldMkLst>
          <pc:docMk/>
          <pc:sldMk cId="1226824646" sldId="918"/>
        </pc:sldMkLst>
      </pc:sldChg>
      <pc:sldChg chg="modSp del mod">
        <pc:chgData name="Carla Czilczer" userId="cdabb12e9f34f4c5" providerId="LiveId" clId="{5A19C511-62ED-4E0F-867B-97F7285F70FF}" dt="2025-06-13T06:33:57.118" v="9966" actId="47"/>
        <pc:sldMkLst>
          <pc:docMk/>
          <pc:sldMk cId="1786125252" sldId="919"/>
        </pc:sldMkLst>
      </pc:sldChg>
      <pc:sldChg chg="del">
        <pc:chgData name="Carla Czilczer" userId="cdabb12e9f34f4c5" providerId="LiveId" clId="{5A19C511-62ED-4E0F-867B-97F7285F70FF}" dt="2025-06-12T14:34:45.053" v="5827" actId="47"/>
        <pc:sldMkLst>
          <pc:docMk/>
          <pc:sldMk cId="824014270" sldId="921"/>
        </pc:sldMkLst>
      </pc:sldChg>
      <pc:sldChg chg="modSp mod ord modShow modNotesTx">
        <pc:chgData name="Carla Czilczer" userId="cdabb12e9f34f4c5" providerId="LiveId" clId="{5A19C511-62ED-4E0F-867B-97F7285F70FF}" dt="2025-06-13T06:39:20.822" v="10709" actId="729"/>
        <pc:sldMkLst>
          <pc:docMk/>
          <pc:sldMk cId="2886117971" sldId="922"/>
        </pc:sldMkLst>
        <pc:spChg chg="mod">
          <ac:chgData name="Carla Czilczer" userId="cdabb12e9f34f4c5" providerId="LiveId" clId="{5A19C511-62ED-4E0F-867B-97F7285F70FF}" dt="2025-06-13T06:38:53.899" v="10704" actId="6549"/>
          <ac:spMkLst>
            <pc:docMk/>
            <pc:sldMk cId="2886117971" sldId="922"/>
            <ac:spMk id="8" creationId="{3BD3C414-9242-43D6-906B-0263CC58364C}"/>
          </ac:spMkLst>
        </pc:spChg>
      </pc:sldChg>
      <pc:sldChg chg="modSp mod ord modShow">
        <pc:chgData name="Carla Czilczer" userId="cdabb12e9f34f4c5" providerId="LiveId" clId="{5A19C511-62ED-4E0F-867B-97F7285F70FF}" dt="2025-06-13T06:39:20.822" v="10709" actId="729"/>
        <pc:sldMkLst>
          <pc:docMk/>
          <pc:sldMk cId="2664892182" sldId="923"/>
        </pc:sldMkLst>
        <pc:spChg chg="mod">
          <ac:chgData name="Carla Czilczer" userId="cdabb12e9f34f4c5" providerId="LiveId" clId="{5A19C511-62ED-4E0F-867B-97F7285F70FF}" dt="2025-06-13T06:37:49.479" v="10602" actId="6549"/>
          <ac:spMkLst>
            <pc:docMk/>
            <pc:sldMk cId="2664892182" sldId="923"/>
            <ac:spMk id="7" creationId="{ED0F87D6-76B4-44E7-8A31-3F040CFEF530}"/>
          </ac:spMkLst>
        </pc:spChg>
      </pc:sldChg>
      <pc:sldChg chg="mod modShow modNotesTx">
        <pc:chgData name="Carla Czilczer" userId="cdabb12e9f34f4c5" providerId="LiveId" clId="{5A19C511-62ED-4E0F-867B-97F7285F70FF}" dt="2025-06-13T06:39:20.822" v="10709" actId="729"/>
        <pc:sldMkLst>
          <pc:docMk/>
          <pc:sldMk cId="1412327036" sldId="924"/>
        </pc:sldMkLst>
      </pc:sldChg>
      <pc:sldChg chg="modSp add mod modShow modNotesTx">
        <pc:chgData name="Carla Czilczer" userId="cdabb12e9f34f4c5" providerId="LiveId" clId="{5A19C511-62ED-4E0F-867B-97F7285F70FF}" dt="2025-06-13T06:39:20.822" v="10709" actId="729"/>
        <pc:sldMkLst>
          <pc:docMk/>
          <pc:sldMk cId="3496954865" sldId="925"/>
        </pc:sldMkLst>
        <pc:spChg chg="mod">
          <ac:chgData name="Carla Czilczer" userId="cdabb12e9f34f4c5" providerId="LiveId" clId="{5A19C511-62ED-4E0F-867B-97F7285F70FF}" dt="2025-06-12T12:59:00.811" v="923" actId="255"/>
          <ac:spMkLst>
            <pc:docMk/>
            <pc:sldMk cId="3496954865" sldId="925"/>
            <ac:spMk id="2" creationId="{FC663EDC-56CB-4E07-B03E-D19F0C6D6911}"/>
          </ac:spMkLst>
        </pc:spChg>
        <pc:spChg chg="mod">
          <ac:chgData name="Carla Czilczer" userId="cdabb12e9f34f4c5" providerId="LiveId" clId="{5A19C511-62ED-4E0F-867B-97F7285F70FF}" dt="2025-06-12T12:49:40.362" v="69" actId="20577"/>
          <ac:spMkLst>
            <pc:docMk/>
            <pc:sldMk cId="3496954865" sldId="925"/>
            <ac:spMk id="7" creationId="{7F5EEABB-A468-47FF-9139-75D936B33920}"/>
          </ac:spMkLst>
        </pc:spChg>
      </pc:sldChg>
      <pc:sldChg chg="add del ord">
        <pc:chgData name="Carla Czilczer" userId="cdabb12e9f34f4c5" providerId="LiveId" clId="{5A19C511-62ED-4E0F-867B-97F7285F70FF}" dt="2025-06-12T13:40:50.869" v="2943" actId="47"/>
        <pc:sldMkLst>
          <pc:docMk/>
          <pc:sldMk cId="2829156106" sldId="926"/>
        </pc:sldMkLst>
      </pc:sldChg>
      <pc:sldChg chg="modSp add mod modShow modNotesTx">
        <pc:chgData name="Carla Czilczer" userId="cdabb12e9f34f4c5" providerId="LiveId" clId="{5A19C511-62ED-4E0F-867B-97F7285F70FF}" dt="2025-06-13T06:39:20.822" v="10709" actId="729"/>
        <pc:sldMkLst>
          <pc:docMk/>
          <pc:sldMk cId="2833854505" sldId="927"/>
        </pc:sldMkLst>
        <pc:spChg chg="mod">
          <ac:chgData name="Carla Czilczer" userId="cdabb12e9f34f4c5" providerId="LiveId" clId="{5A19C511-62ED-4E0F-867B-97F7285F70FF}" dt="2025-06-12T13:01:03.929" v="1005" actId="20577"/>
          <ac:spMkLst>
            <pc:docMk/>
            <pc:sldMk cId="2833854505" sldId="927"/>
            <ac:spMk id="4" creationId="{B119B4B6-AEE8-4F2A-9886-8CAA89CD8EDB}"/>
          </ac:spMkLst>
        </pc:spChg>
        <pc:spChg chg="mod">
          <ac:chgData name="Carla Czilczer" userId="cdabb12e9f34f4c5" providerId="LiveId" clId="{5A19C511-62ED-4E0F-867B-97F7285F70FF}" dt="2025-06-12T12:50:41.441" v="90" actId="20577"/>
          <ac:spMkLst>
            <pc:docMk/>
            <pc:sldMk cId="2833854505" sldId="927"/>
            <ac:spMk id="7" creationId="{C9B3B2D3-E80E-4E59-A7BF-972C613F36F2}"/>
          </ac:spMkLst>
        </pc:spChg>
      </pc:sldChg>
      <pc:sldChg chg="modSp add mod modShow">
        <pc:chgData name="Carla Czilczer" userId="cdabb12e9f34f4c5" providerId="LiveId" clId="{5A19C511-62ED-4E0F-867B-97F7285F70FF}" dt="2025-06-13T06:39:20.822" v="10709" actId="729"/>
        <pc:sldMkLst>
          <pc:docMk/>
          <pc:sldMk cId="1908088783" sldId="928"/>
        </pc:sldMkLst>
        <pc:spChg chg="mod">
          <ac:chgData name="Carla Czilczer" userId="cdabb12e9f34f4c5" providerId="LiveId" clId="{5A19C511-62ED-4E0F-867B-97F7285F70FF}" dt="2025-06-12T13:10:09.014" v="1180" actId="6549"/>
          <ac:spMkLst>
            <pc:docMk/>
            <pc:sldMk cId="1908088783" sldId="928"/>
            <ac:spMk id="21" creationId="{5CC25705-EAE7-4C1B-A8C2-05E63EED66AC}"/>
          </ac:spMkLst>
        </pc:spChg>
        <pc:spChg chg="mod">
          <ac:chgData name="Carla Czilczer" userId="cdabb12e9f34f4c5" providerId="LiveId" clId="{5A19C511-62ED-4E0F-867B-97F7285F70FF}" dt="2025-06-12T13:11:26.446" v="1191" actId="20577"/>
          <ac:spMkLst>
            <pc:docMk/>
            <pc:sldMk cId="1908088783" sldId="928"/>
            <ac:spMk id="47" creationId="{81C0477F-6759-4F01-BB30-D7BAFB1ADF38}"/>
          </ac:spMkLst>
        </pc:spChg>
      </pc:sldChg>
      <pc:sldChg chg="modSp add del mod">
        <pc:chgData name="Carla Czilczer" userId="cdabb12e9f34f4c5" providerId="LiveId" clId="{5A19C511-62ED-4E0F-867B-97F7285F70FF}" dt="2025-06-12T13:12:12.942" v="1237" actId="47"/>
        <pc:sldMkLst>
          <pc:docMk/>
          <pc:sldMk cId="964860822" sldId="929"/>
        </pc:sldMkLst>
      </pc:sldChg>
      <pc:sldChg chg="add del">
        <pc:chgData name="Carla Czilczer" userId="cdabb12e9f34f4c5" providerId="LiveId" clId="{5A19C511-62ED-4E0F-867B-97F7285F70FF}" dt="2025-06-12T13:10:57.200" v="1182" actId="47"/>
        <pc:sldMkLst>
          <pc:docMk/>
          <pc:sldMk cId="3227793223" sldId="929"/>
        </pc:sldMkLst>
      </pc:sldChg>
      <pc:sldChg chg="addSp delSp modSp add mod modShow">
        <pc:chgData name="Carla Czilczer" userId="cdabb12e9f34f4c5" providerId="LiveId" clId="{5A19C511-62ED-4E0F-867B-97F7285F70FF}" dt="2025-06-13T06:39:20.822" v="10709" actId="729"/>
        <pc:sldMkLst>
          <pc:docMk/>
          <pc:sldMk cId="3575935435" sldId="930"/>
        </pc:sldMkLst>
        <pc:spChg chg="add mod">
          <ac:chgData name="Carla Czilczer" userId="cdabb12e9f34f4c5" providerId="LiveId" clId="{5A19C511-62ED-4E0F-867B-97F7285F70FF}" dt="2025-06-12T13:12:24.094" v="1257" actId="20577"/>
          <ac:spMkLst>
            <pc:docMk/>
            <pc:sldMk cId="3575935435" sldId="930"/>
            <ac:spMk id="31" creationId="{7C692F3F-D27F-4A6E-AD5C-E5E47553C826}"/>
          </ac:spMkLst>
        </pc:spChg>
        <pc:spChg chg="mod">
          <ac:chgData name="Carla Czilczer" userId="cdabb12e9f34f4c5" providerId="LiveId" clId="{5A19C511-62ED-4E0F-867B-97F7285F70FF}" dt="2025-06-12T13:12:02.376" v="1235" actId="1036"/>
          <ac:spMkLst>
            <pc:docMk/>
            <pc:sldMk cId="3575935435" sldId="930"/>
            <ac:spMk id="47" creationId="{81C0477F-6759-4F01-BB30-D7BAFB1ADF38}"/>
          </ac:spMkLst>
        </pc:spChg>
      </pc:sldChg>
      <pc:sldChg chg="add del">
        <pc:chgData name="Carla Czilczer" userId="cdabb12e9f34f4c5" providerId="LiveId" clId="{5A19C511-62ED-4E0F-867B-97F7285F70FF}" dt="2025-06-12T13:15:55.083" v="1329" actId="47"/>
        <pc:sldMkLst>
          <pc:docMk/>
          <pc:sldMk cId="3982455384" sldId="931"/>
        </pc:sldMkLst>
      </pc:sldChg>
      <pc:sldChg chg="modSp add mod modShow">
        <pc:chgData name="Carla Czilczer" userId="cdabb12e9f34f4c5" providerId="LiveId" clId="{5A19C511-62ED-4E0F-867B-97F7285F70FF}" dt="2025-06-13T06:39:20.822" v="10709" actId="729"/>
        <pc:sldMkLst>
          <pc:docMk/>
          <pc:sldMk cId="2318557871" sldId="932"/>
        </pc:sldMkLst>
        <pc:spChg chg="mod">
          <ac:chgData name="Carla Czilczer" userId="cdabb12e9f34f4c5" providerId="LiveId" clId="{5A19C511-62ED-4E0F-867B-97F7285F70FF}" dt="2025-06-12T14:06:28.338" v="4638" actId="20577"/>
          <ac:spMkLst>
            <pc:docMk/>
            <pc:sldMk cId="2318557871" sldId="932"/>
            <ac:spMk id="2" creationId="{74E42853-7D2E-42F6-936E-5720C3A21350}"/>
          </ac:spMkLst>
        </pc:spChg>
        <pc:spChg chg="mod">
          <ac:chgData name="Carla Czilczer" userId="cdabb12e9f34f4c5" providerId="LiveId" clId="{5A19C511-62ED-4E0F-867B-97F7285F70FF}" dt="2025-06-12T13:15:50.352" v="1328" actId="20577"/>
          <ac:spMkLst>
            <pc:docMk/>
            <pc:sldMk cId="2318557871" sldId="932"/>
            <ac:spMk id="39" creationId="{05B5D0C7-2F22-4D23-A354-21FD03F0F003}"/>
          </ac:spMkLst>
        </pc:spChg>
      </pc:sldChg>
      <pc:sldChg chg="modSp add mod modShow modNotesTx">
        <pc:chgData name="Carla Czilczer" userId="cdabb12e9f34f4c5" providerId="LiveId" clId="{5A19C511-62ED-4E0F-867B-97F7285F70FF}" dt="2025-06-13T06:39:20.822" v="10709" actId="729"/>
        <pc:sldMkLst>
          <pc:docMk/>
          <pc:sldMk cId="414501320" sldId="933"/>
        </pc:sldMkLst>
        <pc:spChg chg="mod">
          <ac:chgData name="Carla Czilczer" userId="cdabb12e9f34f4c5" providerId="LiveId" clId="{5A19C511-62ED-4E0F-867B-97F7285F70FF}" dt="2025-06-12T14:12:09.703" v="4802" actId="6549"/>
          <ac:spMkLst>
            <pc:docMk/>
            <pc:sldMk cId="414501320" sldId="933"/>
            <ac:spMk id="2" creationId="{74E42853-7D2E-42F6-936E-5720C3A21350}"/>
          </ac:spMkLst>
        </pc:spChg>
        <pc:spChg chg="mod">
          <ac:chgData name="Carla Czilczer" userId="cdabb12e9f34f4c5" providerId="LiveId" clId="{5A19C511-62ED-4E0F-867B-97F7285F70FF}" dt="2025-06-12T13:16:24.714" v="1336" actId="20577"/>
          <ac:spMkLst>
            <pc:docMk/>
            <pc:sldMk cId="414501320" sldId="933"/>
            <ac:spMk id="39" creationId="{C85F2344-852C-4C68-B248-29699A2C6E8C}"/>
          </ac:spMkLst>
        </pc:spChg>
      </pc:sldChg>
      <pc:sldChg chg="modSp add mod modShow modNotesTx">
        <pc:chgData name="Carla Czilczer" userId="cdabb12e9f34f4c5" providerId="LiveId" clId="{5A19C511-62ED-4E0F-867B-97F7285F70FF}" dt="2025-06-13T06:39:20.822" v="10709" actId="729"/>
        <pc:sldMkLst>
          <pc:docMk/>
          <pc:sldMk cId="1284952453" sldId="934"/>
        </pc:sldMkLst>
        <pc:spChg chg="mod">
          <ac:chgData name="Carla Czilczer" userId="cdabb12e9f34f4c5" providerId="LiveId" clId="{5A19C511-62ED-4E0F-867B-97F7285F70FF}" dt="2025-06-12T14:19:07.653" v="5020" actId="20577"/>
          <ac:spMkLst>
            <pc:docMk/>
            <pc:sldMk cId="1284952453" sldId="934"/>
            <ac:spMk id="2" creationId="{74E42853-7D2E-42F6-936E-5720C3A21350}"/>
          </ac:spMkLst>
        </pc:spChg>
        <pc:spChg chg="mod">
          <ac:chgData name="Carla Czilczer" userId="cdabb12e9f34f4c5" providerId="LiveId" clId="{5A19C511-62ED-4E0F-867B-97F7285F70FF}" dt="2025-06-12T13:22:10.227" v="1618" actId="20577"/>
          <ac:spMkLst>
            <pc:docMk/>
            <pc:sldMk cId="1284952453" sldId="934"/>
            <ac:spMk id="3" creationId="{8AED86DE-5582-4AD6-8192-D13BCE81F97C}"/>
          </ac:spMkLst>
        </pc:spChg>
      </pc:sldChg>
      <pc:sldChg chg="modSp add mod modShow modNotesTx">
        <pc:chgData name="Carla Czilczer" userId="cdabb12e9f34f4c5" providerId="LiveId" clId="{5A19C511-62ED-4E0F-867B-97F7285F70FF}" dt="2025-06-13T06:39:20.822" v="10709" actId="729"/>
        <pc:sldMkLst>
          <pc:docMk/>
          <pc:sldMk cId="387076811" sldId="935"/>
        </pc:sldMkLst>
        <pc:spChg chg="mod">
          <ac:chgData name="Carla Czilczer" userId="cdabb12e9f34f4c5" providerId="LiveId" clId="{5A19C511-62ED-4E0F-867B-97F7285F70FF}" dt="2025-06-12T14:31:24.993" v="5742" actId="6549"/>
          <ac:spMkLst>
            <pc:docMk/>
            <pc:sldMk cId="387076811" sldId="935"/>
            <ac:spMk id="4" creationId="{9A1B3341-48E4-487E-998F-1B04F516159C}"/>
          </ac:spMkLst>
        </pc:spChg>
        <pc:spChg chg="mod">
          <ac:chgData name="Carla Czilczer" userId="cdabb12e9f34f4c5" providerId="LiveId" clId="{5A19C511-62ED-4E0F-867B-97F7285F70FF}" dt="2025-06-12T13:40:10.815" v="2941" actId="20577"/>
          <ac:spMkLst>
            <pc:docMk/>
            <pc:sldMk cId="387076811" sldId="935"/>
            <ac:spMk id="10" creationId="{FCD83868-A5E8-43D6-AA49-51467E2FDA00}"/>
          </ac:spMkLst>
        </pc:spChg>
      </pc:sldChg>
      <pc:sldChg chg="addSp modSp new mod modShow">
        <pc:chgData name="Carla Czilczer" userId="cdabb12e9f34f4c5" providerId="LiveId" clId="{5A19C511-62ED-4E0F-867B-97F7285F70FF}" dt="2025-06-13T06:39:20.822" v="10709" actId="729"/>
        <pc:sldMkLst>
          <pc:docMk/>
          <pc:sldMk cId="2864333992" sldId="936"/>
        </pc:sldMkLst>
        <pc:spChg chg="add mod">
          <ac:chgData name="Carla Czilczer" userId="cdabb12e9f34f4c5" providerId="LiveId" clId="{5A19C511-62ED-4E0F-867B-97F7285F70FF}" dt="2025-06-12T13:41:07.963" v="2978" actId="13926"/>
          <ac:spMkLst>
            <pc:docMk/>
            <pc:sldMk cId="2864333992" sldId="936"/>
            <ac:spMk id="2" creationId="{33EF96E8-1560-48C1-8DE5-C65823107707}"/>
          </ac:spMkLst>
        </pc:spChg>
      </pc:sldChg>
      <pc:sldChg chg="modSp add mod modShow">
        <pc:chgData name="Carla Czilczer" userId="cdabb12e9f34f4c5" providerId="LiveId" clId="{5A19C511-62ED-4E0F-867B-97F7285F70FF}" dt="2025-06-13T06:39:20.822" v="10709" actId="729"/>
        <pc:sldMkLst>
          <pc:docMk/>
          <pc:sldMk cId="3086987881" sldId="937"/>
        </pc:sldMkLst>
        <pc:spChg chg="mod">
          <ac:chgData name="Carla Czilczer" userId="cdabb12e9f34f4c5" providerId="LiveId" clId="{5A19C511-62ED-4E0F-867B-97F7285F70FF}" dt="2025-06-12T13:41:23.586" v="3011" actId="20577"/>
          <ac:spMkLst>
            <pc:docMk/>
            <pc:sldMk cId="3086987881" sldId="937"/>
            <ac:spMk id="2" creationId="{33EF96E8-1560-48C1-8DE5-C65823107707}"/>
          </ac:spMkLst>
        </pc:spChg>
      </pc:sldChg>
      <pc:sldChg chg="addSp modSp new mod modShow">
        <pc:chgData name="Carla Czilczer" userId="cdabb12e9f34f4c5" providerId="LiveId" clId="{5A19C511-62ED-4E0F-867B-97F7285F70FF}" dt="2025-06-13T06:39:20.822" v="10709" actId="729"/>
        <pc:sldMkLst>
          <pc:docMk/>
          <pc:sldMk cId="2303487231" sldId="938"/>
        </pc:sldMkLst>
        <pc:spChg chg="add mod">
          <ac:chgData name="Carla Czilczer" userId="cdabb12e9f34f4c5" providerId="LiveId" clId="{5A19C511-62ED-4E0F-867B-97F7285F70FF}" dt="2025-06-12T13:47:17.958" v="3432" actId="13926"/>
          <ac:spMkLst>
            <pc:docMk/>
            <pc:sldMk cId="2303487231" sldId="938"/>
            <ac:spMk id="2" creationId="{E14A5E66-C7C7-4997-9420-546CDBC02B1B}"/>
          </ac:spMkLst>
        </pc:spChg>
      </pc:sldChg>
      <pc:sldChg chg="add mod modShow modNotesTx">
        <pc:chgData name="Carla Czilczer" userId="cdabb12e9f34f4c5" providerId="LiveId" clId="{5A19C511-62ED-4E0F-867B-97F7285F70FF}" dt="2025-06-13T06:39:20.822" v="10709" actId="729"/>
        <pc:sldMkLst>
          <pc:docMk/>
          <pc:sldMk cId="3194791470" sldId="939"/>
        </pc:sldMkLst>
      </pc:sldChg>
      <pc:sldChg chg="modSp add del mod">
        <pc:chgData name="Carla Czilczer" userId="cdabb12e9f34f4c5" providerId="LiveId" clId="{5A19C511-62ED-4E0F-867B-97F7285F70FF}" dt="2025-06-12T13:58:11.784" v="4435" actId="47"/>
        <pc:sldMkLst>
          <pc:docMk/>
          <pc:sldMk cId="2171372758" sldId="940"/>
        </pc:sldMkLst>
      </pc:sldChg>
      <pc:sldChg chg="add del">
        <pc:chgData name="Carla Czilczer" userId="cdabb12e9f34f4c5" providerId="LiveId" clId="{5A19C511-62ED-4E0F-867B-97F7285F70FF}" dt="2025-06-12T14:10:38.452" v="4768" actId="47"/>
        <pc:sldMkLst>
          <pc:docMk/>
          <pc:sldMk cId="3561982771" sldId="941"/>
        </pc:sldMkLst>
      </pc:sldChg>
      <pc:sldChg chg="addSp modSp add mod modShow">
        <pc:chgData name="Carla Czilczer" userId="cdabb12e9f34f4c5" providerId="LiveId" clId="{5A19C511-62ED-4E0F-867B-97F7285F70FF}" dt="2025-06-13T06:39:20.822" v="10709" actId="729"/>
        <pc:sldMkLst>
          <pc:docMk/>
          <pc:sldMk cId="3853282804" sldId="942"/>
        </pc:sldMkLst>
        <pc:spChg chg="mod">
          <ac:chgData name="Carla Czilczer" userId="cdabb12e9f34f4c5" providerId="LiveId" clId="{5A19C511-62ED-4E0F-867B-97F7285F70FF}" dt="2025-06-12T14:01:11.361" v="4495" actId="1036"/>
          <ac:spMkLst>
            <pc:docMk/>
            <pc:sldMk cId="3853282804" sldId="942"/>
            <ac:spMk id="37" creationId="{3276F354-0E4E-4220-BADB-84F19DF1EAFD}"/>
          </ac:spMkLst>
        </pc:spChg>
        <pc:spChg chg="mod">
          <ac:chgData name="Carla Czilczer" userId="cdabb12e9f34f4c5" providerId="LiveId" clId="{5A19C511-62ED-4E0F-867B-97F7285F70FF}" dt="2025-06-12T14:01:53.951" v="4541" actId="1035"/>
          <ac:spMkLst>
            <pc:docMk/>
            <pc:sldMk cId="3853282804" sldId="942"/>
            <ac:spMk id="47" creationId="{81C0477F-6759-4F01-BB30-D7BAFB1ADF38}"/>
          </ac:spMkLst>
        </pc:spChg>
        <pc:spChg chg="add mod">
          <ac:chgData name="Carla Czilczer" userId="cdabb12e9f34f4c5" providerId="LiveId" clId="{5A19C511-62ED-4E0F-867B-97F7285F70FF}" dt="2025-06-12T14:02:28.390" v="4545"/>
          <ac:spMkLst>
            <pc:docMk/>
            <pc:sldMk cId="3853282804" sldId="942"/>
            <ac:spMk id="49" creationId="{BD82190C-E83B-4A88-9642-01B4A16EC0E2}"/>
          </ac:spMkLst>
        </pc:spChg>
        <pc:grpChg chg="mod">
          <ac:chgData name="Carla Czilczer" userId="cdabb12e9f34f4c5" providerId="LiveId" clId="{5A19C511-62ED-4E0F-867B-97F7285F70FF}" dt="2025-06-12T14:01:11.361" v="4495" actId="1036"/>
          <ac:grpSpMkLst>
            <pc:docMk/>
            <pc:sldMk cId="3853282804" sldId="942"/>
            <ac:grpSpMk id="31" creationId="{78BACE7B-D24C-4BD8-9C8A-BB6554DE0800}"/>
          </ac:grpSpMkLst>
        </pc:grpChg>
        <pc:grpChg chg="mod">
          <ac:chgData name="Carla Czilczer" userId="cdabb12e9f34f4c5" providerId="LiveId" clId="{5A19C511-62ED-4E0F-867B-97F7285F70FF}" dt="2025-06-12T14:01:11.361" v="4495" actId="1036"/>
          <ac:grpSpMkLst>
            <pc:docMk/>
            <pc:sldMk cId="3853282804" sldId="942"/>
            <ac:grpSpMk id="38" creationId="{87DF695F-9E18-4861-9DC8-693090F7FA5B}"/>
          </ac:grpSpMkLst>
        </pc:grpChg>
      </pc:sldChg>
      <pc:sldChg chg="add del">
        <pc:chgData name="Carla Czilczer" userId="cdabb12e9f34f4c5" providerId="LiveId" clId="{5A19C511-62ED-4E0F-867B-97F7285F70FF}" dt="2025-06-12T14:02:05.636" v="4543" actId="47"/>
        <pc:sldMkLst>
          <pc:docMk/>
          <pc:sldMk cId="604400791" sldId="943"/>
        </pc:sldMkLst>
      </pc:sldChg>
      <pc:sldChg chg="modSp add mod ord modShow modNotesTx">
        <pc:chgData name="Carla Czilczer" userId="cdabb12e9f34f4c5" providerId="LiveId" clId="{5A19C511-62ED-4E0F-867B-97F7285F70FF}" dt="2025-06-13T06:39:20.822" v="10709" actId="729"/>
        <pc:sldMkLst>
          <pc:docMk/>
          <pc:sldMk cId="1897652291" sldId="943"/>
        </pc:sldMkLst>
        <pc:spChg chg="mod">
          <ac:chgData name="Carla Czilczer" userId="cdabb12e9f34f4c5" providerId="LiveId" clId="{5A19C511-62ED-4E0F-867B-97F7285F70FF}" dt="2025-06-12T14:11:46.394" v="4794" actId="20577"/>
          <ac:spMkLst>
            <pc:docMk/>
            <pc:sldMk cId="1897652291" sldId="943"/>
            <ac:spMk id="2" creationId="{74E42853-7D2E-42F6-936E-5720C3A21350}"/>
          </ac:spMkLst>
        </pc:spChg>
      </pc:sldChg>
      <pc:sldChg chg="new del">
        <pc:chgData name="Carla Czilczer" userId="cdabb12e9f34f4c5" providerId="LiveId" clId="{5A19C511-62ED-4E0F-867B-97F7285F70FF}" dt="2025-06-12T14:04:57.975" v="4549" actId="47"/>
        <pc:sldMkLst>
          <pc:docMk/>
          <pc:sldMk cId="2188151881" sldId="943"/>
        </pc:sldMkLst>
      </pc:sldChg>
      <pc:sldChg chg="modSp add mod ord modShow modNotesTx">
        <pc:chgData name="Carla Czilczer" userId="cdabb12e9f34f4c5" providerId="LiveId" clId="{5A19C511-62ED-4E0F-867B-97F7285F70FF}" dt="2025-06-13T06:39:20.822" v="10709" actId="729"/>
        <pc:sldMkLst>
          <pc:docMk/>
          <pc:sldMk cId="1893510663" sldId="944"/>
        </pc:sldMkLst>
        <pc:spChg chg="mod">
          <ac:chgData name="Carla Czilczer" userId="cdabb12e9f34f4c5" providerId="LiveId" clId="{5A19C511-62ED-4E0F-867B-97F7285F70FF}" dt="2025-06-12T14:19:30.356" v="5042" actId="113"/>
          <ac:spMkLst>
            <pc:docMk/>
            <pc:sldMk cId="1893510663" sldId="944"/>
            <ac:spMk id="2" creationId="{74E42853-7D2E-42F6-936E-5720C3A21350}"/>
          </ac:spMkLst>
        </pc:spChg>
      </pc:sldChg>
      <pc:sldChg chg="modSp add del mod">
        <pc:chgData name="Carla Czilczer" userId="cdabb12e9f34f4c5" providerId="LiveId" clId="{5A19C511-62ED-4E0F-867B-97F7285F70FF}" dt="2025-06-12T14:10:00.527" v="4766" actId="47"/>
        <pc:sldMkLst>
          <pc:docMk/>
          <pc:sldMk cId="2736564403" sldId="944"/>
        </pc:sldMkLst>
      </pc:sldChg>
      <pc:sldChg chg="modSp add mod ord modShow modNotesTx">
        <pc:chgData name="Carla Czilczer" userId="cdabb12e9f34f4c5" providerId="LiveId" clId="{5A19C511-62ED-4E0F-867B-97F7285F70FF}" dt="2025-06-13T06:39:20.822" v="10709" actId="729"/>
        <pc:sldMkLst>
          <pc:docMk/>
          <pc:sldMk cId="2511843673" sldId="945"/>
        </pc:sldMkLst>
        <pc:spChg chg="mod">
          <ac:chgData name="Carla Czilczer" userId="cdabb12e9f34f4c5" providerId="LiveId" clId="{5A19C511-62ED-4E0F-867B-97F7285F70FF}" dt="2025-06-12T14:27:50.806" v="5681" actId="20577"/>
          <ac:spMkLst>
            <pc:docMk/>
            <pc:sldMk cId="2511843673" sldId="945"/>
            <ac:spMk id="10" creationId="{9DB7C6A8-20DD-40D7-89A1-3FEE16DB155A}"/>
          </ac:spMkLst>
        </pc:spChg>
      </pc:sldChg>
      <pc:sldChg chg="modSp add mod ord modShow">
        <pc:chgData name="Carla Czilczer" userId="cdabb12e9f34f4c5" providerId="LiveId" clId="{5A19C511-62ED-4E0F-867B-97F7285F70FF}" dt="2025-06-13T06:39:20.822" v="10709" actId="729"/>
        <pc:sldMkLst>
          <pc:docMk/>
          <pc:sldMk cId="2513548419" sldId="946"/>
        </pc:sldMkLst>
        <pc:spChg chg="mod">
          <ac:chgData name="Carla Czilczer" userId="cdabb12e9f34f4c5" providerId="LiveId" clId="{5A19C511-62ED-4E0F-867B-97F7285F70FF}" dt="2025-06-12T14:32:04.151" v="5765" actId="20577"/>
          <ac:spMkLst>
            <pc:docMk/>
            <pc:sldMk cId="2513548419" sldId="946"/>
            <ac:spMk id="2" creationId="{00000000-0000-0000-0000-000000000000}"/>
          </ac:spMkLst>
        </pc:spChg>
      </pc:sldChg>
      <pc:sldChg chg="add del">
        <pc:chgData name="Carla Czilczer" userId="cdabb12e9f34f4c5" providerId="LiveId" clId="{5A19C511-62ED-4E0F-867B-97F7285F70FF}" dt="2025-06-12T14:32:38.098" v="5794" actId="47"/>
        <pc:sldMkLst>
          <pc:docMk/>
          <pc:sldMk cId="667830600" sldId="947"/>
        </pc:sldMkLst>
      </pc:sldChg>
      <pc:sldChg chg="addSp delSp modSp add mod modShow modNotesTx">
        <pc:chgData name="Carla Czilczer" userId="cdabb12e9f34f4c5" providerId="LiveId" clId="{5A19C511-62ED-4E0F-867B-97F7285F70FF}" dt="2025-06-13T06:39:20.822" v="10709" actId="729"/>
        <pc:sldMkLst>
          <pc:docMk/>
          <pc:sldMk cId="788813764" sldId="947"/>
        </pc:sldMkLst>
        <pc:spChg chg="mod">
          <ac:chgData name="Carla Czilczer" userId="cdabb12e9f34f4c5" providerId="LiveId" clId="{5A19C511-62ED-4E0F-867B-97F7285F70FF}" dt="2025-06-12T14:40:02.486" v="5902"/>
          <ac:spMkLst>
            <pc:docMk/>
            <pc:sldMk cId="788813764" sldId="947"/>
            <ac:spMk id="6" creationId="{8377DD2D-E36A-46C0-B08B-7076ED21D8E8}"/>
          </ac:spMkLst>
        </pc:spChg>
        <pc:spChg chg="mod">
          <ac:chgData name="Carla Czilczer" userId="cdabb12e9f34f4c5" providerId="LiveId" clId="{5A19C511-62ED-4E0F-867B-97F7285F70FF}" dt="2025-06-12T14:40:02.486" v="5902"/>
          <ac:spMkLst>
            <pc:docMk/>
            <pc:sldMk cId="788813764" sldId="947"/>
            <ac:spMk id="9" creationId="{C439A898-EBB4-46F3-84FD-FAAA0E965C60}"/>
          </ac:spMkLst>
        </pc:spChg>
        <pc:spChg chg="mod">
          <ac:chgData name="Carla Czilczer" userId="cdabb12e9f34f4c5" providerId="LiveId" clId="{5A19C511-62ED-4E0F-867B-97F7285F70FF}" dt="2025-06-12T14:40:02.486" v="5902"/>
          <ac:spMkLst>
            <pc:docMk/>
            <pc:sldMk cId="788813764" sldId="947"/>
            <ac:spMk id="11" creationId="{29CBA523-EC42-4D33-B0F2-5CEE261D0EC3}"/>
          </ac:spMkLst>
        </pc:spChg>
        <pc:spChg chg="mod">
          <ac:chgData name="Carla Czilczer" userId="cdabb12e9f34f4c5" providerId="LiveId" clId="{5A19C511-62ED-4E0F-867B-97F7285F70FF}" dt="2025-06-12T14:40:02.486" v="5902"/>
          <ac:spMkLst>
            <pc:docMk/>
            <pc:sldMk cId="788813764" sldId="947"/>
            <ac:spMk id="12" creationId="{4FCAE967-38E0-43D3-A71E-2B54EAC1E62D}"/>
          </ac:spMkLst>
        </pc:spChg>
        <pc:grpChg chg="add mod">
          <ac:chgData name="Carla Czilczer" userId="cdabb12e9f34f4c5" providerId="LiveId" clId="{5A19C511-62ED-4E0F-867B-97F7285F70FF}" dt="2025-06-12T14:40:02.486" v="5902"/>
          <ac:grpSpMkLst>
            <pc:docMk/>
            <pc:sldMk cId="788813764" sldId="947"/>
            <ac:grpSpMk id="5" creationId="{6A1FADA5-6F56-4D53-BBC5-15B85C0F8696}"/>
          </ac:grpSpMkLst>
        </pc:grpChg>
        <pc:grpChg chg="mod">
          <ac:chgData name="Carla Czilczer" userId="cdabb12e9f34f4c5" providerId="LiveId" clId="{5A19C511-62ED-4E0F-867B-97F7285F70FF}" dt="2025-06-12T14:40:02.486" v="5902"/>
          <ac:grpSpMkLst>
            <pc:docMk/>
            <pc:sldMk cId="788813764" sldId="947"/>
            <ac:grpSpMk id="7" creationId="{787DF446-0CBA-49F9-9295-D29F4F68B9EF}"/>
          </ac:grpSpMkLst>
        </pc:grpChg>
        <pc:picChg chg="mod">
          <ac:chgData name="Carla Czilczer" userId="cdabb12e9f34f4c5" providerId="LiveId" clId="{5A19C511-62ED-4E0F-867B-97F7285F70FF}" dt="2025-06-12T14:40:02.486" v="5902"/>
          <ac:picMkLst>
            <pc:docMk/>
            <pc:sldMk cId="788813764" sldId="947"/>
            <ac:picMk id="8" creationId="{27A311C9-FC65-4E84-B2C8-8F8169EE6A48}"/>
          </ac:picMkLst>
        </pc:picChg>
      </pc:sldChg>
      <pc:sldChg chg="modSp add mod modShow modNotesTx">
        <pc:chgData name="Carla Czilczer" userId="cdabb12e9f34f4c5" providerId="LiveId" clId="{5A19C511-62ED-4E0F-867B-97F7285F70FF}" dt="2025-06-13T06:40:22.500" v="10720" actId="20577"/>
        <pc:sldMkLst>
          <pc:docMk/>
          <pc:sldMk cId="1756163850" sldId="948"/>
        </pc:sldMkLst>
        <pc:spChg chg="mod">
          <ac:chgData name="Carla Czilczer" userId="cdabb12e9f34f4c5" providerId="LiveId" clId="{5A19C511-62ED-4E0F-867B-97F7285F70FF}" dt="2025-06-13T06:40:14.454" v="10717" actId="122"/>
          <ac:spMkLst>
            <pc:docMk/>
            <pc:sldMk cId="1756163850" sldId="948"/>
            <ac:spMk id="12" creationId="{98BC3468-FB1E-4B48-9E0C-70224D0F0F48}"/>
          </ac:spMkLst>
        </pc:spChg>
      </pc:sldChg>
      <pc:sldChg chg="addSp modSp new mod modShow">
        <pc:chgData name="Carla Czilczer" userId="cdabb12e9f34f4c5" providerId="LiveId" clId="{5A19C511-62ED-4E0F-867B-97F7285F70FF}" dt="2025-06-13T06:39:23.157" v="10710" actId="729"/>
        <pc:sldMkLst>
          <pc:docMk/>
          <pc:sldMk cId="76079613" sldId="949"/>
        </pc:sldMkLst>
        <pc:spChg chg="add mod">
          <ac:chgData name="Carla Czilczer" userId="cdabb12e9f34f4c5" providerId="LiveId" clId="{5A19C511-62ED-4E0F-867B-97F7285F70FF}" dt="2025-06-13T06:30:39.630" v="9764" actId="20577"/>
          <ac:spMkLst>
            <pc:docMk/>
            <pc:sldMk cId="76079613" sldId="949"/>
            <ac:spMk id="2" creationId="{F97DABE5-DBE0-44E2-B167-0A0E0D39D6E2}"/>
          </ac:spMkLst>
        </pc:spChg>
      </pc:sldChg>
      <pc:sldChg chg="new del">
        <pc:chgData name="Carla Czilczer" userId="cdabb12e9f34f4c5" providerId="LiveId" clId="{5A19C511-62ED-4E0F-867B-97F7285F70FF}" dt="2025-06-13T06:26:03.742" v="9163" actId="47"/>
        <pc:sldMkLst>
          <pc:docMk/>
          <pc:sldMk cId="3487246856" sldId="949"/>
        </pc:sldMkLst>
      </pc:sldChg>
    </pc:docChg>
  </pc:docChgLst>
  <pc:docChgLst>
    <pc:chgData name="Marcos Moreno Verdu" userId="e16f21d8-7ade-4398-a799-6875fecfb860" providerId="ADAL" clId="{7010DF66-81FC-4C5C-9B2C-1A7F74096EC0}"/>
    <pc:docChg chg="undo custSel modSld">
      <pc:chgData name="Marcos Moreno Verdu" userId="e16f21d8-7ade-4398-a799-6875fecfb860" providerId="ADAL" clId="{7010DF66-81FC-4C5C-9B2C-1A7F74096EC0}" dt="2025-06-17T10:02:52.595" v="4" actId="20578"/>
      <pc:docMkLst>
        <pc:docMk/>
      </pc:docMkLst>
      <pc:sldChg chg="modSp mod">
        <pc:chgData name="Marcos Moreno Verdu" userId="e16f21d8-7ade-4398-a799-6875fecfb860" providerId="ADAL" clId="{7010DF66-81FC-4C5C-9B2C-1A7F74096EC0}" dt="2025-06-13T12:47:48.926" v="0" actId="1076"/>
        <pc:sldMkLst>
          <pc:docMk/>
          <pc:sldMk cId="2664892182" sldId="923"/>
        </pc:sldMkLst>
        <pc:grpChg chg="mod">
          <ac:chgData name="Marcos Moreno Verdu" userId="e16f21d8-7ade-4398-a799-6875fecfb860" providerId="ADAL" clId="{7010DF66-81FC-4C5C-9B2C-1A7F74096EC0}" dt="2025-06-13T12:47:48.926" v="0" actId="1076"/>
          <ac:grpSpMkLst>
            <pc:docMk/>
            <pc:sldMk cId="2664892182" sldId="923"/>
            <ac:grpSpMk id="18" creationId="{D65E774A-9070-438D-BBAF-38F3D7CEF61E}"/>
          </ac:grpSpMkLst>
        </pc:grpChg>
      </pc:sldChg>
      <pc:sldChg chg="modSp mod">
        <pc:chgData name="Marcos Moreno Verdu" userId="e16f21d8-7ade-4398-a799-6875fecfb860" providerId="ADAL" clId="{7010DF66-81FC-4C5C-9B2C-1A7F74096EC0}" dt="2025-06-17T10:02:52.595" v="4" actId="20578"/>
        <pc:sldMkLst>
          <pc:docMk/>
          <pc:sldMk cId="2511843673" sldId="945"/>
        </pc:sldMkLst>
        <pc:spChg chg="mod">
          <ac:chgData name="Marcos Moreno Verdu" userId="e16f21d8-7ade-4398-a799-6875fecfb860" providerId="ADAL" clId="{7010DF66-81FC-4C5C-9B2C-1A7F74096EC0}" dt="2025-06-17T10:02:52.595" v="4" actId="20578"/>
          <ac:spMkLst>
            <pc:docMk/>
            <pc:sldMk cId="2511843673" sldId="945"/>
            <ac:spMk id="10" creationId="{9DB7C6A8-20DD-40D7-89A1-3FEE16DB15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745B1-F1C8-4B30-A0F4-7B40B05C076D}" type="datetimeFigureOut">
              <a:rPr lang="de-DE" smtClean="0"/>
              <a:t>17.06.2025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066CD-C6DF-462A-8423-C7EA22D10867}" type="slidenum">
              <a:rPr lang="de-DE" smtClean="0"/>
              <a:t>‹Nº›</a:t>
            </a:fld>
            <a:endParaRPr lang="de-DE"/>
          </a:p>
        </p:txBody>
      </p:sp>
    </p:spTree>
    <p:extLst>
      <p:ext uri="{BB962C8B-B14F-4D97-AF65-F5344CB8AC3E}">
        <p14:creationId xmlns:p14="http://schemas.microsoft.com/office/powerpoint/2010/main" val="3689134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solidFill>
                  <a:srgbClr val="7030A0"/>
                </a:solidFill>
                <a:cs typeface="Calibri" panose="020F0502020204030204" pitchFamily="34" charset="0"/>
              </a:rPr>
              <a:t>Using</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next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boxes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instead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of</a:t>
            </a:r>
            <a:r>
              <a:rPr lang="de-DE" sz="1200" dirty="0">
                <a:solidFill>
                  <a:srgbClr val="7030A0"/>
                </a:solidFill>
                <a:cs typeface="Calibri" panose="020F0502020204030204" pitchFamily="34" charset="0"/>
              </a:rPr>
              <a:t> a </a:t>
            </a:r>
            <a:r>
              <a:rPr lang="de-DE" sz="1200" dirty="0" err="1">
                <a:solidFill>
                  <a:srgbClr val="7030A0"/>
                </a:solidFill>
                <a:cs typeface="Calibri" panose="020F0502020204030204" pitchFamily="34" charset="0"/>
              </a:rPr>
              <a:t>keypress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get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next</a:t>
            </a:r>
            <a:r>
              <a:rPr lang="de-DE" sz="1200" dirty="0">
                <a:solidFill>
                  <a:srgbClr val="7030A0"/>
                </a:solidFill>
                <a:cs typeface="Calibri" panose="020F0502020204030204" pitchFamily="34" charset="0"/>
              </a:rPr>
              <a:t> screen </a:t>
            </a:r>
            <a:r>
              <a:rPr lang="de-DE" sz="1200" dirty="0" err="1">
                <a:solidFill>
                  <a:srgbClr val="7030A0"/>
                </a:solidFill>
                <a:cs typeface="Calibri" panose="020F0502020204030204" pitchFamily="34" charset="0"/>
              </a:rPr>
              <a:t>helps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familiarize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participants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with</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stylus</a:t>
            </a:r>
            <a:endParaRPr lang="de-DE" sz="1200" dirty="0">
              <a:solidFill>
                <a:srgbClr val="7030A0"/>
              </a:solidFill>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rgbClr val="7030A0"/>
                </a:solidFill>
                <a:cs typeface="Calibri" panose="020F0502020204030204" pitchFamily="34" charset="0"/>
              </a:rPr>
              <a:t>Also, </a:t>
            </a:r>
            <a:r>
              <a:rPr lang="de-DE" sz="1200" dirty="0" err="1">
                <a:solidFill>
                  <a:srgbClr val="7030A0"/>
                </a:solidFill>
                <a:cs typeface="Calibri" panose="020F0502020204030204" pitchFamily="34" charset="0"/>
              </a:rPr>
              <a:t>participants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tapped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throughout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stylus</a:t>
            </a:r>
            <a:r>
              <a:rPr lang="de-DE" sz="1200" dirty="0">
                <a:solidFill>
                  <a:srgbClr val="7030A0"/>
                </a:solidFill>
                <a:cs typeface="Calibri" panose="020F0502020204030204" pitchFamily="34" charset="0"/>
              </a:rPr>
              <a:t> CRFT, </a:t>
            </a:r>
            <a:r>
              <a:rPr lang="de-DE" sz="1200" dirty="0" err="1">
                <a:solidFill>
                  <a:srgbClr val="7030A0"/>
                </a:solidFill>
                <a:cs typeface="Calibri" panose="020F0502020204030204" pitchFamily="34" charset="0"/>
              </a:rPr>
              <a:t>they</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did</a:t>
            </a:r>
            <a:r>
              <a:rPr lang="de-DE" sz="1200" dirty="0">
                <a:solidFill>
                  <a:srgbClr val="7030A0"/>
                </a:solidFill>
                <a:cs typeface="Calibri" panose="020F0502020204030204" pitchFamily="34" charset="0"/>
              </a:rPr>
              <a:t> not </a:t>
            </a:r>
            <a:r>
              <a:rPr lang="de-DE" sz="1200" dirty="0" err="1">
                <a:solidFill>
                  <a:srgbClr val="7030A0"/>
                </a:solidFill>
                <a:cs typeface="Calibri" panose="020F0502020204030204" pitchFamily="34" charset="0"/>
              </a:rPr>
              <a:t>use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computer</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mouse</a:t>
            </a:r>
            <a:r>
              <a:rPr lang="de-DE" sz="1200" dirty="0">
                <a:solidFill>
                  <a:srgbClr val="7030A0"/>
                </a:solidFill>
                <a:cs typeface="Calibri" panose="020F0502020204030204" pitchFamily="34" charset="0"/>
              </a:rPr>
              <a:t> in </a:t>
            </a:r>
            <a:r>
              <a:rPr lang="de-DE" sz="1200" dirty="0" err="1">
                <a:solidFill>
                  <a:srgbClr val="7030A0"/>
                </a:solidFill>
                <a:cs typeface="Calibri" panose="020F0502020204030204" pitchFamily="34" charset="0"/>
              </a:rPr>
              <a:t>this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condition</a:t>
            </a:r>
            <a:r>
              <a:rPr lang="de-DE" sz="1200" dirty="0">
                <a:solidFill>
                  <a:srgbClr val="7030A0"/>
                </a:solidFill>
                <a:cs typeface="Calibri" panose="020F0502020204030204" pitchFamily="34" charset="0"/>
              </a:rPr>
              <a:t> (e.g., </a:t>
            </a:r>
            <a:r>
              <a:rPr lang="de-DE" sz="1200" dirty="0" err="1">
                <a:solidFill>
                  <a:srgbClr val="7030A0"/>
                </a:solidFill>
                <a:cs typeface="Calibri" panose="020F0502020204030204" pitchFamily="34" charset="0"/>
              </a:rPr>
              <a:t>they</a:t>
            </a:r>
            <a:r>
              <a:rPr lang="de-DE" sz="1200" dirty="0">
                <a:solidFill>
                  <a:srgbClr val="7030A0"/>
                </a:solidFill>
                <a:cs typeface="Calibri" panose="020F0502020204030204" pitchFamily="34" charset="0"/>
              </a:rPr>
              <a:t> also </a:t>
            </a:r>
            <a:r>
              <a:rPr lang="de-DE" sz="1200" dirty="0" err="1">
                <a:solidFill>
                  <a:srgbClr val="7030A0"/>
                </a:solidFill>
                <a:cs typeface="Calibri" panose="020F0502020204030204" pitchFamily="34" charset="0"/>
              </a:rPr>
              <a:t>solved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comprehension</a:t>
            </a:r>
            <a:r>
              <a:rPr lang="de-DE" sz="1200" dirty="0">
                <a:solidFill>
                  <a:srgbClr val="7030A0"/>
                </a:solidFill>
                <a:cs typeface="Calibri" panose="020F0502020204030204" pitchFamily="34" charset="0"/>
              </a:rPr>
              <a:t> check </a:t>
            </a:r>
            <a:r>
              <a:rPr lang="de-DE" sz="1200" dirty="0" err="1">
                <a:solidFill>
                  <a:srgbClr val="7030A0"/>
                </a:solidFill>
                <a:cs typeface="Calibri" panose="020F0502020204030204" pitchFamily="34" charset="0"/>
              </a:rPr>
              <a:t>using</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stylus</a:t>
            </a:r>
            <a:r>
              <a:rPr lang="de-DE" sz="1200" dirty="0">
                <a:solidFill>
                  <a:srgbClr val="7030A0"/>
                </a:solidFill>
                <a:cs typeface="Calibri" panose="020F0502020204030204" pitchFamily="34" charset="0"/>
              </a:rPr>
              <a:t>)</a:t>
            </a:r>
            <a:endParaRPr lang="de-DE" sz="800" dirty="0">
              <a:solidFill>
                <a:srgbClr val="7030A0"/>
              </a:solidFill>
              <a:cs typeface="Calibri" panose="020F0502020204030204" pitchFamily="34" charset="0"/>
            </a:endParaRPr>
          </a:p>
        </p:txBody>
      </p:sp>
      <p:sp>
        <p:nvSpPr>
          <p:cNvPr id="4" name="Foliennummernplatzhalter 3"/>
          <p:cNvSpPr>
            <a:spLocks noGrp="1"/>
          </p:cNvSpPr>
          <p:nvPr>
            <p:ph type="sldNum" sz="quarter" idx="5"/>
          </p:nvPr>
        </p:nvSpPr>
        <p:spPr/>
        <p:txBody>
          <a:bodyPr/>
          <a:lstStyle/>
          <a:p>
            <a:fld id="{F79066CD-C6DF-462A-8423-C7EA22D10867}" type="slidenum">
              <a:rPr lang="de-DE" smtClean="0"/>
              <a:t>1</a:t>
            </a:fld>
            <a:endParaRPr lang="de-DE"/>
          </a:p>
        </p:txBody>
      </p:sp>
    </p:spTree>
    <p:extLst>
      <p:ext uri="{BB962C8B-B14F-4D97-AF65-F5344CB8AC3E}">
        <p14:creationId xmlns:p14="http://schemas.microsoft.com/office/powerpoint/2010/main" val="180946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r>
              <a:rPr lang="de-DE" sz="1200" dirty="0">
                <a:solidFill>
                  <a:srgbClr val="7030A0"/>
                </a:solidFill>
                <a:cs typeface="Calibri" panose="020F0502020204030204" pitchFamily="34" charset="0"/>
              </a:rPr>
              <a:t>The </a:t>
            </a:r>
            <a:r>
              <a:rPr lang="de-DE" sz="1200" dirty="0" err="1">
                <a:solidFill>
                  <a:srgbClr val="7030A0"/>
                </a:solidFill>
                <a:cs typeface="Calibri" panose="020F0502020204030204" pitchFamily="34" charset="0"/>
              </a:rPr>
              <a:t>first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target</a:t>
            </a:r>
            <a:r>
              <a:rPr lang="de-DE" sz="1200" dirty="0">
                <a:solidFill>
                  <a:srgbClr val="7030A0"/>
                </a:solidFill>
                <a:cs typeface="Calibri" panose="020F0502020204030204" pitchFamily="34" charset="0"/>
              </a:rPr>
              <a:t> was </a:t>
            </a:r>
            <a:r>
              <a:rPr lang="de-DE" sz="1200" dirty="0" err="1">
                <a:solidFill>
                  <a:srgbClr val="7030A0"/>
                </a:solidFill>
                <a:cs typeface="Calibri" panose="020F0502020204030204" pitchFamily="34" charset="0"/>
              </a:rPr>
              <a:t>red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other</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were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gray</a:t>
            </a:r>
            <a:r>
              <a:rPr lang="de-DE" sz="1200" dirty="0">
                <a:solidFill>
                  <a:srgbClr val="7030A0"/>
                </a:solidFill>
                <a:cs typeface="Calibri" panose="020F0502020204030204" pitchFamily="34" charset="0"/>
              </a:rPr>
              <a:t> (just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create</a:t>
            </a:r>
            <a:r>
              <a:rPr lang="de-DE" sz="1200" dirty="0">
                <a:solidFill>
                  <a:srgbClr val="7030A0"/>
                </a:solidFill>
                <a:cs typeface="Calibri" panose="020F0502020204030204" pitchFamily="34" charset="0"/>
              </a:rPr>
              <a:t> a </a:t>
            </a:r>
            <a:r>
              <a:rPr lang="de-DE" sz="1200" dirty="0" err="1">
                <a:solidFill>
                  <a:srgbClr val="7030A0"/>
                </a:solidFill>
                <a:cs typeface="Calibri" panose="020F0502020204030204" pitchFamily="34" charset="0"/>
              </a:rPr>
              <a:t>consistency</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CRFT – </a:t>
            </a:r>
            <a:r>
              <a:rPr lang="de-DE" sz="1200" dirty="0" err="1">
                <a:solidFill>
                  <a:srgbClr val="7030A0"/>
                </a:solidFill>
                <a:cs typeface="Calibri" panose="020F0502020204030204" pitchFamily="34" charset="0"/>
              </a:rPr>
              <a:t>actual</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color</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is</a:t>
            </a:r>
            <a:r>
              <a:rPr lang="de-DE" sz="1200" dirty="0">
                <a:solidFill>
                  <a:srgbClr val="7030A0"/>
                </a:solidFill>
                <a:cs typeface="Calibri" panose="020F0502020204030204" pitchFamily="34" charset="0"/>
              </a:rPr>
              <a:t> not </a:t>
            </a:r>
            <a:r>
              <a:rPr lang="de-DE" sz="1200" dirty="0" err="1">
                <a:solidFill>
                  <a:srgbClr val="7030A0"/>
                </a:solidFill>
                <a:cs typeface="Calibri" panose="020F0502020204030204" pitchFamily="34" charset="0"/>
              </a:rPr>
              <a:t>important</a:t>
            </a:r>
            <a:r>
              <a:rPr lang="de-DE" sz="1200" dirty="0">
                <a:solidFill>
                  <a:srgbClr val="7030A0"/>
                </a:solidFill>
                <a:cs typeface="Calibri" panose="020F0502020204030204" pitchFamily="34" charset="0"/>
              </a:rPr>
              <a:t> at all); </a:t>
            </a:r>
            <a:r>
              <a:rPr lang="de-DE" sz="1200" dirty="0" err="1">
                <a:solidFill>
                  <a:srgbClr val="7030A0"/>
                </a:solidFill>
                <a:cs typeface="Calibri" panose="020F0502020204030204" pitchFamily="34" charset="0"/>
              </a:rPr>
              <a:t>task</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took</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about</a:t>
            </a:r>
            <a:r>
              <a:rPr lang="de-DE" sz="1200" dirty="0">
                <a:solidFill>
                  <a:srgbClr val="7030A0"/>
                </a:solidFill>
                <a:cs typeface="Calibri" panose="020F0502020204030204" pitchFamily="34" charset="0"/>
              </a:rPr>
              <a:t> a </a:t>
            </a:r>
            <a:r>
              <a:rPr lang="de-DE" sz="1200" dirty="0" err="1">
                <a:solidFill>
                  <a:srgbClr val="7030A0"/>
                </a:solidFill>
                <a:cs typeface="Calibri" panose="020F0502020204030204" pitchFamily="34" charset="0"/>
              </a:rPr>
              <a:t>minute</a:t>
            </a:r>
            <a:endParaRPr lang="de-DE" sz="1200" dirty="0">
              <a:solidFill>
                <a:srgbClr val="7030A0"/>
              </a:solidFill>
              <a:cs typeface="Calibri" panose="020F0502020204030204" pitchFamily="34" charset="0"/>
            </a:endParaRPr>
          </a:p>
          <a:p>
            <a:pPr algn="just"/>
            <a:r>
              <a:rPr lang="de-DE" sz="1200" dirty="0">
                <a:solidFill>
                  <a:srgbClr val="7030A0"/>
                </a:solidFill>
                <a:cs typeface="Calibri" panose="020F0502020204030204" pitchFamily="34" charset="0"/>
              </a:rPr>
              <a:t>The </a:t>
            </a:r>
            <a:r>
              <a:rPr lang="de-DE" sz="1200" dirty="0" err="1">
                <a:solidFill>
                  <a:srgbClr val="7030A0"/>
                </a:solidFill>
                <a:cs typeface="Calibri" panose="020F0502020204030204" pitchFamily="34" charset="0"/>
              </a:rPr>
              <a:t>next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target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appeared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independent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of</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whether</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they</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actually</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hit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target</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or</a:t>
            </a:r>
            <a:r>
              <a:rPr lang="de-DE" sz="1200" dirty="0">
                <a:solidFill>
                  <a:srgbClr val="7030A0"/>
                </a:solidFill>
                <a:cs typeface="Calibri" panose="020F0502020204030204" pitchFamily="34" charset="0"/>
              </a:rPr>
              <a:t> not – </a:t>
            </a:r>
            <a:r>
              <a:rPr lang="de-DE" sz="1200" dirty="0" err="1">
                <a:solidFill>
                  <a:srgbClr val="7030A0"/>
                </a:solidFill>
                <a:cs typeface="Calibri" panose="020F0502020204030204" pitchFamily="34" charset="0"/>
              </a:rPr>
              <a:t>this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served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familiarize</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participants</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with</a:t>
            </a:r>
            <a:r>
              <a:rPr lang="de-DE" sz="1200" dirty="0">
                <a:solidFill>
                  <a:srgbClr val="7030A0"/>
                </a:solidFill>
                <a:cs typeface="Calibri" panose="020F0502020204030204" pitchFamily="34" charset="0"/>
              </a:rPr>
              <a:t> NOT </a:t>
            </a:r>
            <a:r>
              <a:rPr lang="de-DE" sz="1200" dirty="0" err="1">
                <a:solidFill>
                  <a:srgbClr val="7030A0"/>
                </a:solidFill>
                <a:cs typeface="Calibri" panose="020F0502020204030204" pitchFamily="34" charset="0"/>
              </a:rPr>
              <a:t>correcting</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their</a:t>
            </a:r>
            <a:r>
              <a:rPr lang="de-DE" sz="1200" dirty="0">
                <a:solidFill>
                  <a:srgbClr val="7030A0"/>
                </a:solidFill>
                <a:cs typeface="Calibri" panose="020F0502020204030204" pitchFamily="34" charset="0"/>
              </a:rPr>
              <a:t> taps (</a:t>
            </a:r>
            <a:r>
              <a:rPr lang="de-DE" sz="1200" dirty="0" err="1">
                <a:solidFill>
                  <a:srgbClr val="7030A0"/>
                </a:solidFill>
                <a:cs typeface="Calibri" panose="020F0502020204030204" pitchFamily="34" charset="0"/>
              </a:rPr>
              <a:t>they</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are</a:t>
            </a:r>
            <a:r>
              <a:rPr lang="de-DE" sz="1200" dirty="0">
                <a:solidFill>
                  <a:srgbClr val="7030A0"/>
                </a:solidFill>
                <a:cs typeface="Calibri" panose="020F0502020204030204" pitchFamily="34" charset="0"/>
              </a:rPr>
              <a:t> not </a:t>
            </a:r>
            <a:r>
              <a:rPr lang="de-DE" sz="1200" dirty="0" err="1">
                <a:solidFill>
                  <a:srgbClr val="7030A0"/>
                </a:solidFill>
                <a:cs typeface="Calibri" panose="020F0502020204030204" pitchFamily="34" charset="0"/>
              </a:rPr>
              <a:t>allowed</a:t>
            </a:r>
            <a:r>
              <a:rPr lang="de-DE" sz="1200" dirty="0">
                <a:solidFill>
                  <a:srgbClr val="7030A0"/>
                </a:solidFill>
                <a:cs typeface="Calibri" panose="020F0502020204030204" pitchFamily="34" charset="0"/>
              </a:rPr>
              <a:t> </a:t>
            </a:r>
            <a:r>
              <a:rPr lang="de-DE" sz="1200" dirty="0" err="1">
                <a:solidFill>
                  <a:srgbClr val="7030A0"/>
                </a:solidFill>
                <a:cs typeface="Calibri" panose="020F0502020204030204" pitchFamily="34" charset="0"/>
              </a:rPr>
              <a:t>to</a:t>
            </a:r>
            <a:r>
              <a:rPr lang="de-DE" sz="1200" dirty="0">
                <a:solidFill>
                  <a:srgbClr val="7030A0"/>
                </a:solidFill>
                <a:cs typeface="Calibri" panose="020F0502020204030204" pitchFamily="34" charset="0"/>
              </a:rPr>
              <a:t> do so in </a:t>
            </a:r>
            <a:r>
              <a:rPr lang="de-DE" sz="1200" dirty="0" err="1">
                <a:solidFill>
                  <a:srgbClr val="7030A0"/>
                </a:solidFill>
                <a:cs typeface="Calibri" panose="020F0502020204030204" pitchFamily="34" charset="0"/>
              </a:rPr>
              <a:t>the</a:t>
            </a:r>
            <a:r>
              <a:rPr lang="de-DE" sz="1200" dirty="0">
                <a:solidFill>
                  <a:srgbClr val="7030A0"/>
                </a:solidFill>
                <a:cs typeface="Calibri" panose="020F0502020204030204" pitchFamily="34" charset="0"/>
              </a:rPr>
              <a:t> CRFT)</a:t>
            </a:r>
          </a:p>
          <a:p>
            <a:pPr algn="just"/>
            <a:endParaRPr lang="de-DE" sz="800" b="1" dirty="0">
              <a:solidFill>
                <a:srgbClr val="7030A0"/>
              </a:solidFill>
              <a:cs typeface="Calibri" panose="020F0502020204030204" pitchFamily="34" charset="0"/>
            </a:endParaRPr>
          </a:p>
          <a:p>
            <a:pPr algn="just"/>
            <a:endParaRPr lang="de-DE" sz="800" dirty="0">
              <a:solidFill>
                <a:srgbClr val="7030A0"/>
              </a:solidFill>
              <a:cs typeface="Calibri" panose="020F0502020204030204" pitchFamily="34" charset="0"/>
            </a:endParaRPr>
          </a:p>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3</a:t>
            </a:fld>
            <a:endParaRPr lang="de-DE"/>
          </a:p>
        </p:txBody>
      </p:sp>
    </p:spTree>
    <p:extLst>
      <p:ext uri="{BB962C8B-B14F-4D97-AF65-F5344CB8AC3E}">
        <p14:creationId xmlns:p14="http://schemas.microsoft.com/office/powerpoint/2010/main" val="3986847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4</a:t>
            </a:fld>
            <a:endParaRPr lang="de-DE"/>
          </a:p>
        </p:txBody>
      </p:sp>
    </p:spTree>
    <p:extLst>
      <p:ext uri="{BB962C8B-B14F-4D97-AF65-F5344CB8AC3E}">
        <p14:creationId xmlns:p14="http://schemas.microsoft.com/office/powerpoint/2010/main" val="2625464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Each</a:t>
            </a:r>
            <a:r>
              <a:rPr lang="de-AT" dirty="0"/>
              <a:t> </a:t>
            </a:r>
            <a:r>
              <a:rPr lang="de-AT" dirty="0" err="1"/>
              <a:t>png</a:t>
            </a:r>
            <a:r>
              <a:rPr lang="de-AT" dirty="0"/>
              <a:t> was </a:t>
            </a:r>
            <a:r>
              <a:rPr lang="de-AT" dirty="0" err="1"/>
              <a:t>shown</a:t>
            </a:r>
            <a:r>
              <a:rPr lang="de-AT" dirty="0"/>
              <a:t> </a:t>
            </a:r>
            <a:r>
              <a:rPr lang="de-AT" dirty="0" err="1"/>
              <a:t>for</a:t>
            </a:r>
            <a:r>
              <a:rPr lang="de-AT" dirty="0"/>
              <a:t> 1100ms </a:t>
            </a:r>
            <a:r>
              <a:rPr lang="de-AT" dirty="0">
                <a:sym typeface="Wingdings" panose="05000000000000000000" pitchFamily="2" charset="2"/>
              </a:rPr>
              <a:t> </a:t>
            </a:r>
            <a:r>
              <a:rPr lang="de-AT" dirty="0" err="1"/>
              <a:t>slower</a:t>
            </a:r>
            <a:r>
              <a:rPr lang="de-AT" dirty="0"/>
              <a:t> </a:t>
            </a:r>
            <a:r>
              <a:rPr lang="de-AT" dirty="0" err="1"/>
              <a:t>than</a:t>
            </a:r>
            <a:r>
              <a:rPr lang="de-AT" dirty="0"/>
              <a:t> </a:t>
            </a:r>
            <a:r>
              <a:rPr lang="de-AT" dirty="0" err="1"/>
              <a:t>they</a:t>
            </a:r>
            <a:r>
              <a:rPr lang="de-AT" dirty="0"/>
              <a:t> </a:t>
            </a:r>
            <a:r>
              <a:rPr lang="de-AT" dirty="0" err="1"/>
              <a:t>would</a:t>
            </a:r>
            <a:r>
              <a:rPr lang="de-AT" dirty="0"/>
              <a:t> </a:t>
            </a:r>
            <a:r>
              <a:rPr lang="de-AT" dirty="0" err="1"/>
              <a:t>actually</a:t>
            </a:r>
            <a:r>
              <a:rPr lang="de-AT" dirty="0"/>
              <a:t> </a:t>
            </a:r>
            <a:r>
              <a:rPr lang="de-AT" dirty="0" err="1"/>
              <a:t>execute</a:t>
            </a:r>
            <a:r>
              <a:rPr lang="de-AT" dirty="0"/>
              <a:t>/</a:t>
            </a:r>
            <a:r>
              <a:rPr lang="de-AT" dirty="0" err="1"/>
              <a:t>imagine</a:t>
            </a:r>
            <a:r>
              <a:rPr lang="de-AT" dirty="0"/>
              <a:t> </a:t>
            </a:r>
            <a:r>
              <a:rPr lang="de-AT" dirty="0" err="1"/>
              <a:t>the</a:t>
            </a:r>
            <a:r>
              <a:rPr lang="de-AT" dirty="0"/>
              <a:t> </a:t>
            </a:r>
            <a:r>
              <a:rPr lang="de-AT" dirty="0" err="1"/>
              <a:t>movements</a:t>
            </a:r>
            <a:r>
              <a:rPr lang="de-AT" dirty="0"/>
              <a:t> </a:t>
            </a:r>
            <a:r>
              <a:rPr lang="de-AT" dirty="0" err="1"/>
              <a:t>to</a:t>
            </a:r>
            <a:r>
              <a:rPr lang="de-AT" dirty="0"/>
              <a:t> </a:t>
            </a:r>
            <a:r>
              <a:rPr lang="de-AT" dirty="0" err="1"/>
              <a:t>make</a:t>
            </a:r>
            <a:r>
              <a:rPr lang="de-AT" dirty="0"/>
              <a:t> </a:t>
            </a:r>
            <a:r>
              <a:rPr lang="de-AT" dirty="0" err="1"/>
              <a:t>sure</a:t>
            </a:r>
            <a:r>
              <a:rPr lang="de-AT" dirty="0"/>
              <a:t> </a:t>
            </a:r>
            <a:r>
              <a:rPr lang="de-AT" dirty="0" err="1"/>
              <a:t>we</a:t>
            </a:r>
            <a:r>
              <a:rPr lang="de-AT" dirty="0"/>
              <a:t> do not </a:t>
            </a:r>
            <a:r>
              <a:rPr lang="de-AT" dirty="0" err="1"/>
              <a:t>influence</a:t>
            </a:r>
            <a:r>
              <a:rPr lang="de-AT" dirty="0"/>
              <a:t> </a:t>
            </a:r>
            <a:r>
              <a:rPr lang="de-AT" dirty="0" err="1"/>
              <a:t>their</a:t>
            </a:r>
            <a:r>
              <a:rPr lang="de-AT" dirty="0"/>
              <a:t> </a:t>
            </a:r>
            <a:r>
              <a:rPr lang="de-AT" dirty="0" err="1"/>
              <a:t>imagery</a:t>
            </a:r>
            <a:r>
              <a:rPr lang="de-AT" dirty="0"/>
              <a:t> </a:t>
            </a:r>
            <a:r>
              <a:rPr lang="de-AT" dirty="0" err="1"/>
              <a:t>too</a:t>
            </a:r>
            <a:r>
              <a:rPr lang="de-AT" dirty="0"/>
              <a:t> </a:t>
            </a:r>
            <a:r>
              <a:rPr lang="de-AT" dirty="0" err="1"/>
              <a:t>much</a:t>
            </a:r>
            <a:r>
              <a:rPr lang="de-AT" dirty="0"/>
              <a:t> (also, </a:t>
            </a:r>
            <a:r>
              <a:rPr lang="de-AT" dirty="0" err="1"/>
              <a:t>this</a:t>
            </a:r>
            <a:r>
              <a:rPr lang="de-AT" dirty="0"/>
              <a:t> was </a:t>
            </a:r>
            <a:r>
              <a:rPr lang="de-AT" dirty="0" err="1"/>
              <a:t>the</a:t>
            </a:r>
            <a:r>
              <a:rPr lang="de-AT" dirty="0"/>
              <a:t> </a:t>
            </a:r>
            <a:r>
              <a:rPr lang="de-AT" dirty="0" err="1"/>
              <a:t>reason</a:t>
            </a:r>
            <a:r>
              <a:rPr lang="de-AT" dirty="0"/>
              <a:t> </a:t>
            </a:r>
            <a:r>
              <a:rPr lang="de-AT" dirty="0" err="1"/>
              <a:t>why</a:t>
            </a:r>
            <a:r>
              <a:rPr lang="de-AT" dirty="0"/>
              <a:t> </a:t>
            </a:r>
            <a:r>
              <a:rPr lang="de-AT" dirty="0" err="1"/>
              <a:t>the</a:t>
            </a:r>
            <a:r>
              <a:rPr lang="de-AT" dirty="0"/>
              <a:t> </a:t>
            </a:r>
            <a:r>
              <a:rPr lang="de-AT" dirty="0" err="1"/>
              <a:t>amplitude</a:t>
            </a:r>
            <a:r>
              <a:rPr lang="de-AT" dirty="0"/>
              <a:t> &amp; </a:t>
            </a:r>
            <a:r>
              <a:rPr lang="de-AT" dirty="0" err="1"/>
              <a:t>width</a:t>
            </a:r>
            <a:r>
              <a:rPr lang="de-AT" dirty="0"/>
              <a:t> in </a:t>
            </a:r>
            <a:r>
              <a:rPr lang="de-AT" dirty="0" err="1"/>
              <a:t>the</a:t>
            </a:r>
            <a:r>
              <a:rPr lang="de-AT" dirty="0"/>
              <a:t> </a:t>
            </a:r>
            <a:r>
              <a:rPr lang="de-AT" dirty="0" err="1"/>
              <a:t>animation</a:t>
            </a:r>
            <a:r>
              <a:rPr lang="de-AT" dirty="0"/>
              <a:t> </a:t>
            </a:r>
            <a:r>
              <a:rPr lang="de-AT" dirty="0" err="1"/>
              <a:t>does</a:t>
            </a:r>
            <a:r>
              <a:rPr lang="de-AT" dirty="0"/>
              <a:t> not fit </a:t>
            </a:r>
            <a:r>
              <a:rPr lang="de-AT" dirty="0" err="1"/>
              <a:t>the</a:t>
            </a:r>
            <a:r>
              <a:rPr lang="de-AT" dirty="0"/>
              <a:t> </a:t>
            </a:r>
            <a:r>
              <a:rPr lang="de-AT" dirty="0" err="1"/>
              <a:t>testblock</a:t>
            </a:r>
            <a:r>
              <a:rPr lang="de-AT" dirty="0"/>
              <a:t> </a:t>
            </a:r>
            <a:r>
              <a:rPr lang="de-AT" dirty="0" err="1"/>
              <a:t>or</a:t>
            </a:r>
            <a:r>
              <a:rPr lang="de-AT" dirty="0"/>
              <a:t> </a:t>
            </a:r>
            <a:r>
              <a:rPr lang="de-AT" dirty="0" err="1"/>
              <a:t>practice</a:t>
            </a:r>
            <a:r>
              <a:rPr lang="de-AT" dirty="0"/>
              <a:t> </a:t>
            </a:r>
            <a:r>
              <a:rPr lang="de-AT" dirty="0" err="1"/>
              <a:t>trials</a:t>
            </a:r>
            <a:r>
              <a:rPr lang="de-AT" dirty="0"/>
              <a:t>) </a:t>
            </a:r>
          </a:p>
          <a:p>
            <a:endParaRPr lang="de-AT" dirty="0"/>
          </a:p>
          <a:p>
            <a:r>
              <a:rPr lang="de-AT" dirty="0"/>
              <a:t>Alternative </a:t>
            </a:r>
            <a:r>
              <a:rPr lang="de-AT" dirty="0" err="1"/>
              <a:t>version</a:t>
            </a:r>
            <a:r>
              <a:rPr lang="de-AT" dirty="0"/>
              <a:t> </a:t>
            </a:r>
            <a:r>
              <a:rPr lang="de-AT" dirty="0" err="1"/>
              <a:t>of</a:t>
            </a:r>
            <a:r>
              <a:rPr lang="de-AT" dirty="0"/>
              <a:t> </a:t>
            </a:r>
            <a:r>
              <a:rPr lang="de-AT" dirty="0" err="1"/>
              <a:t>the</a:t>
            </a:r>
            <a:r>
              <a:rPr lang="de-AT" dirty="0"/>
              <a:t> </a:t>
            </a:r>
            <a:r>
              <a:rPr lang="de-AT" dirty="0" err="1"/>
              <a:t>animation</a:t>
            </a:r>
            <a:r>
              <a:rPr lang="de-AT" dirty="0"/>
              <a:t> in separate </a:t>
            </a:r>
            <a:r>
              <a:rPr lang="de-AT" dirty="0" err="1"/>
              <a:t>folder</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7</a:t>
            </a:fld>
            <a:endParaRPr lang="de-DE"/>
          </a:p>
        </p:txBody>
      </p:sp>
    </p:spTree>
    <p:extLst>
      <p:ext uri="{BB962C8B-B14F-4D97-AF65-F5344CB8AC3E}">
        <p14:creationId xmlns:p14="http://schemas.microsoft.com/office/powerpoint/2010/main" val="3348055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10</a:t>
            </a:fld>
            <a:endParaRPr lang="de-DE"/>
          </a:p>
        </p:txBody>
      </p:sp>
    </p:spTree>
    <p:extLst>
      <p:ext uri="{BB962C8B-B14F-4D97-AF65-F5344CB8AC3E}">
        <p14:creationId xmlns:p14="http://schemas.microsoft.com/office/powerpoint/2010/main" val="3525636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 redundant; Same </a:t>
            </a:r>
            <a:r>
              <a:rPr lang="de-AT" dirty="0" err="1"/>
              <a:t>as</a:t>
            </a:r>
            <a:r>
              <a:rPr lang="de-AT" dirty="0"/>
              <a:t> </a:t>
            </a:r>
            <a:r>
              <a:rPr lang="de-AT" dirty="0" err="1"/>
              <a:t>slide</a:t>
            </a:r>
            <a:r>
              <a:rPr lang="de-AT" dirty="0"/>
              <a:t> 7; just </a:t>
            </a:r>
            <a:r>
              <a:rPr lang="de-AT" dirty="0" err="1"/>
              <a:t>to</a:t>
            </a:r>
            <a:r>
              <a:rPr lang="de-AT" dirty="0"/>
              <a:t> </a:t>
            </a:r>
            <a:r>
              <a:rPr lang="de-AT" dirty="0" err="1"/>
              <a:t>show</a:t>
            </a:r>
            <a:r>
              <a:rPr lang="de-AT" dirty="0"/>
              <a:t> </a:t>
            </a:r>
            <a:r>
              <a:rPr lang="de-AT" dirty="0" err="1"/>
              <a:t>the</a:t>
            </a:r>
            <a:r>
              <a:rPr lang="de-AT" dirty="0"/>
              <a:t> </a:t>
            </a:r>
            <a:r>
              <a:rPr lang="de-AT" dirty="0" err="1"/>
              <a:t>order</a:t>
            </a:r>
            <a:r>
              <a:rPr lang="de-AT" dirty="0"/>
              <a:t> </a:t>
            </a:r>
            <a:r>
              <a:rPr lang="de-AT" dirty="0" err="1"/>
              <a:t>of</a:t>
            </a:r>
            <a:r>
              <a:rPr lang="de-AT" dirty="0"/>
              <a:t> </a:t>
            </a:r>
            <a:r>
              <a:rPr lang="de-AT" dirty="0" err="1"/>
              <a:t>the</a:t>
            </a:r>
            <a:r>
              <a:rPr lang="de-AT" dirty="0"/>
              <a:t> </a:t>
            </a:r>
            <a:r>
              <a:rPr lang="de-AT" dirty="0" err="1"/>
              <a:t>animation</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19</a:t>
            </a:fld>
            <a:endParaRPr lang="de-DE"/>
          </a:p>
        </p:txBody>
      </p:sp>
    </p:spTree>
    <p:extLst>
      <p:ext uri="{BB962C8B-B14F-4D97-AF65-F5344CB8AC3E}">
        <p14:creationId xmlns:p14="http://schemas.microsoft.com/office/powerpoint/2010/main" val="893561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21</a:t>
            </a:fld>
            <a:endParaRPr lang="de-DE"/>
          </a:p>
        </p:txBody>
      </p:sp>
    </p:spTree>
    <p:extLst>
      <p:ext uri="{BB962C8B-B14F-4D97-AF65-F5344CB8AC3E}">
        <p14:creationId xmlns:p14="http://schemas.microsoft.com/office/powerpoint/2010/main" val="2237297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22</a:t>
            </a:fld>
            <a:endParaRPr lang="de-DE"/>
          </a:p>
        </p:txBody>
      </p:sp>
    </p:spTree>
    <p:extLst>
      <p:ext uri="{BB962C8B-B14F-4D97-AF65-F5344CB8AC3E}">
        <p14:creationId xmlns:p14="http://schemas.microsoft.com/office/powerpoint/2010/main" val="3119720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23</a:t>
            </a:fld>
            <a:endParaRPr lang="de-DE"/>
          </a:p>
        </p:txBody>
      </p:sp>
    </p:spTree>
    <p:extLst>
      <p:ext uri="{BB962C8B-B14F-4D97-AF65-F5344CB8AC3E}">
        <p14:creationId xmlns:p14="http://schemas.microsoft.com/office/powerpoint/2010/main" val="4173632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sz="1200" b="0" dirty="0">
                <a:solidFill>
                  <a:srgbClr val="7030A0"/>
                </a:solidFill>
              </a:rPr>
              <a:t>Solution: c, f</a:t>
            </a:r>
          </a:p>
          <a:p>
            <a:r>
              <a:rPr lang="de-AT" sz="1200" b="0" dirty="0">
                <a:solidFill>
                  <a:srgbClr val="7030A0"/>
                </a:solidFill>
              </a:rPr>
              <a:t>Needs </a:t>
            </a:r>
            <a:r>
              <a:rPr lang="de-AT" sz="1200" b="0" dirty="0" err="1">
                <a:solidFill>
                  <a:srgbClr val="7030A0"/>
                </a:solidFill>
              </a:rPr>
              <a:t>to</a:t>
            </a:r>
            <a:r>
              <a:rPr lang="de-AT" sz="1200" b="0" dirty="0">
                <a:solidFill>
                  <a:srgbClr val="7030A0"/>
                </a:solidFill>
              </a:rPr>
              <a:t> </a:t>
            </a:r>
            <a:r>
              <a:rPr lang="de-AT" sz="1200" b="0" dirty="0" err="1">
                <a:solidFill>
                  <a:srgbClr val="7030A0"/>
                </a:solidFill>
              </a:rPr>
              <a:t>be</a:t>
            </a:r>
            <a:r>
              <a:rPr lang="de-AT" sz="1200" b="0" dirty="0">
                <a:solidFill>
                  <a:srgbClr val="7030A0"/>
                </a:solidFill>
              </a:rPr>
              <a:t> </a:t>
            </a:r>
            <a:r>
              <a:rPr lang="de-AT" sz="1200" b="0" dirty="0" err="1">
                <a:solidFill>
                  <a:srgbClr val="7030A0"/>
                </a:solidFill>
              </a:rPr>
              <a:t>repeated</a:t>
            </a:r>
            <a:r>
              <a:rPr lang="de-AT" sz="1200" b="0" dirty="0">
                <a:solidFill>
                  <a:srgbClr val="7030A0"/>
                </a:solidFill>
              </a:rPr>
              <a:t> </a:t>
            </a:r>
            <a:r>
              <a:rPr lang="de-AT" sz="1200" b="0" dirty="0" err="1">
                <a:solidFill>
                  <a:srgbClr val="7030A0"/>
                </a:solidFill>
              </a:rPr>
              <a:t>until</a:t>
            </a:r>
            <a:r>
              <a:rPr lang="de-AT" sz="1200" b="0" dirty="0">
                <a:solidFill>
                  <a:srgbClr val="7030A0"/>
                </a:solidFill>
              </a:rPr>
              <a:t> </a:t>
            </a:r>
            <a:r>
              <a:rPr lang="de-AT" sz="1200" b="0" dirty="0" err="1">
                <a:solidFill>
                  <a:srgbClr val="7030A0"/>
                </a:solidFill>
              </a:rPr>
              <a:t>solved</a:t>
            </a:r>
            <a:r>
              <a:rPr lang="de-AT" sz="1200" b="0" dirty="0">
                <a:solidFill>
                  <a:srgbClr val="7030A0"/>
                </a:solidFill>
              </a:rPr>
              <a:t> </a:t>
            </a:r>
            <a:r>
              <a:rPr lang="de-AT" sz="1200" b="0" dirty="0" err="1">
                <a:solidFill>
                  <a:srgbClr val="7030A0"/>
                </a:solidFill>
              </a:rPr>
              <a:t>correctly</a:t>
            </a:r>
            <a:r>
              <a:rPr lang="de-AT" sz="1200" b="0" dirty="0">
                <a:solidFill>
                  <a:srgbClr val="7030A0"/>
                </a:solidFill>
              </a:rPr>
              <a:t> </a:t>
            </a:r>
          </a:p>
          <a:p>
            <a:endParaRPr lang="de-AT" sz="1200" b="0" dirty="0">
              <a:solidFill>
                <a:srgbClr val="7030A0"/>
              </a:solidFill>
            </a:endParaRPr>
          </a:p>
          <a:p>
            <a:r>
              <a:rPr lang="de-AT" sz="1200" b="0" dirty="0">
                <a:solidFill>
                  <a:srgbClr val="7030A0"/>
                </a:solidFill>
              </a:rPr>
              <a:t>The back </a:t>
            </a:r>
            <a:r>
              <a:rPr lang="de-AT" sz="1200" b="0" dirty="0" err="1">
                <a:solidFill>
                  <a:srgbClr val="7030A0"/>
                </a:solidFill>
              </a:rPr>
              <a:t>to</a:t>
            </a:r>
            <a:r>
              <a:rPr lang="de-AT" sz="1200" b="0" dirty="0">
                <a:solidFill>
                  <a:srgbClr val="7030A0"/>
                </a:solidFill>
              </a:rPr>
              <a:t> </a:t>
            </a:r>
            <a:r>
              <a:rPr lang="de-AT" sz="1200" b="0" dirty="0" err="1">
                <a:solidFill>
                  <a:srgbClr val="7030A0"/>
                </a:solidFill>
              </a:rPr>
              <a:t>instructions</a:t>
            </a:r>
            <a:r>
              <a:rPr lang="de-AT" sz="1200" b="0" dirty="0">
                <a:solidFill>
                  <a:srgbClr val="7030A0"/>
                </a:solidFill>
              </a:rPr>
              <a:t> </a:t>
            </a:r>
            <a:r>
              <a:rPr lang="de-AT" sz="1200" b="0" dirty="0" err="1">
                <a:solidFill>
                  <a:srgbClr val="7030A0"/>
                </a:solidFill>
              </a:rPr>
              <a:t>button</a:t>
            </a:r>
            <a:r>
              <a:rPr lang="de-AT" sz="1200" b="0" dirty="0">
                <a:solidFill>
                  <a:srgbClr val="7030A0"/>
                </a:solidFill>
              </a:rPr>
              <a:t> </a:t>
            </a:r>
            <a:r>
              <a:rPr lang="de-AT" sz="1200" b="0" dirty="0" err="1">
                <a:solidFill>
                  <a:srgbClr val="7030A0"/>
                </a:solidFill>
              </a:rPr>
              <a:t>is</a:t>
            </a:r>
            <a:r>
              <a:rPr lang="de-AT" sz="1200" b="0" dirty="0">
                <a:solidFill>
                  <a:srgbClr val="7030A0"/>
                </a:solidFill>
              </a:rPr>
              <a:t> not </a:t>
            </a:r>
            <a:r>
              <a:rPr lang="de-AT" sz="1200" b="0" dirty="0" err="1">
                <a:solidFill>
                  <a:srgbClr val="7030A0"/>
                </a:solidFill>
              </a:rPr>
              <a:t>necessary</a:t>
            </a:r>
            <a:r>
              <a:rPr lang="de-AT" sz="1200" b="0" dirty="0">
                <a:solidFill>
                  <a:srgbClr val="7030A0"/>
                </a:solidFill>
              </a:rPr>
              <a:t> and </a:t>
            </a:r>
            <a:r>
              <a:rPr lang="de-AT" sz="1200" b="0" dirty="0" err="1">
                <a:solidFill>
                  <a:srgbClr val="7030A0"/>
                </a:solidFill>
              </a:rPr>
              <a:t>leads</a:t>
            </a:r>
            <a:r>
              <a:rPr lang="de-AT" sz="1200" b="0" dirty="0">
                <a:solidFill>
                  <a:srgbClr val="7030A0"/>
                </a:solidFill>
              </a:rPr>
              <a:t> </a:t>
            </a:r>
            <a:r>
              <a:rPr lang="de-AT" sz="1200" b="0" dirty="0" err="1">
                <a:solidFill>
                  <a:srgbClr val="7030A0"/>
                </a:solidFill>
              </a:rPr>
              <a:t>to</a:t>
            </a:r>
            <a:r>
              <a:rPr lang="de-AT" sz="1200" b="0" dirty="0">
                <a:solidFill>
                  <a:srgbClr val="7030A0"/>
                </a:solidFill>
              </a:rPr>
              <a:t> a </a:t>
            </a:r>
            <a:r>
              <a:rPr lang="de-AT" sz="1200" b="0" dirty="0" err="1">
                <a:solidFill>
                  <a:srgbClr val="7030A0"/>
                </a:solidFill>
              </a:rPr>
              <a:t>lot</a:t>
            </a:r>
            <a:r>
              <a:rPr lang="de-AT" sz="1200" b="0" dirty="0">
                <a:solidFill>
                  <a:srgbClr val="7030A0"/>
                </a:solidFill>
              </a:rPr>
              <a:t> </a:t>
            </a:r>
            <a:r>
              <a:rPr lang="de-AT" sz="1200" b="0" dirty="0" err="1">
                <a:solidFill>
                  <a:srgbClr val="7030A0"/>
                </a:solidFill>
              </a:rPr>
              <a:t>more</a:t>
            </a:r>
            <a:r>
              <a:rPr lang="de-AT" sz="1200" b="0" dirty="0">
                <a:solidFill>
                  <a:srgbClr val="7030A0"/>
                </a:solidFill>
              </a:rPr>
              <a:t> </a:t>
            </a:r>
            <a:r>
              <a:rPr lang="de-AT" sz="1200" b="0" dirty="0" err="1">
                <a:solidFill>
                  <a:srgbClr val="7030A0"/>
                </a:solidFill>
              </a:rPr>
              <a:t>loops</a:t>
            </a:r>
            <a:r>
              <a:rPr lang="de-AT" sz="1200" b="0" dirty="0">
                <a:solidFill>
                  <a:srgbClr val="7030A0"/>
                </a:solidFill>
              </a:rPr>
              <a:t> </a:t>
            </a:r>
            <a:r>
              <a:rPr lang="de-AT" sz="1200" b="0" dirty="0" err="1">
                <a:solidFill>
                  <a:srgbClr val="7030A0"/>
                </a:solidFill>
              </a:rPr>
              <a:t>when</a:t>
            </a:r>
            <a:r>
              <a:rPr lang="de-AT" sz="1200" b="0" dirty="0">
                <a:solidFill>
                  <a:srgbClr val="7030A0"/>
                </a:solidFill>
              </a:rPr>
              <a:t> </a:t>
            </a:r>
            <a:r>
              <a:rPr lang="de-AT" sz="1200" b="0" dirty="0" err="1">
                <a:solidFill>
                  <a:srgbClr val="7030A0"/>
                </a:solidFill>
              </a:rPr>
              <a:t>programming</a:t>
            </a:r>
            <a:r>
              <a:rPr lang="de-AT" sz="1200" b="0" dirty="0">
                <a:solidFill>
                  <a:srgbClr val="7030A0"/>
                </a:solidFill>
              </a:rPr>
              <a:t> – so </a:t>
            </a:r>
            <a:r>
              <a:rPr lang="de-AT" sz="1200" b="0" dirty="0" err="1">
                <a:solidFill>
                  <a:srgbClr val="7030A0"/>
                </a:solidFill>
              </a:rPr>
              <a:t>probably</a:t>
            </a:r>
            <a:r>
              <a:rPr lang="de-AT" sz="1200" b="0" dirty="0">
                <a:solidFill>
                  <a:srgbClr val="7030A0"/>
                </a:solidFill>
              </a:rPr>
              <a:t> just </a:t>
            </a:r>
            <a:r>
              <a:rPr lang="de-AT" sz="1200" b="0" dirty="0" err="1">
                <a:solidFill>
                  <a:srgbClr val="7030A0"/>
                </a:solidFill>
              </a:rPr>
              <a:t>drop</a:t>
            </a:r>
            <a:r>
              <a:rPr lang="de-AT" sz="1200" b="0" dirty="0">
                <a:solidFill>
                  <a:srgbClr val="7030A0"/>
                </a:solidFill>
              </a:rPr>
              <a:t> </a:t>
            </a:r>
            <a:r>
              <a:rPr lang="de-AT" sz="1200" b="0" dirty="0" err="1">
                <a:solidFill>
                  <a:srgbClr val="7030A0"/>
                </a:solidFill>
              </a:rPr>
              <a:t>that</a:t>
            </a:r>
            <a:r>
              <a:rPr lang="de-AT" sz="1200" b="0" dirty="0">
                <a:solidFill>
                  <a:srgbClr val="7030A0"/>
                </a:solidFill>
              </a:rPr>
              <a:t> </a:t>
            </a:r>
            <a:r>
              <a:rPr lang="de-AT" sz="1200" b="0" dirty="0" err="1">
                <a:solidFill>
                  <a:srgbClr val="7030A0"/>
                </a:solidFill>
              </a:rPr>
              <a:t>option</a:t>
            </a:r>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24</a:t>
            </a:fld>
            <a:endParaRPr lang="de-DE"/>
          </a:p>
        </p:txBody>
      </p:sp>
    </p:spTree>
    <p:extLst>
      <p:ext uri="{BB962C8B-B14F-4D97-AF65-F5344CB8AC3E}">
        <p14:creationId xmlns:p14="http://schemas.microsoft.com/office/powerpoint/2010/main" val="916657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After </a:t>
            </a:r>
            <a:r>
              <a:rPr lang="de-DE" dirty="0" err="1"/>
              <a:t>comprehension</a:t>
            </a:r>
            <a:r>
              <a:rPr lang="de-DE" dirty="0"/>
              <a:t> </a:t>
            </a:r>
            <a:r>
              <a:rPr lang="de-DE" dirty="0" err="1"/>
              <a:t>checks</a:t>
            </a:r>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25</a:t>
            </a:fld>
            <a:endParaRPr lang="de-DE"/>
          </a:p>
        </p:txBody>
      </p:sp>
    </p:spTree>
    <p:extLst>
      <p:ext uri="{BB962C8B-B14F-4D97-AF65-F5344CB8AC3E}">
        <p14:creationId xmlns:p14="http://schemas.microsoft.com/office/powerpoint/2010/main" val="270086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26</a:t>
            </a:fld>
            <a:endParaRPr lang="de-DE"/>
          </a:p>
        </p:txBody>
      </p:sp>
    </p:spTree>
    <p:extLst>
      <p:ext uri="{BB962C8B-B14F-4D97-AF65-F5344CB8AC3E}">
        <p14:creationId xmlns:p14="http://schemas.microsoft.com/office/powerpoint/2010/main" val="3132715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i="0" dirty="0">
                <a:effectLst/>
              </a:rPr>
              <a:t>This screen shows up if participants press the spacebar too fast or slow</a:t>
            </a:r>
          </a:p>
          <a:p>
            <a:endParaRPr lang="en-US" i="0" dirty="0">
              <a:effectLst/>
            </a:endParaRPr>
          </a:p>
          <a:p>
            <a:r>
              <a:rPr lang="en-US" sz="1000" i="1" dirty="0">
                <a:effectLst/>
              </a:rPr>
              <a:t>// slow execution/imagery or very fast</a:t>
            </a:r>
          </a:p>
          <a:p>
            <a:r>
              <a:rPr lang="en-US" sz="1000" i="1" dirty="0">
                <a:effectLst/>
              </a:rPr>
              <a:t>if (</a:t>
            </a:r>
          </a:p>
          <a:p>
            <a:r>
              <a:rPr lang="en-US" sz="1000" i="1" dirty="0">
                <a:effectLst/>
              </a:rPr>
              <a:t>((</a:t>
            </a:r>
            <a:r>
              <a:rPr lang="en-US" sz="1000" i="1" dirty="0" err="1">
                <a:effectLst/>
              </a:rPr>
              <a:t>vars.total_movement_time_pr</a:t>
            </a:r>
            <a:r>
              <a:rPr lang="en-US" sz="1000" i="1" dirty="0">
                <a:effectLst/>
              </a:rPr>
              <a:t> / 10) &gt; 3500) ||</a:t>
            </a:r>
          </a:p>
          <a:p>
            <a:r>
              <a:rPr lang="en-US" sz="1000" i="1" dirty="0">
                <a:effectLst/>
              </a:rPr>
              <a:t>(</a:t>
            </a:r>
            <a:r>
              <a:rPr lang="en-US" sz="1000" i="1" dirty="0" err="1">
                <a:effectLst/>
              </a:rPr>
              <a:t>vars.total_movement_time_pr</a:t>
            </a:r>
            <a:r>
              <a:rPr lang="en-US" sz="1000" i="1" dirty="0">
                <a:effectLst/>
              </a:rPr>
              <a:t> &lt; 2700)</a:t>
            </a:r>
          </a:p>
          <a:p>
            <a:r>
              <a:rPr lang="en-US" sz="1000" i="1" dirty="0">
                <a:effectLst/>
              </a:rPr>
              <a:t>){</a:t>
            </a:r>
          </a:p>
          <a:p>
            <a:r>
              <a:rPr lang="en-US" sz="1000" i="1" dirty="0" err="1">
                <a:effectLst/>
              </a:rPr>
              <a:t>vars.run_VRFT_practice_reminder</a:t>
            </a:r>
            <a:r>
              <a:rPr lang="en-US" sz="1000" i="1" dirty="0">
                <a:effectLst/>
              </a:rPr>
              <a:t> = "yes"</a:t>
            </a:r>
          </a:p>
          <a:p>
            <a:r>
              <a:rPr lang="en-US" sz="1000" i="1" dirty="0">
                <a:effectLst/>
              </a:rPr>
              <a:t>} else {</a:t>
            </a:r>
          </a:p>
          <a:p>
            <a:r>
              <a:rPr lang="en-US" sz="1000" i="1" dirty="0" err="1">
                <a:effectLst/>
              </a:rPr>
              <a:t>vars.run_VRFT_practice_reminder</a:t>
            </a:r>
            <a:r>
              <a:rPr lang="en-US" sz="1000" i="1" dirty="0">
                <a:effectLst/>
              </a:rPr>
              <a:t> = "no"</a:t>
            </a:r>
          </a:p>
          <a:p>
            <a:r>
              <a:rPr lang="en-US" sz="1000" i="1" dirty="0">
                <a:effectLst/>
              </a:rPr>
              <a:t>}</a:t>
            </a:r>
          </a:p>
          <a:p>
            <a:endParaRPr lang="en-US" dirty="0">
              <a:effectLst/>
            </a:endParaRPr>
          </a:p>
          <a:p>
            <a:pPr marL="171450" indent="-171450">
              <a:buFont typeface="Wingdings" panose="05000000000000000000" pitchFamily="2" charset="2"/>
              <a:buChar char="à"/>
            </a:pPr>
            <a:r>
              <a:rPr lang="en-US" dirty="0">
                <a:effectLst/>
                <a:sym typeface="Wingdings" panose="05000000000000000000" pitchFamily="2" charset="2"/>
              </a:rPr>
              <a:t>Total movement time from first to last keypress should be &gt;= 2.7s</a:t>
            </a:r>
          </a:p>
          <a:p>
            <a:pPr marL="171450" indent="-171450">
              <a:buFont typeface="Wingdings" panose="05000000000000000000" pitchFamily="2" charset="2"/>
              <a:buChar char="à"/>
            </a:pPr>
            <a:r>
              <a:rPr lang="en-US" dirty="0">
                <a:effectLst/>
                <a:sym typeface="Wingdings" panose="05000000000000000000" pitchFamily="2" charset="2"/>
              </a:rPr>
              <a:t>Single movement from one circle to another should not be larger than 3.5s (which actually seems a lot, even for the most difficult trial; might thing of a lower threshold)</a:t>
            </a:r>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27</a:t>
            </a:fld>
            <a:endParaRPr lang="de-DE"/>
          </a:p>
        </p:txBody>
      </p:sp>
    </p:spTree>
    <p:extLst>
      <p:ext uri="{BB962C8B-B14F-4D97-AF65-F5344CB8AC3E}">
        <p14:creationId xmlns:p14="http://schemas.microsoft.com/office/powerpoint/2010/main" val="656749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At </a:t>
            </a:r>
            <a:r>
              <a:rPr lang="de-AT" dirty="0" err="1"/>
              <a:t>the</a:t>
            </a:r>
            <a:r>
              <a:rPr lang="de-AT" dirty="0"/>
              <a:t> </a:t>
            </a:r>
            <a:r>
              <a:rPr lang="de-AT" dirty="0" err="1"/>
              <a:t>beginning</a:t>
            </a:r>
            <a:r>
              <a:rPr lang="de-AT" dirty="0"/>
              <a:t> </a:t>
            </a:r>
            <a:r>
              <a:rPr lang="de-AT" dirty="0" err="1"/>
              <a:t>of</a:t>
            </a:r>
            <a:r>
              <a:rPr lang="de-AT" dirty="0"/>
              <a:t> </a:t>
            </a:r>
            <a:r>
              <a:rPr lang="de-AT" dirty="0" err="1"/>
              <a:t>the</a:t>
            </a:r>
            <a:r>
              <a:rPr lang="de-AT" dirty="0"/>
              <a:t> </a:t>
            </a:r>
            <a:r>
              <a:rPr lang="de-AT" dirty="0" err="1"/>
              <a:t>testblock</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28</a:t>
            </a:fld>
            <a:endParaRPr lang="de-DE"/>
          </a:p>
        </p:txBody>
      </p:sp>
    </p:spTree>
    <p:extLst>
      <p:ext uri="{BB962C8B-B14F-4D97-AF65-F5344CB8AC3E}">
        <p14:creationId xmlns:p14="http://schemas.microsoft.com/office/powerpoint/2010/main" val="2196813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Place </a:t>
            </a:r>
            <a:r>
              <a:rPr lang="de-AT" dirty="0" err="1"/>
              <a:t>this</a:t>
            </a:r>
            <a:r>
              <a:rPr lang="de-AT" dirty="0"/>
              <a:t> </a:t>
            </a:r>
            <a:r>
              <a:rPr lang="de-AT" dirty="0" err="1"/>
              <a:t>start</a:t>
            </a:r>
            <a:r>
              <a:rPr lang="de-AT" dirty="0"/>
              <a:t> </a:t>
            </a:r>
            <a:r>
              <a:rPr lang="de-AT" dirty="0" err="1"/>
              <a:t>button</a:t>
            </a:r>
            <a:r>
              <a:rPr lang="de-AT" dirty="0"/>
              <a:t> at </a:t>
            </a:r>
            <a:r>
              <a:rPr lang="de-AT" dirty="0" err="1"/>
              <a:t>the</a:t>
            </a:r>
            <a:r>
              <a:rPr lang="de-AT" dirty="0"/>
              <a:t> same </a:t>
            </a:r>
            <a:r>
              <a:rPr lang="de-AT" dirty="0" err="1"/>
              <a:t>location</a:t>
            </a:r>
            <a:r>
              <a:rPr lang="de-AT" dirty="0"/>
              <a:t> </a:t>
            </a:r>
            <a:r>
              <a:rPr lang="de-AT" dirty="0" err="1"/>
              <a:t>as</a:t>
            </a:r>
            <a:r>
              <a:rPr lang="de-AT" dirty="0"/>
              <a:t> </a:t>
            </a:r>
            <a:r>
              <a:rPr lang="de-AT" dirty="0" err="1"/>
              <a:t>the</a:t>
            </a:r>
            <a:r>
              <a:rPr lang="de-AT" dirty="0"/>
              <a:t> </a:t>
            </a:r>
            <a:r>
              <a:rPr lang="de-AT" dirty="0" err="1"/>
              <a:t>red</a:t>
            </a:r>
            <a:r>
              <a:rPr lang="de-AT" dirty="0"/>
              <a:t> </a:t>
            </a:r>
            <a:r>
              <a:rPr lang="de-AT" dirty="0" err="1"/>
              <a:t>central</a:t>
            </a:r>
            <a:r>
              <a:rPr lang="de-AT" dirty="0"/>
              <a:t> </a:t>
            </a:r>
            <a:r>
              <a:rPr lang="de-AT" dirty="0" err="1"/>
              <a:t>circle</a:t>
            </a:r>
            <a:r>
              <a:rPr lang="de-AT" dirty="0"/>
              <a:t> (</a:t>
            </a:r>
            <a:r>
              <a:rPr lang="de-AT" dirty="0" err="1"/>
              <a:t>should</a:t>
            </a:r>
            <a:r>
              <a:rPr lang="de-AT" dirty="0"/>
              <a:t> </a:t>
            </a:r>
            <a:r>
              <a:rPr lang="de-AT" dirty="0" err="1"/>
              <a:t>have</a:t>
            </a:r>
            <a:r>
              <a:rPr lang="de-AT" dirty="0"/>
              <a:t> </a:t>
            </a:r>
            <a:r>
              <a:rPr lang="de-AT" dirty="0" err="1"/>
              <a:t>the</a:t>
            </a:r>
            <a:r>
              <a:rPr lang="de-AT" dirty="0"/>
              <a:t> same </a:t>
            </a:r>
            <a:r>
              <a:rPr lang="de-AT" dirty="0" err="1"/>
              <a:t>size</a:t>
            </a:r>
            <a:r>
              <a:rPr lang="de-AT" dirty="0"/>
              <a:t> </a:t>
            </a:r>
            <a:r>
              <a:rPr lang="de-AT" dirty="0" err="1"/>
              <a:t>as</a:t>
            </a:r>
            <a:r>
              <a:rPr lang="de-AT" dirty="0"/>
              <a:t> </a:t>
            </a:r>
            <a:r>
              <a:rPr lang="de-AT" dirty="0" err="1"/>
              <a:t>the</a:t>
            </a:r>
            <a:r>
              <a:rPr lang="de-AT" dirty="0"/>
              <a:t> </a:t>
            </a:r>
            <a:r>
              <a:rPr lang="de-AT" dirty="0" err="1"/>
              <a:t>red</a:t>
            </a:r>
            <a:r>
              <a:rPr lang="de-AT" dirty="0"/>
              <a:t> </a:t>
            </a:r>
            <a:r>
              <a:rPr lang="de-AT" dirty="0" err="1"/>
              <a:t>central</a:t>
            </a:r>
            <a:r>
              <a:rPr lang="de-AT" dirty="0"/>
              <a:t> </a:t>
            </a:r>
            <a:r>
              <a:rPr lang="de-AT" dirty="0" err="1"/>
              <a:t>circle</a:t>
            </a:r>
            <a:r>
              <a:rPr lang="de-AT" dirty="0"/>
              <a:t>); </a:t>
            </a:r>
            <a:r>
              <a:rPr lang="de-AT" dirty="0" err="1"/>
              <a:t>this</a:t>
            </a:r>
            <a:r>
              <a:rPr lang="de-AT" dirty="0"/>
              <a:t> </a:t>
            </a:r>
            <a:r>
              <a:rPr lang="de-AT" dirty="0" err="1"/>
              <a:t>way</a:t>
            </a:r>
            <a:r>
              <a:rPr lang="de-AT" dirty="0"/>
              <a:t> </a:t>
            </a:r>
            <a:r>
              <a:rPr lang="de-AT" dirty="0" err="1"/>
              <a:t>we</a:t>
            </a:r>
            <a:r>
              <a:rPr lang="de-AT" dirty="0"/>
              <a:t> </a:t>
            </a:r>
            <a:r>
              <a:rPr lang="de-AT" dirty="0" err="1"/>
              <a:t>can</a:t>
            </a:r>
            <a:r>
              <a:rPr lang="de-AT" dirty="0"/>
              <a:t> </a:t>
            </a:r>
            <a:r>
              <a:rPr lang="de-AT" dirty="0" err="1"/>
              <a:t>control</a:t>
            </a:r>
            <a:r>
              <a:rPr lang="de-AT" dirty="0"/>
              <a:t> </a:t>
            </a:r>
            <a:r>
              <a:rPr lang="de-AT" dirty="0" err="1"/>
              <a:t>the</a:t>
            </a:r>
            <a:r>
              <a:rPr lang="de-AT" dirty="0"/>
              <a:t> </a:t>
            </a:r>
            <a:r>
              <a:rPr lang="de-AT" dirty="0" err="1"/>
              <a:t>position</a:t>
            </a:r>
            <a:r>
              <a:rPr lang="de-AT" dirty="0"/>
              <a:t> </a:t>
            </a:r>
            <a:r>
              <a:rPr lang="de-AT" dirty="0" err="1"/>
              <a:t>of</a:t>
            </a:r>
            <a:r>
              <a:rPr lang="de-AT" dirty="0"/>
              <a:t> </a:t>
            </a:r>
            <a:r>
              <a:rPr lang="de-AT" dirty="0" err="1"/>
              <a:t>the</a:t>
            </a:r>
            <a:r>
              <a:rPr lang="de-AT" dirty="0"/>
              <a:t> </a:t>
            </a:r>
            <a:r>
              <a:rPr lang="de-AT" dirty="0" err="1"/>
              <a:t>participants</a:t>
            </a:r>
            <a:r>
              <a:rPr lang="de-AT" dirty="0"/>
              <a:t>‘ </a:t>
            </a:r>
            <a:r>
              <a:rPr lang="de-AT" dirty="0" err="1"/>
              <a:t>hand</a:t>
            </a:r>
            <a:r>
              <a:rPr lang="de-AT" dirty="0"/>
              <a:t> at </a:t>
            </a:r>
            <a:r>
              <a:rPr lang="de-AT" dirty="0" err="1"/>
              <a:t>the</a:t>
            </a:r>
            <a:r>
              <a:rPr lang="de-AT" dirty="0"/>
              <a:t> </a:t>
            </a:r>
            <a:r>
              <a:rPr lang="de-AT" dirty="0" err="1"/>
              <a:t>beginning</a:t>
            </a:r>
            <a:r>
              <a:rPr lang="de-AT" dirty="0"/>
              <a:t> </a:t>
            </a:r>
            <a:r>
              <a:rPr lang="de-AT" dirty="0" err="1"/>
              <a:t>of</a:t>
            </a:r>
            <a:r>
              <a:rPr lang="de-AT" dirty="0"/>
              <a:t> </a:t>
            </a:r>
            <a:r>
              <a:rPr lang="de-AT" dirty="0" err="1"/>
              <a:t>each</a:t>
            </a:r>
            <a:r>
              <a:rPr lang="de-AT" dirty="0"/>
              <a:t> </a:t>
            </a:r>
            <a:r>
              <a:rPr lang="de-AT" dirty="0" err="1"/>
              <a:t>trial</a:t>
            </a:r>
            <a:r>
              <a:rPr lang="de-AT" dirty="0"/>
              <a:t> </a:t>
            </a:r>
          </a:p>
        </p:txBody>
      </p:sp>
      <p:sp>
        <p:nvSpPr>
          <p:cNvPr id="4" name="Foliennummernplatzhalter 3"/>
          <p:cNvSpPr>
            <a:spLocks noGrp="1"/>
          </p:cNvSpPr>
          <p:nvPr>
            <p:ph type="sldNum" sz="quarter" idx="5"/>
          </p:nvPr>
        </p:nvSpPr>
        <p:spPr/>
        <p:txBody>
          <a:bodyPr/>
          <a:lstStyle/>
          <a:p>
            <a:fld id="{F79066CD-C6DF-462A-8423-C7EA22D10867}" type="slidenum">
              <a:rPr lang="de-DE" smtClean="0"/>
              <a:t>29</a:t>
            </a:fld>
            <a:endParaRPr lang="de-DE"/>
          </a:p>
        </p:txBody>
      </p:sp>
    </p:spTree>
    <p:extLst>
      <p:ext uri="{BB962C8B-B14F-4D97-AF65-F5344CB8AC3E}">
        <p14:creationId xmlns:p14="http://schemas.microsoft.com/office/powerpoint/2010/main" val="1096824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35</a:t>
            </a:fld>
            <a:endParaRPr lang="de-DE"/>
          </a:p>
        </p:txBody>
      </p:sp>
    </p:spTree>
    <p:extLst>
      <p:ext uri="{BB962C8B-B14F-4D97-AF65-F5344CB8AC3E}">
        <p14:creationId xmlns:p14="http://schemas.microsoft.com/office/powerpoint/2010/main" val="1759903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46</a:t>
            </a:fld>
            <a:endParaRPr lang="de-DE"/>
          </a:p>
        </p:txBody>
      </p:sp>
    </p:spTree>
    <p:extLst>
      <p:ext uri="{BB962C8B-B14F-4D97-AF65-F5344CB8AC3E}">
        <p14:creationId xmlns:p14="http://schemas.microsoft.com/office/powerpoint/2010/main" val="2273051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47</a:t>
            </a:fld>
            <a:endParaRPr lang="de-DE"/>
          </a:p>
        </p:txBody>
      </p:sp>
    </p:spTree>
    <p:extLst>
      <p:ext uri="{BB962C8B-B14F-4D97-AF65-F5344CB8AC3E}">
        <p14:creationId xmlns:p14="http://schemas.microsoft.com/office/powerpoint/2010/main" val="3241173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sz="1200" b="0" dirty="0">
                <a:solidFill>
                  <a:srgbClr val="7030A0"/>
                </a:solidFill>
              </a:rPr>
              <a:t>Solution: </a:t>
            </a:r>
            <a:r>
              <a:rPr lang="de-AT" sz="1200" b="0" dirty="0" err="1">
                <a:solidFill>
                  <a:srgbClr val="7030A0"/>
                </a:solidFill>
              </a:rPr>
              <a:t>a,b,e,f</a:t>
            </a:r>
            <a:endParaRPr lang="de-AT" sz="1200" b="0" dirty="0">
              <a:solidFill>
                <a:srgbClr val="7030A0"/>
              </a:solidFill>
            </a:endParaRPr>
          </a:p>
          <a:p>
            <a:r>
              <a:rPr lang="de-AT" sz="1200" b="0" dirty="0">
                <a:solidFill>
                  <a:srgbClr val="7030A0"/>
                </a:solidFill>
              </a:rPr>
              <a:t>Needs </a:t>
            </a:r>
            <a:r>
              <a:rPr lang="de-AT" sz="1200" b="0" dirty="0" err="1">
                <a:solidFill>
                  <a:srgbClr val="7030A0"/>
                </a:solidFill>
              </a:rPr>
              <a:t>to</a:t>
            </a:r>
            <a:r>
              <a:rPr lang="de-AT" sz="1200" b="0" dirty="0">
                <a:solidFill>
                  <a:srgbClr val="7030A0"/>
                </a:solidFill>
              </a:rPr>
              <a:t> </a:t>
            </a:r>
            <a:r>
              <a:rPr lang="de-AT" sz="1200" b="0" dirty="0" err="1">
                <a:solidFill>
                  <a:srgbClr val="7030A0"/>
                </a:solidFill>
              </a:rPr>
              <a:t>be</a:t>
            </a:r>
            <a:r>
              <a:rPr lang="de-AT" sz="1200" b="0" dirty="0">
                <a:solidFill>
                  <a:srgbClr val="7030A0"/>
                </a:solidFill>
              </a:rPr>
              <a:t> </a:t>
            </a:r>
            <a:r>
              <a:rPr lang="de-AT" sz="1200" b="0" dirty="0" err="1">
                <a:solidFill>
                  <a:srgbClr val="7030A0"/>
                </a:solidFill>
              </a:rPr>
              <a:t>repeated</a:t>
            </a:r>
            <a:r>
              <a:rPr lang="de-AT" sz="1200" b="0" dirty="0">
                <a:solidFill>
                  <a:srgbClr val="7030A0"/>
                </a:solidFill>
              </a:rPr>
              <a:t> </a:t>
            </a:r>
            <a:r>
              <a:rPr lang="de-AT" sz="1200" b="0" dirty="0" err="1">
                <a:solidFill>
                  <a:srgbClr val="7030A0"/>
                </a:solidFill>
              </a:rPr>
              <a:t>until</a:t>
            </a:r>
            <a:r>
              <a:rPr lang="de-AT" sz="1200" b="0" dirty="0">
                <a:solidFill>
                  <a:srgbClr val="7030A0"/>
                </a:solidFill>
              </a:rPr>
              <a:t> </a:t>
            </a:r>
            <a:r>
              <a:rPr lang="de-AT" sz="1200" b="0" dirty="0" err="1">
                <a:solidFill>
                  <a:srgbClr val="7030A0"/>
                </a:solidFill>
              </a:rPr>
              <a:t>solved</a:t>
            </a:r>
            <a:r>
              <a:rPr lang="de-AT" sz="1200" b="0" dirty="0">
                <a:solidFill>
                  <a:srgbClr val="7030A0"/>
                </a:solidFill>
              </a:rPr>
              <a:t> </a:t>
            </a:r>
            <a:r>
              <a:rPr lang="de-AT" sz="1200" b="0" dirty="0" err="1">
                <a:solidFill>
                  <a:srgbClr val="7030A0"/>
                </a:solidFill>
              </a:rPr>
              <a:t>correctly</a:t>
            </a:r>
            <a:r>
              <a:rPr lang="de-AT" sz="1200" b="0" dirty="0">
                <a:solidFill>
                  <a:srgbClr val="7030A0"/>
                </a:solidFill>
              </a:rPr>
              <a:t> </a:t>
            </a:r>
          </a:p>
          <a:p>
            <a:endParaRPr lang="de-AT" sz="1200" b="0" dirty="0">
              <a:solidFill>
                <a:srgbClr val="7030A0"/>
              </a:solidFill>
            </a:endParaRPr>
          </a:p>
          <a:p>
            <a:r>
              <a:rPr lang="de-AT" sz="1200" b="0" dirty="0">
                <a:solidFill>
                  <a:srgbClr val="7030A0"/>
                </a:solidFill>
              </a:rPr>
              <a:t>The back </a:t>
            </a:r>
            <a:r>
              <a:rPr lang="de-AT" sz="1200" b="0" dirty="0" err="1">
                <a:solidFill>
                  <a:srgbClr val="7030A0"/>
                </a:solidFill>
              </a:rPr>
              <a:t>to</a:t>
            </a:r>
            <a:r>
              <a:rPr lang="de-AT" sz="1200" b="0" dirty="0">
                <a:solidFill>
                  <a:srgbClr val="7030A0"/>
                </a:solidFill>
              </a:rPr>
              <a:t> </a:t>
            </a:r>
            <a:r>
              <a:rPr lang="de-AT" sz="1200" b="0" dirty="0" err="1">
                <a:solidFill>
                  <a:srgbClr val="7030A0"/>
                </a:solidFill>
              </a:rPr>
              <a:t>instructions</a:t>
            </a:r>
            <a:r>
              <a:rPr lang="de-AT" sz="1200" b="0" dirty="0">
                <a:solidFill>
                  <a:srgbClr val="7030A0"/>
                </a:solidFill>
              </a:rPr>
              <a:t> </a:t>
            </a:r>
            <a:r>
              <a:rPr lang="de-AT" sz="1200" b="0" dirty="0" err="1">
                <a:solidFill>
                  <a:srgbClr val="7030A0"/>
                </a:solidFill>
              </a:rPr>
              <a:t>button</a:t>
            </a:r>
            <a:r>
              <a:rPr lang="de-AT" sz="1200" b="0" dirty="0">
                <a:solidFill>
                  <a:srgbClr val="7030A0"/>
                </a:solidFill>
              </a:rPr>
              <a:t> </a:t>
            </a:r>
            <a:r>
              <a:rPr lang="de-AT" sz="1200" b="0" dirty="0" err="1">
                <a:solidFill>
                  <a:srgbClr val="7030A0"/>
                </a:solidFill>
              </a:rPr>
              <a:t>is</a:t>
            </a:r>
            <a:r>
              <a:rPr lang="de-AT" sz="1200" b="0" dirty="0">
                <a:solidFill>
                  <a:srgbClr val="7030A0"/>
                </a:solidFill>
              </a:rPr>
              <a:t> not </a:t>
            </a:r>
            <a:r>
              <a:rPr lang="de-AT" sz="1200" b="0" dirty="0" err="1">
                <a:solidFill>
                  <a:srgbClr val="7030A0"/>
                </a:solidFill>
              </a:rPr>
              <a:t>necessary</a:t>
            </a:r>
            <a:r>
              <a:rPr lang="de-AT" sz="1200" b="0" dirty="0">
                <a:solidFill>
                  <a:srgbClr val="7030A0"/>
                </a:solidFill>
              </a:rPr>
              <a:t> and </a:t>
            </a:r>
            <a:r>
              <a:rPr lang="de-AT" sz="1200" b="0" dirty="0" err="1">
                <a:solidFill>
                  <a:srgbClr val="7030A0"/>
                </a:solidFill>
              </a:rPr>
              <a:t>leads</a:t>
            </a:r>
            <a:r>
              <a:rPr lang="de-AT" sz="1200" b="0" dirty="0">
                <a:solidFill>
                  <a:srgbClr val="7030A0"/>
                </a:solidFill>
              </a:rPr>
              <a:t> </a:t>
            </a:r>
            <a:r>
              <a:rPr lang="de-AT" sz="1200" b="0" dirty="0" err="1">
                <a:solidFill>
                  <a:srgbClr val="7030A0"/>
                </a:solidFill>
              </a:rPr>
              <a:t>to</a:t>
            </a:r>
            <a:r>
              <a:rPr lang="de-AT" sz="1200" b="0" dirty="0">
                <a:solidFill>
                  <a:srgbClr val="7030A0"/>
                </a:solidFill>
              </a:rPr>
              <a:t> a </a:t>
            </a:r>
            <a:r>
              <a:rPr lang="de-AT" sz="1200" b="0" dirty="0" err="1">
                <a:solidFill>
                  <a:srgbClr val="7030A0"/>
                </a:solidFill>
              </a:rPr>
              <a:t>lot</a:t>
            </a:r>
            <a:r>
              <a:rPr lang="de-AT" sz="1200" b="0" dirty="0">
                <a:solidFill>
                  <a:srgbClr val="7030A0"/>
                </a:solidFill>
              </a:rPr>
              <a:t> </a:t>
            </a:r>
            <a:r>
              <a:rPr lang="de-AT" sz="1200" b="0" dirty="0" err="1">
                <a:solidFill>
                  <a:srgbClr val="7030A0"/>
                </a:solidFill>
              </a:rPr>
              <a:t>more</a:t>
            </a:r>
            <a:r>
              <a:rPr lang="de-AT" sz="1200" b="0" dirty="0">
                <a:solidFill>
                  <a:srgbClr val="7030A0"/>
                </a:solidFill>
              </a:rPr>
              <a:t> </a:t>
            </a:r>
            <a:r>
              <a:rPr lang="de-AT" sz="1200" b="0" dirty="0" err="1">
                <a:solidFill>
                  <a:srgbClr val="7030A0"/>
                </a:solidFill>
              </a:rPr>
              <a:t>loops</a:t>
            </a:r>
            <a:r>
              <a:rPr lang="de-AT" sz="1200" b="0" dirty="0">
                <a:solidFill>
                  <a:srgbClr val="7030A0"/>
                </a:solidFill>
              </a:rPr>
              <a:t> </a:t>
            </a:r>
            <a:r>
              <a:rPr lang="de-AT" sz="1200" b="0" dirty="0" err="1">
                <a:solidFill>
                  <a:srgbClr val="7030A0"/>
                </a:solidFill>
              </a:rPr>
              <a:t>when</a:t>
            </a:r>
            <a:r>
              <a:rPr lang="de-AT" sz="1200" b="0" dirty="0">
                <a:solidFill>
                  <a:srgbClr val="7030A0"/>
                </a:solidFill>
              </a:rPr>
              <a:t> </a:t>
            </a:r>
            <a:r>
              <a:rPr lang="de-AT" sz="1200" b="0" dirty="0" err="1">
                <a:solidFill>
                  <a:srgbClr val="7030A0"/>
                </a:solidFill>
              </a:rPr>
              <a:t>programming</a:t>
            </a:r>
            <a:r>
              <a:rPr lang="de-AT" sz="1200" b="0" dirty="0">
                <a:solidFill>
                  <a:srgbClr val="7030A0"/>
                </a:solidFill>
              </a:rPr>
              <a:t> – so </a:t>
            </a:r>
            <a:r>
              <a:rPr lang="de-AT" sz="1200" b="0" dirty="0" err="1">
                <a:solidFill>
                  <a:srgbClr val="7030A0"/>
                </a:solidFill>
              </a:rPr>
              <a:t>probably</a:t>
            </a:r>
            <a:r>
              <a:rPr lang="de-AT" sz="1200" b="0" dirty="0">
                <a:solidFill>
                  <a:srgbClr val="7030A0"/>
                </a:solidFill>
              </a:rPr>
              <a:t> just </a:t>
            </a:r>
            <a:r>
              <a:rPr lang="de-AT" sz="1200" b="0" dirty="0" err="1">
                <a:solidFill>
                  <a:srgbClr val="7030A0"/>
                </a:solidFill>
              </a:rPr>
              <a:t>drop</a:t>
            </a:r>
            <a:r>
              <a:rPr lang="de-AT" sz="1200" b="0" dirty="0">
                <a:solidFill>
                  <a:srgbClr val="7030A0"/>
                </a:solidFill>
              </a:rPr>
              <a:t> </a:t>
            </a:r>
            <a:r>
              <a:rPr lang="de-AT" sz="1200" b="0" dirty="0" err="1">
                <a:solidFill>
                  <a:srgbClr val="7030A0"/>
                </a:solidFill>
              </a:rPr>
              <a:t>that</a:t>
            </a:r>
            <a:r>
              <a:rPr lang="de-AT" sz="1200" b="0" dirty="0">
                <a:solidFill>
                  <a:srgbClr val="7030A0"/>
                </a:solidFill>
              </a:rPr>
              <a:t> </a:t>
            </a:r>
            <a:r>
              <a:rPr lang="de-AT" sz="1200" b="0" dirty="0" err="1">
                <a:solidFill>
                  <a:srgbClr val="7030A0"/>
                </a:solidFill>
              </a:rPr>
              <a:t>option</a:t>
            </a:r>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48</a:t>
            </a:fld>
            <a:endParaRPr lang="de-DE"/>
          </a:p>
        </p:txBody>
      </p:sp>
    </p:spTree>
    <p:extLst>
      <p:ext uri="{BB962C8B-B14F-4D97-AF65-F5344CB8AC3E}">
        <p14:creationId xmlns:p14="http://schemas.microsoft.com/office/powerpoint/2010/main" val="2151789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AT" sz="1200" dirty="0">
                <a:solidFill>
                  <a:srgbClr val="7030A0"/>
                </a:solidFill>
              </a:rPr>
              <a:t>Variante Touch AE</a:t>
            </a:r>
          </a:p>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49</a:t>
            </a:fld>
            <a:endParaRPr lang="de-DE"/>
          </a:p>
        </p:txBody>
      </p:sp>
    </p:spTree>
    <p:extLst>
      <p:ext uri="{BB962C8B-B14F-4D97-AF65-F5344CB8AC3E}">
        <p14:creationId xmlns:p14="http://schemas.microsoft.com/office/powerpoint/2010/main" val="2599955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Only</a:t>
            </a:r>
            <a:r>
              <a:rPr lang="de-AT" dirty="0"/>
              <a:t> </a:t>
            </a:r>
            <a:r>
              <a:rPr lang="de-AT" dirty="0" err="1"/>
              <a:t>shown</a:t>
            </a:r>
            <a:r>
              <a:rPr lang="de-AT" dirty="0"/>
              <a:t> in </a:t>
            </a:r>
            <a:r>
              <a:rPr lang="de-AT" dirty="0" err="1"/>
              <a:t>the</a:t>
            </a:r>
            <a:r>
              <a:rPr lang="de-AT" dirty="0"/>
              <a:t> </a:t>
            </a:r>
            <a:r>
              <a:rPr lang="de-AT" dirty="0" err="1"/>
              <a:t>imagery</a:t>
            </a:r>
            <a:r>
              <a:rPr lang="de-AT" dirty="0"/>
              <a:t> </a:t>
            </a:r>
            <a:r>
              <a:rPr lang="de-AT" dirty="0" err="1"/>
              <a:t>condition</a:t>
            </a:r>
            <a:r>
              <a:rPr lang="de-AT" dirty="0"/>
              <a:t>; </a:t>
            </a:r>
          </a:p>
          <a:p>
            <a:r>
              <a:rPr lang="de-AT" dirty="0" err="1"/>
              <a:t>From</a:t>
            </a:r>
            <a:r>
              <a:rPr lang="de-AT" dirty="0"/>
              <a:t> </a:t>
            </a:r>
            <a:r>
              <a:rPr lang="de-AT" dirty="0" err="1"/>
              <a:t>now</a:t>
            </a:r>
            <a:r>
              <a:rPr lang="de-AT" dirty="0"/>
              <a:t> on, </a:t>
            </a:r>
            <a:r>
              <a:rPr lang="de-AT" dirty="0" err="1"/>
              <a:t>they</a:t>
            </a:r>
            <a:r>
              <a:rPr lang="de-AT" dirty="0"/>
              <a:t> do not tap </a:t>
            </a:r>
            <a:r>
              <a:rPr lang="de-AT" dirty="0" err="1"/>
              <a:t>anymore</a:t>
            </a:r>
            <a:r>
              <a:rPr lang="de-AT" dirty="0"/>
              <a:t> but </a:t>
            </a:r>
            <a:r>
              <a:rPr lang="de-AT" dirty="0" err="1"/>
              <a:t>use</a:t>
            </a:r>
            <a:r>
              <a:rPr lang="de-AT" dirty="0"/>
              <a:t> </a:t>
            </a:r>
            <a:r>
              <a:rPr lang="de-AT" dirty="0" err="1"/>
              <a:t>the</a:t>
            </a:r>
            <a:r>
              <a:rPr lang="de-AT" dirty="0"/>
              <a:t> </a:t>
            </a:r>
            <a:r>
              <a:rPr lang="de-AT" dirty="0" err="1"/>
              <a:t>index</a:t>
            </a:r>
            <a:r>
              <a:rPr lang="de-AT" dirty="0"/>
              <a:t> </a:t>
            </a:r>
            <a:r>
              <a:rPr lang="de-AT" dirty="0" err="1"/>
              <a:t>finger</a:t>
            </a:r>
            <a:r>
              <a:rPr lang="de-AT" dirty="0"/>
              <a:t> </a:t>
            </a:r>
            <a:r>
              <a:rPr lang="de-AT" dirty="0" err="1"/>
              <a:t>of</a:t>
            </a:r>
            <a:r>
              <a:rPr lang="de-AT" dirty="0"/>
              <a:t> </a:t>
            </a:r>
            <a:r>
              <a:rPr lang="de-AT" dirty="0" err="1"/>
              <a:t>their</a:t>
            </a:r>
            <a:r>
              <a:rPr lang="de-AT" dirty="0"/>
              <a:t> „spare“ </a:t>
            </a:r>
            <a:r>
              <a:rPr lang="de-AT" dirty="0" err="1"/>
              <a:t>hand</a:t>
            </a:r>
            <a:r>
              <a:rPr lang="de-AT" dirty="0"/>
              <a:t> </a:t>
            </a:r>
            <a:r>
              <a:rPr lang="de-AT" dirty="0" err="1"/>
              <a:t>to</a:t>
            </a:r>
            <a:r>
              <a:rPr lang="de-AT" dirty="0"/>
              <a:t> </a:t>
            </a:r>
            <a:r>
              <a:rPr lang="de-AT" dirty="0" err="1"/>
              <a:t>continue</a:t>
            </a:r>
            <a:r>
              <a:rPr lang="de-AT" dirty="0"/>
              <a:t> (</a:t>
            </a:r>
            <a:r>
              <a:rPr lang="de-AT" dirty="0" err="1"/>
              <a:t>for</a:t>
            </a:r>
            <a:r>
              <a:rPr lang="de-AT" dirty="0"/>
              <a:t> </a:t>
            </a:r>
            <a:r>
              <a:rPr lang="de-AT" dirty="0" err="1"/>
              <a:t>instructions</a:t>
            </a:r>
            <a:r>
              <a:rPr lang="de-AT" dirty="0"/>
              <a:t>, </a:t>
            </a:r>
            <a:r>
              <a:rPr lang="de-AT" dirty="0" err="1"/>
              <a:t>feedback</a:t>
            </a:r>
            <a:r>
              <a:rPr lang="de-AT" dirty="0"/>
              <a:t> etc.); like in </a:t>
            </a:r>
            <a:r>
              <a:rPr lang="de-AT" dirty="0" err="1"/>
              <a:t>the</a:t>
            </a:r>
            <a:r>
              <a:rPr lang="de-AT" dirty="0"/>
              <a:t> CRFT, </a:t>
            </a:r>
            <a:r>
              <a:rPr lang="de-AT" dirty="0" err="1"/>
              <a:t>they</a:t>
            </a:r>
            <a:r>
              <a:rPr lang="de-AT" dirty="0"/>
              <a:t> press </a:t>
            </a:r>
            <a:r>
              <a:rPr lang="de-AT" dirty="0" err="1"/>
              <a:t>space</a:t>
            </a:r>
            <a:r>
              <a:rPr lang="de-AT" dirty="0"/>
              <a:t> bar </a:t>
            </a:r>
            <a:r>
              <a:rPr lang="de-AT" dirty="0" err="1"/>
              <a:t>with</a:t>
            </a:r>
            <a:r>
              <a:rPr lang="de-AT" dirty="0"/>
              <a:t> </a:t>
            </a:r>
            <a:r>
              <a:rPr lang="de-AT" dirty="0" err="1"/>
              <a:t>the</a:t>
            </a:r>
            <a:r>
              <a:rPr lang="de-AT" dirty="0"/>
              <a:t> </a:t>
            </a:r>
            <a:r>
              <a:rPr lang="de-AT" dirty="0" err="1"/>
              <a:t>index</a:t>
            </a:r>
            <a:r>
              <a:rPr lang="de-AT" dirty="0"/>
              <a:t> </a:t>
            </a:r>
            <a:r>
              <a:rPr lang="de-AT" dirty="0" err="1"/>
              <a:t>finger</a:t>
            </a:r>
            <a:r>
              <a:rPr lang="de-AT" dirty="0"/>
              <a:t> </a:t>
            </a:r>
            <a:r>
              <a:rPr lang="de-AT" dirty="0" err="1"/>
              <a:t>of</a:t>
            </a:r>
            <a:r>
              <a:rPr lang="de-AT" dirty="0"/>
              <a:t> </a:t>
            </a:r>
            <a:r>
              <a:rPr lang="de-AT" dirty="0" err="1"/>
              <a:t>the</a:t>
            </a:r>
            <a:r>
              <a:rPr lang="de-AT" dirty="0"/>
              <a:t> spare </a:t>
            </a:r>
            <a:r>
              <a:rPr lang="de-AT" dirty="0" err="1"/>
              <a:t>hand</a:t>
            </a:r>
            <a:r>
              <a:rPr lang="de-AT" dirty="0"/>
              <a:t>. This </a:t>
            </a:r>
            <a:r>
              <a:rPr lang="de-AT" dirty="0" err="1"/>
              <a:t>avoids</a:t>
            </a:r>
            <a:r>
              <a:rPr lang="de-AT" dirty="0"/>
              <a:t> </a:t>
            </a:r>
            <a:r>
              <a:rPr lang="de-AT" dirty="0" err="1"/>
              <a:t>execution</a:t>
            </a:r>
            <a:r>
              <a:rPr lang="de-AT" dirty="0"/>
              <a:t> </a:t>
            </a:r>
            <a:r>
              <a:rPr lang="de-AT" dirty="0" err="1"/>
              <a:t>with</a:t>
            </a:r>
            <a:r>
              <a:rPr lang="de-AT" dirty="0"/>
              <a:t> </a:t>
            </a:r>
            <a:r>
              <a:rPr lang="de-AT" dirty="0" err="1"/>
              <a:t>the</a:t>
            </a:r>
            <a:r>
              <a:rPr lang="de-AT" dirty="0"/>
              <a:t> </a:t>
            </a:r>
            <a:r>
              <a:rPr lang="de-AT" dirty="0" err="1"/>
              <a:t>hand</a:t>
            </a:r>
            <a:r>
              <a:rPr lang="de-AT" dirty="0"/>
              <a:t> </a:t>
            </a:r>
            <a:r>
              <a:rPr lang="de-AT" dirty="0" err="1"/>
              <a:t>that</a:t>
            </a:r>
            <a:r>
              <a:rPr lang="de-AT" dirty="0"/>
              <a:t> </a:t>
            </a:r>
            <a:r>
              <a:rPr lang="de-AT" dirty="0" err="1"/>
              <a:t>they</a:t>
            </a:r>
            <a:r>
              <a:rPr lang="de-AT" dirty="0"/>
              <a:t> </a:t>
            </a:r>
            <a:r>
              <a:rPr lang="de-AT" dirty="0" err="1"/>
              <a:t>are</a:t>
            </a:r>
            <a:r>
              <a:rPr lang="de-AT" dirty="0"/>
              <a:t> </a:t>
            </a:r>
            <a:r>
              <a:rPr lang="de-AT" dirty="0" err="1"/>
              <a:t>supposed</a:t>
            </a:r>
            <a:r>
              <a:rPr lang="de-AT" dirty="0"/>
              <a:t> </a:t>
            </a:r>
            <a:r>
              <a:rPr lang="de-AT" dirty="0" err="1"/>
              <a:t>to</a:t>
            </a:r>
            <a:r>
              <a:rPr lang="de-AT" dirty="0"/>
              <a:t> </a:t>
            </a:r>
            <a:r>
              <a:rPr lang="de-AT" dirty="0" err="1"/>
              <a:t>imagine</a:t>
            </a:r>
            <a:r>
              <a:rPr lang="de-AT" dirty="0"/>
              <a:t> </a:t>
            </a:r>
            <a:r>
              <a:rPr lang="de-AT" dirty="0" err="1"/>
              <a:t>movements</a:t>
            </a:r>
            <a:r>
              <a:rPr lang="de-AT" dirty="0"/>
              <a:t> </a:t>
            </a:r>
            <a:r>
              <a:rPr lang="de-AT" dirty="0" err="1"/>
              <a:t>with</a:t>
            </a:r>
            <a:r>
              <a:rPr lang="de-AT" dirty="0"/>
              <a:t> </a:t>
            </a:r>
            <a:r>
              <a:rPr lang="de-AT" dirty="0" err="1"/>
              <a:t>directly</a:t>
            </a:r>
            <a:r>
              <a:rPr lang="de-AT" dirty="0"/>
              <a:t> </a:t>
            </a:r>
            <a:r>
              <a:rPr lang="de-AT" dirty="0" err="1"/>
              <a:t>before</a:t>
            </a:r>
            <a:r>
              <a:rPr lang="de-AT" dirty="0"/>
              <a:t> </a:t>
            </a:r>
            <a:r>
              <a:rPr lang="de-AT" dirty="0" err="1"/>
              <a:t>imagery</a:t>
            </a:r>
            <a:r>
              <a:rPr lang="de-AT" dirty="0"/>
              <a:t>.</a:t>
            </a:r>
          </a:p>
          <a:p>
            <a:endParaRPr lang="de-AT" dirty="0"/>
          </a:p>
          <a:p>
            <a:r>
              <a:rPr lang="de-AT" dirty="0"/>
              <a:t>After </a:t>
            </a:r>
            <a:r>
              <a:rPr lang="de-AT" dirty="0" err="1"/>
              <a:t>the</a:t>
            </a:r>
            <a:r>
              <a:rPr lang="de-AT" dirty="0"/>
              <a:t> </a:t>
            </a:r>
            <a:r>
              <a:rPr lang="de-AT" dirty="0" err="1"/>
              <a:t>testblock</a:t>
            </a:r>
            <a:r>
              <a:rPr lang="de-AT" dirty="0"/>
              <a:t> (just </a:t>
            </a:r>
            <a:r>
              <a:rPr lang="de-AT" dirty="0" err="1"/>
              <a:t>before</a:t>
            </a:r>
            <a:r>
              <a:rPr lang="de-AT" dirty="0"/>
              <a:t> </a:t>
            </a:r>
            <a:r>
              <a:rPr lang="de-AT" dirty="0" err="1"/>
              <a:t>seeing</a:t>
            </a:r>
            <a:r>
              <a:rPr lang="de-AT" dirty="0"/>
              <a:t> </a:t>
            </a:r>
            <a:r>
              <a:rPr lang="de-AT" dirty="0" err="1"/>
              <a:t>the</a:t>
            </a:r>
            <a:r>
              <a:rPr lang="de-AT" dirty="0"/>
              <a:t> </a:t>
            </a:r>
            <a:r>
              <a:rPr lang="de-AT" dirty="0" err="1"/>
              <a:t>single</a:t>
            </a:r>
            <a:r>
              <a:rPr lang="de-AT" dirty="0"/>
              <a:t> </a:t>
            </a:r>
            <a:r>
              <a:rPr lang="de-AT" dirty="0" err="1"/>
              <a:t>items</a:t>
            </a:r>
            <a:r>
              <a:rPr lang="de-AT" dirty="0"/>
              <a:t> on </a:t>
            </a:r>
            <a:r>
              <a:rPr lang="de-AT" dirty="0" err="1"/>
              <a:t>their</a:t>
            </a:r>
            <a:r>
              <a:rPr lang="de-AT" dirty="0"/>
              <a:t> </a:t>
            </a:r>
            <a:r>
              <a:rPr lang="de-AT" dirty="0" err="1"/>
              <a:t>imagery</a:t>
            </a:r>
            <a:r>
              <a:rPr lang="de-AT" dirty="0"/>
              <a:t>, </a:t>
            </a:r>
            <a:r>
              <a:rPr lang="de-AT" dirty="0" err="1"/>
              <a:t>participants</a:t>
            </a:r>
            <a:r>
              <a:rPr lang="de-AT" dirty="0"/>
              <a:t> </a:t>
            </a:r>
            <a:r>
              <a:rPr lang="de-AT" dirty="0" err="1"/>
              <a:t>see</a:t>
            </a:r>
            <a:r>
              <a:rPr lang="de-AT" dirty="0"/>
              <a:t> </a:t>
            </a:r>
            <a:r>
              <a:rPr lang="de-AT" dirty="0" err="1"/>
              <a:t>another</a:t>
            </a:r>
            <a:r>
              <a:rPr lang="de-AT" dirty="0"/>
              <a:t> screen </a:t>
            </a:r>
            <a:r>
              <a:rPr lang="de-AT" dirty="0" err="1"/>
              <a:t>telling</a:t>
            </a:r>
            <a:r>
              <a:rPr lang="de-AT" dirty="0"/>
              <a:t> </a:t>
            </a:r>
            <a:r>
              <a:rPr lang="de-AT" dirty="0" err="1"/>
              <a:t>them</a:t>
            </a:r>
            <a:r>
              <a:rPr lang="de-AT" dirty="0"/>
              <a:t> </a:t>
            </a:r>
            <a:r>
              <a:rPr lang="de-AT" dirty="0" err="1"/>
              <a:t>that</a:t>
            </a:r>
            <a:r>
              <a:rPr lang="de-AT" dirty="0"/>
              <a:t> </a:t>
            </a:r>
            <a:r>
              <a:rPr lang="de-AT" dirty="0" err="1"/>
              <a:t>they</a:t>
            </a:r>
            <a:r>
              <a:rPr lang="de-AT" dirty="0"/>
              <a:t> </a:t>
            </a:r>
            <a:r>
              <a:rPr lang="de-AT" dirty="0" err="1"/>
              <a:t>are</a:t>
            </a:r>
            <a:r>
              <a:rPr lang="de-AT" dirty="0"/>
              <a:t> </a:t>
            </a:r>
            <a:r>
              <a:rPr lang="de-AT" dirty="0" err="1"/>
              <a:t>alowed</a:t>
            </a:r>
            <a:r>
              <a:rPr lang="de-AT" dirty="0"/>
              <a:t> </a:t>
            </a:r>
            <a:r>
              <a:rPr lang="de-AT" dirty="0" err="1"/>
              <a:t>to</a:t>
            </a:r>
            <a:r>
              <a:rPr lang="de-AT" dirty="0"/>
              <a:t> </a:t>
            </a:r>
            <a:r>
              <a:rPr lang="de-AT" dirty="0" err="1"/>
              <a:t>use</a:t>
            </a:r>
            <a:r>
              <a:rPr lang="de-AT" dirty="0"/>
              <a:t> </a:t>
            </a:r>
            <a:r>
              <a:rPr lang="de-AT" dirty="0" err="1"/>
              <a:t>the</a:t>
            </a:r>
            <a:r>
              <a:rPr lang="de-AT" dirty="0"/>
              <a:t> </a:t>
            </a:r>
            <a:r>
              <a:rPr lang="de-AT" dirty="0" err="1"/>
              <a:t>stylus</a:t>
            </a:r>
            <a:r>
              <a:rPr lang="de-AT" dirty="0"/>
              <a:t> </a:t>
            </a:r>
            <a:r>
              <a:rPr lang="de-AT" dirty="0" err="1"/>
              <a:t>again</a:t>
            </a:r>
            <a:r>
              <a:rPr lang="de-AT" dirty="0"/>
              <a:t>)</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50</a:t>
            </a:fld>
            <a:endParaRPr lang="de-DE"/>
          </a:p>
        </p:txBody>
      </p:sp>
    </p:spTree>
    <p:extLst>
      <p:ext uri="{BB962C8B-B14F-4D97-AF65-F5344CB8AC3E}">
        <p14:creationId xmlns:p14="http://schemas.microsoft.com/office/powerpoint/2010/main" val="2777512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Shown</a:t>
            </a:r>
            <a:r>
              <a:rPr lang="de-AT" dirty="0"/>
              <a:t> </a:t>
            </a:r>
            <a:r>
              <a:rPr lang="de-AT" dirty="0" err="1"/>
              <a:t>if</a:t>
            </a:r>
            <a:r>
              <a:rPr lang="de-AT" dirty="0"/>
              <a:t> </a:t>
            </a:r>
            <a:r>
              <a:rPr lang="de-AT" dirty="0" err="1"/>
              <a:t>too</a:t>
            </a:r>
            <a:r>
              <a:rPr lang="de-AT" dirty="0"/>
              <a:t> slow/</a:t>
            </a:r>
            <a:r>
              <a:rPr lang="de-AT" dirty="0" err="1"/>
              <a:t>too</a:t>
            </a:r>
            <a:r>
              <a:rPr lang="de-AT" dirty="0"/>
              <a:t> fast</a:t>
            </a:r>
          </a:p>
        </p:txBody>
      </p:sp>
      <p:sp>
        <p:nvSpPr>
          <p:cNvPr id="4" name="Foliennummernplatzhalter 3"/>
          <p:cNvSpPr>
            <a:spLocks noGrp="1"/>
          </p:cNvSpPr>
          <p:nvPr>
            <p:ph type="sldNum" sz="quarter" idx="5"/>
          </p:nvPr>
        </p:nvSpPr>
        <p:spPr/>
        <p:txBody>
          <a:bodyPr/>
          <a:lstStyle/>
          <a:p>
            <a:fld id="{F79066CD-C6DF-462A-8423-C7EA22D10867}" type="slidenum">
              <a:rPr lang="de-DE" smtClean="0"/>
              <a:t>51</a:t>
            </a:fld>
            <a:endParaRPr lang="de-DE"/>
          </a:p>
        </p:txBody>
      </p:sp>
    </p:spTree>
    <p:extLst>
      <p:ext uri="{BB962C8B-B14F-4D97-AF65-F5344CB8AC3E}">
        <p14:creationId xmlns:p14="http://schemas.microsoft.com/office/powerpoint/2010/main" val="1549387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At </a:t>
            </a:r>
            <a:r>
              <a:rPr lang="de-AT" dirty="0" err="1"/>
              <a:t>the</a:t>
            </a:r>
            <a:r>
              <a:rPr lang="de-AT" dirty="0"/>
              <a:t> </a:t>
            </a:r>
            <a:r>
              <a:rPr lang="de-AT" dirty="0" err="1"/>
              <a:t>beginning</a:t>
            </a:r>
            <a:r>
              <a:rPr lang="de-AT" dirty="0"/>
              <a:t> </a:t>
            </a:r>
            <a:r>
              <a:rPr lang="de-AT" dirty="0" err="1"/>
              <a:t>of</a:t>
            </a:r>
            <a:r>
              <a:rPr lang="de-AT" dirty="0"/>
              <a:t> </a:t>
            </a:r>
            <a:r>
              <a:rPr lang="de-AT" dirty="0" err="1"/>
              <a:t>the</a:t>
            </a:r>
            <a:r>
              <a:rPr lang="de-AT" dirty="0"/>
              <a:t> </a:t>
            </a:r>
            <a:r>
              <a:rPr lang="de-AT" dirty="0" err="1"/>
              <a:t>testblock</a:t>
            </a:r>
            <a:endParaRPr lang="de-AT" dirty="0"/>
          </a:p>
          <a:p>
            <a:r>
              <a:rPr lang="de-AT" dirty="0" err="1"/>
              <a:t>differs</a:t>
            </a:r>
            <a:r>
              <a:rPr lang="de-AT" dirty="0"/>
              <a:t> </a:t>
            </a:r>
            <a:r>
              <a:rPr lang="de-AT" dirty="0" err="1"/>
              <a:t>from</a:t>
            </a:r>
            <a:r>
              <a:rPr lang="de-AT" dirty="0"/>
              <a:t> </a:t>
            </a:r>
            <a:r>
              <a:rPr lang="de-AT" dirty="0" err="1"/>
              <a:t>slide</a:t>
            </a:r>
            <a:r>
              <a:rPr lang="de-AT" dirty="0"/>
              <a:t> 27 </a:t>
            </a:r>
            <a:r>
              <a:rPr lang="de-AT" dirty="0" err="1"/>
              <a:t>only</a:t>
            </a:r>
            <a:r>
              <a:rPr lang="de-AT" dirty="0"/>
              <a:t> in </a:t>
            </a:r>
            <a:r>
              <a:rPr lang="de-AT" dirty="0" err="1"/>
              <a:t>that</a:t>
            </a:r>
            <a:r>
              <a:rPr lang="de-AT" dirty="0"/>
              <a:t> </a:t>
            </a:r>
            <a:r>
              <a:rPr lang="de-AT" dirty="0" err="1"/>
              <a:t>participants</a:t>
            </a:r>
            <a:r>
              <a:rPr lang="de-AT" dirty="0"/>
              <a:t> </a:t>
            </a:r>
            <a:r>
              <a:rPr lang="de-AT" dirty="0" err="1"/>
              <a:t>see</a:t>
            </a:r>
            <a:r>
              <a:rPr lang="de-AT" dirty="0"/>
              <a:t> </a:t>
            </a:r>
            <a:r>
              <a:rPr lang="de-AT" dirty="0" err="1"/>
              <a:t>the</a:t>
            </a:r>
            <a:r>
              <a:rPr lang="de-AT" dirty="0"/>
              <a:t> </a:t>
            </a:r>
            <a:r>
              <a:rPr lang="de-AT" dirty="0" err="1"/>
              <a:t>pictogramm</a:t>
            </a:r>
            <a:r>
              <a:rPr lang="de-AT" dirty="0"/>
              <a:t> on </a:t>
            </a:r>
            <a:r>
              <a:rPr lang="de-AT" dirty="0" err="1"/>
              <a:t>the</a:t>
            </a:r>
            <a:r>
              <a:rPr lang="de-AT" dirty="0"/>
              <a:t> </a:t>
            </a:r>
            <a:r>
              <a:rPr lang="de-AT" dirty="0" err="1"/>
              <a:t>bottom</a:t>
            </a:r>
            <a:r>
              <a:rPr lang="de-AT" dirty="0"/>
              <a:t> </a:t>
            </a:r>
            <a:r>
              <a:rPr lang="de-AT" dirty="0" err="1"/>
              <a:t>right</a:t>
            </a:r>
            <a:r>
              <a:rPr lang="de-AT" dirty="0"/>
              <a:t> </a:t>
            </a:r>
            <a:r>
              <a:rPr lang="de-AT" dirty="0" err="1"/>
              <a:t>telling</a:t>
            </a:r>
            <a:r>
              <a:rPr lang="de-AT" dirty="0"/>
              <a:t> </a:t>
            </a:r>
            <a:r>
              <a:rPr lang="de-AT" dirty="0" err="1"/>
              <a:t>them</a:t>
            </a:r>
            <a:r>
              <a:rPr lang="de-AT" dirty="0"/>
              <a:t> </a:t>
            </a:r>
            <a:r>
              <a:rPr lang="de-AT" dirty="0" err="1"/>
              <a:t>to</a:t>
            </a:r>
            <a:r>
              <a:rPr lang="de-AT" dirty="0"/>
              <a:t> press </a:t>
            </a:r>
            <a:r>
              <a:rPr lang="de-AT" dirty="0" err="1"/>
              <a:t>the</a:t>
            </a:r>
            <a:r>
              <a:rPr lang="de-AT" dirty="0"/>
              <a:t> </a:t>
            </a:r>
            <a:r>
              <a:rPr lang="de-AT" dirty="0" err="1"/>
              <a:t>space</a:t>
            </a:r>
            <a:r>
              <a:rPr lang="de-AT" dirty="0"/>
              <a:t> bar </a:t>
            </a:r>
            <a:r>
              <a:rPr lang="de-AT" dirty="0" err="1"/>
              <a:t>to</a:t>
            </a:r>
            <a:r>
              <a:rPr lang="de-AT" dirty="0"/>
              <a:t> </a:t>
            </a:r>
            <a:r>
              <a:rPr lang="de-AT" dirty="0" err="1"/>
              <a:t>get</a:t>
            </a:r>
            <a:r>
              <a:rPr lang="de-AT" dirty="0"/>
              <a:t> </a:t>
            </a:r>
            <a:r>
              <a:rPr lang="de-AT" dirty="0" err="1"/>
              <a:t>to</a:t>
            </a:r>
            <a:r>
              <a:rPr lang="de-AT" dirty="0"/>
              <a:t> </a:t>
            </a:r>
            <a:r>
              <a:rPr lang="de-AT" dirty="0" err="1"/>
              <a:t>the</a:t>
            </a:r>
            <a:r>
              <a:rPr lang="de-AT" dirty="0"/>
              <a:t> </a:t>
            </a:r>
            <a:r>
              <a:rPr lang="de-AT" dirty="0" err="1"/>
              <a:t>next</a:t>
            </a:r>
            <a:r>
              <a:rPr lang="de-AT" dirty="0"/>
              <a:t> screen (</a:t>
            </a:r>
            <a:r>
              <a:rPr lang="de-AT" dirty="0" err="1"/>
              <a:t>instead</a:t>
            </a:r>
            <a:r>
              <a:rPr lang="de-AT" dirty="0"/>
              <a:t> </a:t>
            </a:r>
            <a:r>
              <a:rPr lang="de-AT" dirty="0" err="1"/>
              <a:t>of</a:t>
            </a:r>
            <a:r>
              <a:rPr lang="de-AT" dirty="0"/>
              <a:t> </a:t>
            </a:r>
            <a:r>
              <a:rPr lang="de-AT" dirty="0" err="1"/>
              <a:t>tapping</a:t>
            </a:r>
            <a:r>
              <a:rPr lang="de-AT" dirty="0"/>
              <a:t> </a:t>
            </a:r>
            <a:r>
              <a:rPr lang="de-AT" dirty="0" err="1"/>
              <a:t>the</a:t>
            </a:r>
            <a:r>
              <a:rPr lang="de-AT" dirty="0"/>
              <a:t> box)</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52</a:t>
            </a:fld>
            <a:endParaRPr lang="de-DE"/>
          </a:p>
        </p:txBody>
      </p:sp>
    </p:spTree>
    <p:extLst>
      <p:ext uri="{BB962C8B-B14F-4D97-AF65-F5344CB8AC3E}">
        <p14:creationId xmlns:p14="http://schemas.microsoft.com/office/powerpoint/2010/main" val="2076728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53</a:t>
            </a:fld>
            <a:endParaRPr lang="de-DE"/>
          </a:p>
        </p:txBody>
      </p:sp>
    </p:spTree>
    <p:extLst>
      <p:ext uri="{BB962C8B-B14F-4D97-AF65-F5344CB8AC3E}">
        <p14:creationId xmlns:p14="http://schemas.microsoft.com/office/powerpoint/2010/main" val="1365510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These </a:t>
            </a:r>
            <a:r>
              <a:rPr lang="de-DE" dirty="0" err="1"/>
              <a:t>are</a:t>
            </a:r>
            <a:r>
              <a:rPr lang="de-DE" dirty="0"/>
              <a:t> </a:t>
            </a:r>
            <a:r>
              <a:rPr lang="de-DE" dirty="0" err="1"/>
              <a:t>items</a:t>
            </a:r>
            <a:r>
              <a:rPr lang="de-DE" dirty="0"/>
              <a:t> </a:t>
            </a:r>
            <a:r>
              <a:rPr lang="de-DE" dirty="0" err="1"/>
              <a:t>adapted</a:t>
            </a:r>
            <a:r>
              <a:rPr lang="de-DE" dirty="0"/>
              <a:t> </a:t>
            </a:r>
            <a:r>
              <a:rPr lang="de-DE" dirty="0" err="1"/>
              <a:t>from</a:t>
            </a:r>
            <a:r>
              <a:rPr lang="de-DE" dirty="0"/>
              <a:t> </a:t>
            </a:r>
            <a:r>
              <a:rPr lang="de-DE" dirty="0" err="1"/>
              <a:t>the</a:t>
            </a:r>
            <a:r>
              <a:rPr lang="de-DE" dirty="0"/>
              <a:t> SIAM </a:t>
            </a:r>
            <a:r>
              <a:rPr lang="de-DE" dirty="0" err="1"/>
              <a:t>items</a:t>
            </a:r>
            <a:r>
              <a:rPr lang="de-DE" dirty="0"/>
              <a:t> </a:t>
            </a:r>
            <a:r>
              <a:rPr lang="de-DE" dirty="0" err="1"/>
              <a:t>by</a:t>
            </a:r>
            <a:r>
              <a:rPr lang="de-DE" dirty="0"/>
              <a:t> Watt (2003); </a:t>
            </a:r>
            <a:r>
              <a:rPr lang="de-DE" dirty="0" err="1"/>
              <a:t>did</a:t>
            </a:r>
            <a:r>
              <a:rPr lang="de-DE" dirty="0"/>
              <a:t> not </a:t>
            </a:r>
            <a:r>
              <a:rPr lang="de-DE" dirty="0" err="1"/>
              <a:t>use</a:t>
            </a:r>
            <a:r>
              <a:rPr lang="de-DE" dirty="0"/>
              <a:t> </a:t>
            </a:r>
            <a:r>
              <a:rPr lang="de-DE" dirty="0" err="1"/>
              <a:t>them</a:t>
            </a:r>
            <a:r>
              <a:rPr lang="de-DE" dirty="0"/>
              <a:t> in </a:t>
            </a:r>
            <a:r>
              <a:rPr lang="de-DE" dirty="0" err="1"/>
              <a:t>english</a:t>
            </a:r>
            <a:r>
              <a:rPr lang="de-DE" dirty="0"/>
              <a:t>; </a:t>
            </a:r>
            <a:r>
              <a:rPr lang="de-DE" dirty="0" err="1"/>
              <a:t>for</a:t>
            </a:r>
            <a:r>
              <a:rPr lang="de-DE" dirty="0"/>
              <a:t> </a:t>
            </a:r>
            <a:r>
              <a:rPr lang="de-DE" dirty="0" err="1"/>
              <a:t>the</a:t>
            </a:r>
            <a:r>
              <a:rPr lang="de-DE" dirty="0"/>
              <a:t> </a:t>
            </a:r>
            <a:r>
              <a:rPr lang="de-DE" dirty="0" err="1"/>
              <a:t>english</a:t>
            </a:r>
            <a:r>
              <a:rPr lang="de-DE" dirty="0"/>
              <a:t> </a:t>
            </a:r>
            <a:r>
              <a:rPr lang="de-DE" dirty="0" err="1"/>
              <a:t>version</a:t>
            </a:r>
            <a:r>
              <a:rPr lang="de-DE" dirty="0"/>
              <a:t>, I just </a:t>
            </a:r>
            <a:r>
              <a:rPr lang="de-DE" dirty="0" err="1"/>
              <a:t>used</a:t>
            </a:r>
            <a:r>
              <a:rPr lang="de-DE" dirty="0"/>
              <a:t> </a:t>
            </a:r>
            <a:r>
              <a:rPr lang="de-DE" dirty="0" err="1"/>
              <a:t>the</a:t>
            </a:r>
            <a:r>
              <a:rPr lang="de-DE" dirty="0"/>
              <a:t> SIAM </a:t>
            </a:r>
            <a:r>
              <a:rPr lang="de-DE" dirty="0" err="1"/>
              <a:t>items</a:t>
            </a:r>
            <a:r>
              <a:rPr lang="de-DE" dirty="0"/>
              <a:t> and </a:t>
            </a:r>
            <a:r>
              <a:rPr lang="de-DE" dirty="0" err="1"/>
              <a:t>exchanged</a:t>
            </a:r>
            <a:r>
              <a:rPr lang="de-DE" dirty="0"/>
              <a:t> </a:t>
            </a:r>
            <a:r>
              <a:rPr lang="de-DE" dirty="0" err="1"/>
              <a:t>the</a:t>
            </a:r>
            <a:r>
              <a:rPr lang="de-DE" dirty="0"/>
              <a:t> </a:t>
            </a:r>
            <a:r>
              <a:rPr lang="de-DE" dirty="0" err="1"/>
              <a:t>word</a:t>
            </a:r>
            <a:r>
              <a:rPr lang="de-DE" dirty="0"/>
              <a:t> „</a:t>
            </a:r>
            <a:r>
              <a:rPr lang="de-DE" dirty="0" err="1"/>
              <a:t>image</a:t>
            </a:r>
            <a:r>
              <a:rPr lang="de-DE" dirty="0"/>
              <a:t>“ </a:t>
            </a:r>
            <a:r>
              <a:rPr lang="de-DE" dirty="0" err="1"/>
              <a:t>with</a:t>
            </a:r>
            <a:r>
              <a:rPr lang="de-DE" dirty="0"/>
              <a:t> „</a:t>
            </a:r>
            <a:r>
              <a:rPr lang="de-DE" dirty="0" err="1"/>
              <a:t>imagery</a:t>
            </a:r>
            <a:r>
              <a:rPr lang="de-DE" dirty="0"/>
              <a:t>“ </a:t>
            </a:r>
            <a:r>
              <a:rPr lang="de-DE" dirty="0" err="1"/>
              <a:t>everywhere</a:t>
            </a:r>
            <a:r>
              <a:rPr lang="de-DE" dirty="0"/>
              <a:t> – </a:t>
            </a:r>
            <a:r>
              <a:rPr lang="de-DE" dirty="0" err="1"/>
              <a:t>because</a:t>
            </a:r>
            <a:r>
              <a:rPr lang="de-DE" dirty="0"/>
              <a:t> </a:t>
            </a:r>
            <a:r>
              <a:rPr lang="de-DE" dirty="0" err="1"/>
              <a:t>we</a:t>
            </a:r>
            <a:r>
              <a:rPr lang="de-DE" dirty="0"/>
              <a:t> </a:t>
            </a:r>
            <a:r>
              <a:rPr lang="de-DE" dirty="0" err="1"/>
              <a:t>are</a:t>
            </a:r>
            <a:r>
              <a:rPr lang="de-DE" dirty="0"/>
              <a:t> also </a:t>
            </a:r>
            <a:r>
              <a:rPr lang="de-DE" dirty="0" err="1"/>
              <a:t>interested</a:t>
            </a:r>
            <a:r>
              <a:rPr lang="de-DE" dirty="0"/>
              <a:t> in </a:t>
            </a:r>
            <a:r>
              <a:rPr lang="de-DE" dirty="0" err="1"/>
              <a:t>the</a:t>
            </a:r>
            <a:r>
              <a:rPr lang="de-DE" dirty="0"/>
              <a:t> </a:t>
            </a:r>
            <a:r>
              <a:rPr lang="de-DE" dirty="0" err="1"/>
              <a:t>kinesthetic</a:t>
            </a:r>
            <a:r>
              <a:rPr lang="de-DE" dirty="0"/>
              <a:t> </a:t>
            </a:r>
            <a:r>
              <a:rPr lang="de-DE" dirty="0" err="1"/>
              <a:t>imagery</a:t>
            </a:r>
            <a:endParaRPr lang="de-DE" dirty="0"/>
          </a:p>
          <a:p>
            <a:r>
              <a:rPr lang="de-DE" dirty="0"/>
              <a:t>I </a:t>
            </a:r>
            <a:r>
              <a:rPr lang="de-DE" dirty="0" err="1"/>
              <a:t>think</a:t>
            </a:r>
            <a:r>
              <a:rPr lang="de-DE" dirty="0"/>
              <a:t> </a:t>
            </a:r>
            <a:r>
              <a:rPr lang="de-DE" dirty="0" err="1"/>
              <a:t>you</a:t>
            </a:r>
            <a:r>
              <a:rPr lang="de-DE" dirty="0"/>
              <a:t> do not </a:t>
            </a:r>
            <a:r>
              <a:rPr lang="de-DE" dirty="0" err="1"/>
              <a:t>need</a:t>
            </a:r>
            <a:r>
              <a:rPr lang="de-DE" dirty="0"/>
              <a:t> </a:t>
            </a:r>
            <a:r>
              <a:rPr lang="de-DE" dirty="0" err="1"/>
              <a:t>these</a:t>
            </a:r>
            <a:r>
              <a:rPr lang="de-DE" dirty="0"/>
              <a:t> </a:t>
            </a:r>
            <a:r>
              <a:rPr lang="de-DE" dirty="0" err="1"/>
              <a:t>items</a:t>
            </a:r>
            <a:r>
              <a:rPr lang="de-DE" dirty="0"/>
              <a:t>; I just </a:t>
            </a:r>
            <a:r>
              <a:rPr lang="de-DE" dirty="0" err="1"/>
              <a:t>attached</a:t>
            </a:r>
            <a:r>
              <a:rPr lang="de-DE" dirty="0"/>
              <a:t> </a:t>
            </a:r>
            <a:r>
              <a:rPr lang="de-DE" dirty="0" err="1"/>
              <a:t>them</a:t>
            </a:r>
            <a:r>
              <a:rPr lang="de-DE" dirty="0"/>
              <a:t> </a:t>
            </a:r>
            <a:r>
              <a:rPr lang="de-DE" dirty="0" err="1"/>
              <a:t>because</a:t>
            </a:r>
            <a:r>
              <a:rPr lang="de-DE" dirty="0"/>
              <a:t> I </a:t>
            </a:r>
            <a:r>
              <a:rPr lang="de-DE" dirty="0" err="1"/>
              <a:t>think</a:t>
            </a:r>
            <a:r>
              <a:rPr lang="de-DE" dirty="0"/>
              <a:t> </a:t>
            </a:r>
            <a:r>
              <a:rPr lang="de-DE" dirty="0" err="1"/>
              <a:t>you</a:t>
            </a:r>
            <a:r>
              <a:rPr lang="de-DE" dirty="0"/>
              <a:t> </a:t>
            </a:r>
            <a:r>
              <a:rPr lang="de-DE" dirty="0" err="1"/>
              <a:t>asked</a:t>
            </a:r>
            <a:r>
              <a:rPr lang="de-DE" dirty="0"/>
              <a:t> a </a:t>
            </a:r>
            <a:r>
              <a:rPr lang="de-DE" dirty="0" err="1"/>
              <a:t>question</a:t>
            </a:r>
            <a:r>
              <a:rPr lang="de-DE" dirty="0"/>
              <a:t> </a:t>
            </a:r>
            <a:r>
              <a:rPr lang="de-DE" dirty="0" err="1"/>
              <a:t>about</a:t>
            </a:r>
            <a:r>
              <a:rPr lang="de-DE" dirty="0"/>
              <a:t> </a:t>
            </a:r>
            <a:r>
              <a:rPr lang="de-DE" dirty="0" err="1"/>
              <a:t>them</a:t>
            </a:r>
            <a:r>
              <a:rPr lang="de-DE" dirty="0"/>
              <a:t> - so </a:t>
            </a:r>
            <a:r>
              <a:rPr lang="de-DE" dirty="0" err="1"/>
              <a:t>you</a:t>
            </a:r>
            <a:r>
              <a:rPr lang="de-DE" dirty="0"/>
              <a:t> </a:t>
            </a:r>
            <a:r>
              <a:rPr lang="de-DE" dirty="0" err="1"/>
              <a:t>can</a:t>
            </a:r>
            <a:r>
              <a:rPr lang="de-DE" dirty="0"/>
              <a:t> </a:t>
            </a:r>
            <a:r>
              <a:rPr lang="de-DE" dirty="0" err="1"/>
              <a:t>decide</a:t>
            </a:r>
            <a:r>
              <a:rPr lang="de-DE" dirty="0"/>
              <a:t> </a:t>
            </a:r>
            <a:r>
              <a:rPr lang="de-DE" dirty="0" err="1"/>
              <a:t>whether</a:t>
            </a:r>
            <a:r>
              <a:rPr lang="de-DE" dirty="0"/>
              <a:t> </a:t>
            </a:r>
            <a:r>
              <a:rPr lang="de-DE" dirty="0" err="1"/>
              <a:t>to</a:t>
            </a:r>
            <a:r>
              <a:rPr lang="de-DE" dirty="0"/>
              <a:t> </a:t>
            </a:r>
            <a:r>
              <a:rPr lang="de-DE" dirty="0" err="1"/>
              <a:t>use</a:t>
            </a:r>
            <a:r>
              <a:rPr lang="de-DE" dirty="0"/>
              <a:t> </a:t>
            </a:r>
            <a:r>
              <a:rPr lang="de-DE" dirty="0" err="1"/>
              <a:t>them</a:t>
            </a:r>
            <a:r>
              <a:rPr lang="de-DE" dirty="0"/>
              <a:t> </a:t>
            </a:r>
            <a:r>
              <a:rPr lang="de-DE" dirty="0" err="1"/>
              <a:t>or</a:t>
            </a:r>
            <a:r>
              <a:rPr lang="de-DE" dirty="0"/>
              <a:t> not</a:t>
            </a:r>
          </a:p>
        </p:txBody>
      </p:sp>
      <p:sp>
        <p:nvSpPr>
          <p:cNvPr id="4" name="Foliennummernplatzhalter 3"/>
          <p:cNvSpPr>
            <a:spLocks noGrp="1"/>
          </p:cNvSpPr>
          <p:nvPr>
            <p:ph type="sldNum" sz="quarter" idx="5"/>
          </p:nvPr>
        </p:nvSpPr>
        <p:spPr/>
        <p:txBody>
          <a:bodyPr/>
          <a:lstStyle/>
          <a:p>
            <a:fld id="{F79066CD-C6DF-462A-8423-C7EA22D10867}" type="slidenum">
              <a:rPr lang="de-DE" smtClean="0"/>
              <a:t>54</a:t>
            </a:fld>
            <a:endParaRPr lang="de-DE"/>
          </a:p>
        </p:txBody>
      </p:sp>
    </p:spTree>
    <p:extLst>
      <p:ext uri="{BB962C8B-B14F-4D97-AF65-F5344CB8AC3E}">
        <p14:creationId xmlns:p14="http://schemas.microsoft.com/office/powerpoint/2010/main" val="3468334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55</a:t>
            </a:fld>
            <a:endParaRPr lang="de-DE"/>
          </a:p>
        </p:txBody>
      </p:sp>
    </p:spTree>
    <p:extLst>
      <p:ext uri="{BB962C8B-B14F-4D97-AF65-F5344CB8AC3E}">
        <p14:creationId xmlns:p14="http://schemas.microsoft.com/office/powerpoint/2010/main" val="16160333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56</a:t>
            </a:fld>
            <a:endParaRPr lang="de-DE"/>
          </a:p>
        </p:txBody>
      </p:sp>
    </p:spTree>
    <p:extLst>
      <p:ext uri="{BB962C8B-B14F-4D97-AF65-F5344CB8AC3E}">
        <p14:creationId xmlns:p14="http://schemas.microsoft.com/office/powerpoint/2010/main" val="873453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57</a:t>
            </a:fld>
            <a:endParaRPr lang="de-DE"/>
          </a:p>
        </p:txBody>
      </p:sp>
    </p:spTree>
    <p:extLst>
      <p:ext uri="{BB962C8B-B14F-4D97-AF65-F5344CB8AC3E}">
        <p14:creationId xmlns:p14="http://schemas.microsoft.com/office/powerpoint/2010/main" val="35118460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58</a:t>
            </a:fld>
            <a:endParaRPr lang="de-DE"/>
          </a:p>
        </p:txBody>
      </p:sp>
    </p:spTree>
    <p:extLst>
      <p:ext uri="{BB962C8B-B14F-4D97-AF65-F5344CB8AC3E}">
        <p14:creationId xmlns:p14="http://schemas.microsoft.com/office/powerpoint/2010/main" val="1733378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59</a:t>
            </a:fld>
            <a:endParaRPr lang="de-DE"/>
          </a:p>
        </p:txBody>
      </p:sp>
    </p:spTree>
    <p:extLst>
      <p:ext uri="{BB962C8B-B14F-4D97-AF65-F5344CB8AC3E}">
        <p14:creationId xmlns:p14="http://schemas.microsoft.com/office/powerpoint/2010/main" val="3777969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60</a:t>
            </a:fld>
            <a:endParaRPr lang="de-DE"/>
          </a:p>
        </p:txBody>
      </p:sp>
    </p:spTree>
    <p:extLst>
      <p:ext uri="{BB962C8B-B14F-4D97-AF65-F5344CB8AC3E}">
        <p14:creationId xmlns:p14="http://schemas.microsoft.com/office/powerpoint/2010/main" val="3106853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61</a:t>
            </a:fld>
            <a:endParaRPr lang="de-DE"/>
          </a:p>
        </p:txBody>
      </p:sp>
    </p:spTree>
    <p:extLst>
      <p:ext uri="{BB962C8B-B14F-4D97-AF65-F5344CB8AC3E}">
        <p14:creationId xmlns:p14="http://schemas.microsoft.com/office/powerpoint/2010/main" val="3372817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62</a:t>
            </a:fld>
            <a:endParaRPr lang="de-DE"/>
          </a:p>
        </p:txBody>
      </p:sp>
    </p:spTree>
    <p:extLst>
      <p:ext uri="{BB962C8B-B14F-4D97-AF65-F5344CB8AC3E}">
        <p14:creationId xmlns:p14="http://schemas.microsoft.com/office/powerpoint/2010/main" val="3013832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79066CD-C6DF-462A-8423-C7EA22D10867}" type="slidenum">
              <a:rPr lang="de-DE" smtClean="0"/>
              <a:t>63</a:t>
            </a:fld>
            <a:endParaRPr lang="de-DE"/>
          </a:p>
        </p:txBody>
      </p:sp>
    </p:spTree>
    <p:extLst>
      <p:ext uri="{BB962C8B-B14F-4D97-AF65-F5344CB8AC3E}">
        <p14:creationId xmlns:p14="http://schemas.microsoft.com/office/powerpoint/2010/main" val="19843737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AT" dirty="0"/>
          </a:p>
        </p:txBody>
      </p:sp>
      <p:sp>
        <p:nvSpPr>
          <p:cNvPr id="4" name="Foliennummernplatzhalter 3"/>
          <p:cNvSpPr>
            <a:spLocks noGrp="1"/>
          </p:cNvSpPr>
          <p:nvPr>
            <p:ph type="sldNum" sz="quarter" idx="5"/>
          </p:nvPr>
        </p:nvSpPr>
        <p:spPr/>
        <p:txBody>
          <a:bodyPr/>
          <a:lstStyle/>
          <a:p>
            <a:fld id="{F79066CD-C6DF-462A-8423-C7EA22D10867}" type="slidenum">
              <a:rPr lang="de-DE" smtClean="0"/>
              <a:t>64</a:t>
            </a:fld>
            <a:endParaRPr lang="de-DE"/>
          </a:p>
        </p:txBody>
      </p:sp>
    </p:spTree>
    <p:extLst>
      <p:ext uri="{BB962C8B-B14F-4D97-AF65-F5344CB8AC3E}">
        <p14:creationId xmlns:p14="http://schemas.microsoft.com/office/powerpoint/2010/main" val="2257117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It</a:t>
            </a:r>
            <a:r>
              <a:rPr lang="de-AT" dirty="0"/>
              <a:t> </a:t>
            </a:r>
            <a:r>
              <a:rPr lang="de-AT" dirty="0" err="1"/>
              <a:t>is</a:t>
            </a:r>
            <a:r>
              <a:rPr lang="de-AT" dirty="0"/>
              <a:t> </a:t>
            </a:r>
            <a:r>
              <a:rPr lang="de-AT" dirty="0" err="1"/>
              <a:t>important</a:t>
            </a:r>
            <a:r>
              <a:rPr lang="de-AT" dirty="0"/>
              <a:t> </a:t>
            </a:r>
            <a:r>
              <a:rPr lang="de-AT" dirty="0" err="1"/>
              <a:t>that</a:t>
            </a:r>
            <a:r>
              <a:rPr lang="de-AT" dirty="0"/>
              <a:t> </a:t>
            </a:r>
            <a:r>
              <a:rPr lang="de-AT" dirty="0" err="1"/>
              <a:t>participants</a:t>
            </a:r>
            <a:r>
              <a:rPr lang="de-AT" dirty="0"/>
              <a:t> </a:t>
            </a:r>
            <a:r>
              <a:rPr lang="de-AT" dirty="0" err="1"/>
              <a:t>use</a:t>
            </a:r>
            <a:r>
              <a:rPr lang="de-AT" dirty="0"/>
              <a:t> </a:t>
            </a:r>
            <a:r>
              <a:rPr lang="de-AT" dirty="0" err="1"/>
              <a:t>the</a:t>
            </a:r>
            <a:r>
              <a:rPr lang="de-AT" dirty="0"/>
              <a:t> </a:t>
            </a:r>
            <a:r>
              <a:rPr lang="de-AT" dirty="0" err="1"/>
              <a:t>hand</a:t>
            </a:r>
            <a:r>
              <a:rPr lang="de-AT" dirty="0"/>
              <a:t> </a:t>
            </a:r>
            <a:r>
              <a:rPr lang="de-AT" dirty="0" err="1"/>
              <a:t>they</a:t>
            </a:r>
            <a:r>
              <a:rPr lang="de-AT" dirty="0"/>
              <a:t> </a:t>
            </a:r>
            <a:r>
              <a:rPr lang="de-AT" dirty="0" err="1"/>
              <a:t>would</a:t>
            </a:r>
            <a:r>
              <a:rPr lang="de-AT" dirty="0"/>
              <a:t> </a:t>
            </a:r>
            <a:r>
              <a:rPr lang="de-AT" dirty="0" err="1"/>
              <a:t>usually</a:t>
            </a:r>
            <a:r>
              <a:rPr lang="de-AT" dirty="0"/>
              <a:t> </a:t>
            </a:r>
            <a:r>
              <a:rPr lang="de-AT" dirty="0" err="1"/>
              <a:t>use</a:t>
            </a:r>
            <a:r>
              <a:rPr lang="de-AT" dirty="0"/>
              <a:t> a </a:t>
            </a:r>
            <a:r>
              <a:rPr lang="de-AT" dirty="0" err="1"/>
              <a:t>pen</a:t>
            </a:r>
            <a:r>
              <a:rPr lang="de-AT" dirty="0"/>
              <a:t> </a:t>
            </a:r>
            <a:r>
              <a:rPr lang="de-AT" dirty="0" err="1"/>
              <a:t>with</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66</a:t>
            </a:fld>
            <a:endParaRPr lang="de-DE"/>
          </a:p>
        </p:txBody>
      </p:sp>
    </p:spTree>
    <p:extLst>
      <p:ext uri="{BB962C8B-B14F-4D97-AF65-F5344CB8AC3E}">
        <p14:creationId xmlns:p14="http://schemas.microsoft.com/office/powerpoint/2010/main" val="74243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Found</a:t>
            </a:r>
            <a:r>
              <a:rPr lang="de-AT" dirty="0"/>
              <a:t> </a:t>
            </a:r>
            <a:r>
              <a:rPr lang="de-AT" dirty="0" err="1"/>
              <a:t>this</a:t>
            </a:r>
            <a:r>
              <a:rPr lang="de-AT" dirty="0"/>
              <a:t> </a:t>
            </a:r>
            <a:r>
              <a:rPr lang="de-AT" dirty="0" err="1"/>
              <a:t>useful</a:t>
            </a:r>
            <a:r>
              <a:rPr lang="de-AT" dirty="0"/>
              <a:t> </a:t>
            </a:r>
            <a:r>
              <a:rPr lang="de-AT" dirty="0" err="1"/>
              <a:t>for</a:t>
            </a:r>
            <a:r>
              <a:rPr lang="de-AT" dirty="0"/>
              <a:t> </a:t>
            </a:r>
            <a:r>
              <a:rPr lang="de-AT" dirty="0" err="1"/>
              <a:t>data</a:t>
            </a:r>
            <a:r>
              <a:rPr lang="de-AT" dirty="0"/>
              <a:t> </a:t>
            </a:r>
            <a:r>
              <a:rPr lang="de-AT" dirty="0" err="1"/>
              <a:t>cleaning</a:t>
            </a:r>
            <a:r>
              <a:rPr lang="de-AT" dirty="0"/>
              <a:t>; also </a:t>
            </a:r>
            <a:r>
              <a:rPr lang="de-AT" dirty="0" err="1"/>
              <a:t>if</a:t>
            </a:r>
            <a:r>
              <a:rPr lang="de-AT" dirty="0"/>
              <a:t> </a:t>
            </a:r>
            <a:r>
              <a:rPr lang="de-AT" dirty="0" err="1"/>
              <a:t>they</a:t>
            </a:r>
            <a:r>
              <a:rPr lang="de-AT" dirty="0"/>
              <a:t> </a:t>
            </a:r>
            <a:r>
              <a:rPr lang="de-AT" dirty="0" err="1"/>
              <a:t>click</a:t>
            </a:r>
            <a:r>
              <a:rPr lang="de-AT" dirty="0"/>
              <a:t> „</a:t>
            </a:r>
            <a:r>
              <a:rPr lang="de-AT" dirty="0" err="1"/>
              <a:t>yes</a:t>
            </a:r>
            <a:r>
              <a:rPr lang="de-AT" dirty="0"/>
              <a:t>“ </a:t>
            </a:r>
            <a:r>
              <a:rPr lang="de-AT" dirty="0" err="1"/>
              <a:t>you</a:t>
            </a:r>
            <a:r>
              <a:rPr lang="de-AT" dirty="0"/>
              <a:t> </a:t>
            </a:r>
            <a:r>
              <a:rPr lang="de-AT" dirty="0" err="1"/>
              <a:t>can</a:t>
            </a:r>
            <a:r>
              <a:rPr lang="de-AT" dirty="0"/>
              <a:t> open a </a:t>
            </a:r>
            <a:r>
              <a:rPr lang="de-AT" dirty="0" err="1"/>
              <a:t>text</a:t>
            </a:r>
            <a:r>
              <a:rPr lang="de-AT" dirty="0"/>
              <a:t> </a:t>
            </a:r>
            <a:r>
              <a:rPr lang="de-AT" dirty="0" err="1"/>
              <a:t>field</a:t>
            </a:r>
            <a:r>
              <a:rPr lang="de-AT" dirty="0"/>
              <a:t> </a:t>
            </a:r>
            <a:r>
              <a:rPr lang="de-AT" dirty="0" err="1"/>
              <a:t>where</a:t>
            </a:r>
            <a:r>
              <a:rPr lang="de-AT" dirty="0"/>
              <a:t> </a:t>
            </a:r>
            <a:r>
              <a:rPr lang="de-AT" dirty="0" err="1"/>
              <a:t>they</a:t>
            </a:r>
            <a:r>
              <a:rPr lang="de-AT" dirty="0"/>
              <a:t> </a:t>
            </a:r>
            <a:r>
              <a:rPr lang="de-AT" dirty="0" err="1"/>
              <a:t>can</a:t>
            </a:r>
            <a:r>
              <a:rPr lang="de-AT" dirty="0"/>
              <a:t> type in </a:t>
            </a:r>
            <a:r>
              <a:rPr lang="de-AT" dirty="0" err="1"/>
              <a:t>what</a:t>
            </a:r>
            <a:r>
              <a:rPr lang="de-AT" dirty="0"/>
              <a:t> </a:t>
            </a:r>
            <a:r>
              <a:rPr lang="de-AT" dirty="0" err="1"/>
              <a:t>they</a:t>
            </a:r>
            <a:r>
              <a:rPr lang="de-AT" dirty="0"/>
              <a:t> </a:t>
            </a:r>
            <a:r>
              <a:rPr lang="de-AT" dirty="0" err="1"/>
              <a:t>did</a:t>
            </a:r>
            <a:r>
              <a:rPr lang="de-AT" dirty="0"/>
              <a:t> </a:t>
            </a:r>
            <a:r>
              <a:rPr lang="de-AT" dirty="0" err="1"/>
              <a:t>incorrectly</a:t>
            </a:r>
            <a:endParaRPr lang="en-US" dirty="0"/>
          </a:p>
        </p:txBody>
      </p:sp>
      <p:sp>
        <p:nvSpPr>
          <p:cNvPr id="4" name="Foliennummernplatzhalter 3"/>
          <p:cNvSpPr>
            <a:spLocks noGrp="1"/>
          </p:cNvSpPr>
          <p:nvPr>
            <p:ph type="sldNum" sz="quarter" idx="5"/>
          </p:nvPr>
        </p:nvSpPr>
        <p:spPr/>
        <p:txBody>
          <a:bodyPr/>
          <a:lstStyle/>
          <a:p>
            <a:fld id="{F79066CD-C6DF-462A-8423-C7EA22D10867}" type="slidenum">
              <a:rPr lang="de-DE" smtClean="0"/>
              <a:t>67</a:t>
            </a:fld>
            <a:endParaRPr lang="de-DE"/>
          </a:p>
        </p:txBody>
      </p:sp>
    </p:spTree>
    <p:extLst>
      <p:ext uri="{BB962C8B-B14F-4D97-AF65-F5344CB8AC3E}">
        <p14:creationId xmlns:p14="http://schemas.microsoft.com/office/powerpoint/2010/main" val="3062002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1BA50D42-C9CD-4801-B293-61D1F53EC57E}" type="datetimeFigureOut">
              <a:rPr lang="de-DE" smtClean="0"/>
              <a:t>17.06.2025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t>17.06.2025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1BA50D42-C9CD-4801-B293-61D1F53EC57E}" type="datetimeFigureOut">
              <a:rPr lang="de-DE" smtClean="0"/>
              <a:t>17.06.2025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1BA50D42-C9CD-4801-B293-61D1F53EC57E}" type="datetimeFigureOut">
              <a:rPr lang="de-DE" smtClean="0"/>
              <a:t>17.06.2025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1BA50D42-C9CD-4801-B293-61D1F53EC57E}" type="datetimeFigureOut">
              <a:rPr lang="de-DE" smtClean="0"/>
              <a:t>17.06.2025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1BA50D42-C9CD-4801-B293-61D1F53EC57E}" type="datetimeFigureOut">
              <a:rPr lang="de-DE" smtClean="0"/>
              <a:t>17.06.2025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BA50D42-C9CD-4801-B293-61D1F53EC57E}" type="datetimeFigureOut">
              <a:rPr lang="de-DE" smtClean="0"/>
              <a:t>17.06.2025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1BA50D42-C9CD-4801-B293-61D1F53EC57E}" type="datetimeFigureOut">
              <a:rPr lang="de-DE" smtClean="0"/>
              <a:t>17.06.2025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1BA50D42-C9CD-4801-B293-61D1F53EC57E}" type="datetimeFigureOut">
              <a:rPr lang="de-DE" smtClean="0"/>
              <a:t>17.06.2025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t>17.06.2025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lang="de-DE"/>
              <a:t>Titel durch Klicken hinzufügen</a:t>
            </a:r>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t>17.06.2025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‹Nº›</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A50D42-C9CD-4801-B293-61D1F53EC57E}" type="datetimeFigureOut">
              <a:rPr lang="de-DE" smtClean="0"/>
              <a:t>17.06.2025</a:t>
            </a:fld>
            <a:endParaRPr lang="de-DE"/>
          </a:p>
        </p:txBody>
      </p:sp>
      <p:sp>
        <p:nvSpPr>
          <p:cNvPr id="5" name="Fußzeilenplatzhalt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6AE60A-B69C-4790-82F7-3882EDF23186}" type="slidenum">
              <a:rPr lang="de-DE" smtClean="0"/>
              <a:t>‹Nº›</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FC663EDC-56CB-4E07-B03E-D19F0C6D6911}"/>
              </a:ext>
            </a:extLst>
          </p:cNvPr>
          <p:cNvSpPr/>
          <p:nvPr/>
        </p:nvSpPr>
        <p:spPr>
          <a:xfrm>
            <a:off x="849736" y="2151728"/>
            <a:ext cx="7444528" cy="2308324"/>
          </a:xfrm>
          <a:prstGeom prst="rect">
            <a:avLst/>
          </a:prstGeom>
        </p:spPr>
        <p:txBody>
          <a:bodyPr wrap="square">
            <a:spAutoFit/>
          </a:bodyPr>
          <a:lstStyle/>
          <a:p>
            <a:pPr algn="ctr"/>
            <a:r>
              <a:rPr lang="en-US" b="0" i="0" dirty="0">
                <a:effectLst/>
                <a:latin typeface="Söhne"/>
              </a:rPr>
              <a:t>Throughout the experiment, please use the stylus with your </a:t>
            </a:r>
            <a:r>
              <a:rPr lang="en-US" b="1" i="0" dirty="0">
                <a:effectLst/>
                <a:latin typeface="Söhne"/>
              </a:rPr>
              <a:t>preferred hand</a:t>
            </a:r>
            <a:r>
              <a:rPr lang="en-US" i="0" dirty="0">
                <a:effectLst/>
                <a:latin typeface="Söhne"/>
              </a:rPr>
              <a:t>;</a:t>
            </a:r>
            <a:r>
              <a:rPr lang="en-US" b="0" i="0" dirty="0">
                <a:effectLst/>
                <a:latin typeface="Söhne"/>
              </a:rPr>
              <a:t> i.e., the hand with which you usually hold a stylus or pen.</a:t>
            </a:r>
          </a:p>
          <a:p>
            <a:pPr algn="ctr"/>
            <a:endParaRPr lang="en-US" dirty="0">
              <a:latin typeface="Söhne"/>
            </a:endParaRPr>
          </a:p>
          <a:p>
            <a:pPr algn="ctr"/>
            <a:r>
              <a:rPr lang="en-US" b="0" i="0" dirty="0">
                <a:effectLst/>
                <a:latin typeface="Söhne"/>
              </a:rPr>
              <a:t>To prevent errors caused by accidentally touching the screen, </a:t>
            </a:r>
            <a:r>
              <a:rPr lang="en-US" b="1" i="0" dirty="0">
                <a:effectLst/>
                <a:latin typeface="Söhne"/>
              </a:rPr>
              <a:t>do not rest your hand on the screen</a:t>
            </a:r>
            <a:r>
              <a:rPr lang="en-US" b="0" i="0" dirty="0">
                <a:effectLst/>
                <a:latin typeface="Söhne"/>
              </a:rPr>
              <a:t>, avoid unnecessary tapping and do not swipe across the screen. </a:t>
            </a:r>
          </a:p>
          <a:p>
            <a:pPr algn="ctr"/>
            <a:endParaRPr lang="en-US" dirty="0">
              <a:latin typeface="Söhne"/>
            </a:endParaRPr>
          </a:p>
          <a:p>
            <a:pPr algn="ctr"/>
            <a:r>
              <a:rPr lang="en-US" b="0" i="0" dirty="0">
                <a:effectLst/>
                <a:latin typeface="Söhne"/>
              </a:rPr>
              <a:t>A quick tap on the screen is enough to operate it.</a:t>
            </a:r>
            <a:endParaRPr lang="de-AT" dirty="0">
              <a:latin typeface="Söhne"/>
            </a:endParaRPr>
          </a:p>
        </p:txBody>
      </p:sp>
      <p:sp>
        <p:nvSpPr>
          <p:cNvPr id="7" name="Abgerundetes Rechteck 2">
            <a:extLst>
              <a:ext uri="{FF2B5EF4-FFF2-40B4-BE49-F238E27FC236}">
                <a16:creationId xmlns:a16="http://schemas.microsoft.com/office/drawing/2014/main" id="{7F5EEABB-A468-47FF-9139-75D936B33920}"/>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3496954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3EF96E8-1560-48C1-8DE5-C65823107707}"/>
              </a:ext>
            </a:extLst>
          </p:cNvPr>
          <p:cNvSpPr txBox="1"/>
          <p:nvPr/>
        </p:nvSpPr>
        <p:spPr>
          <a:xfrm>
            <a:off x="3089094" y="3244334"/>
            <a:ext cx="2965812" cy="369332"/>
          </a:xfrm>
          <a:prstGeom prst="rect">
            <a:avLst/>
          </a:prstGeom>
          <a:noFill/>
        </p:spPr>
        <p:txBody>
          <a:bodyPr wrap="none" rtlCol="0">
            <a:spAutoFit/>
          </a:bodyPr>
          <a:lstStyle/>
          <a:p>
            <a:r>
              <a:rPr lang="de-AT" dirty="0" err="1">
                <a:highlight>
                  <a:srgbClr val="FFFF00"/>
                </a:highlight>
              </a:rPr>
              <a:t>Familiarization</a:t>
            </a:r>
            <a:r>
              <a:rPr lang="de-AT" dirty="0">
                <a:highlight>
                  <a:srgbClr val="FFFF00"/>
                </a:highlight>
              </a:rPr>
              <a:t> (</a:t>
            </a:r>
            <a:r>
              <a:rPr lang="de-AT" dirty="0" err="1">
                <a:highlight>
                  <a:srgbClr val="FFFF00"/>
                </a:highlight>
              </a:rPr>
              <a:t>Pointing</a:t>
            </a:r>
            <a:r>
              <a:rPr lang="de-AT" dirty="0">
                <a:highlight>
                  <a:srgbClr val="FFFF00"/>
                </a:highlight>
              </a:rPr>
              <a:t> Task)</a:t>
            </a:r>
            <a:endParaRPr lang="en-US" dirty="0">
              <a:highlight>
                <a:srgbClr val="FFFF00"/>
              </a:highlight>
            </a:endParaRPr>
          </a:p>
        </p:txBody>
      </p:sp>
    </p:spTree>
    <p:extLst>
      <p:ext uri="{BB962C8B-B14F-4D97-AF65-F5344CB8AC3E}">
        <p14:creationId xmlns:p14="http://schemas.microsoft.com/office/powerpoint/2010/main" val="2864333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FC663EDC-56CB-4E07-B03E-D19F0C6D6911}"/>
              </a:ext>
            </a:extLst>
          </p:cNvPr>
          <p:cNvSpPr/>
          <p:nvPr/>
        </p:nvSpPr>
        <p:spPr>
          <a:xfrm>
            <a:off x="685818" y="1859340"/>
            <a:ext cx="7772363" cy="3139321"/>
          </a:xfrm>
          <a:prstGeom prst="rect">
            <a:avLst/>
          </a:prstGeom>
        </p:spPr>
        <p:txBody>
          <a:bodyPr wrap="square">
            <a:spAutoFit/>
          </a:bodyPr>
          <a:lstStyle/>
          <a:p>
            <a:pPr algn="ctr"/>
            <a:r>
              <a:rPr lang="en-US" dirty="0">
                <a:cs typeface="Calibri" panose="020F0502020204030204" pitchFamily="34" charset="0"/>
              </a:rPr>
              <a:t>In the following, a total of 70 circles will appear consecutively on the screen in random locations.</a:t>
            </a:r>
          </a:p>
          <a:p>
            <a:pPr algn="ctr"/>
            <a:endParaRPr lang="de-AT" dirty="0">
              <a:cs typeface="Calibri" panose="020F0502020204030204" pitchFamily="34" charset="0"/>
            </a:endParaRPr>
          </a:p>
          <a:p>
            <a:pPr algn="ctr"/>
            <a:r>
              <a:rPr lang="en-US" dirty="0">
                <a:cs typeface="Calibri" panose="020F0502020204030204" pitchFamily="34" charset="0"/>
              </a:rPr>
              <a:t>Your task is to </a:t>
            </a:r>
            <a:r>
              <a:rPr lang="en-US" b="1" dirty="0">
                <a:cs typeface="Calibri" panose="020F0502020204030204" pitchFamily="34" charset="0"/>
              </a:rPr>
              <a:t>tap these circles with the stylus</a:t>
            </a:r>
            <a:r>
              <a:rPr lang="en-US" dirty="0">
                <a:cs typeface="Calibri" panose="020F0502020204030204" pitchFamily="34" charset="0"/>
              </a:rPr>
              <a:t>. It is important that you actually </a:t>
            </a:r>
            <a:r>
              <a:rPr lang="en-US" b="1" dirty="0">
                <a:cs typeface="Calibri" panose="020F0502020204030204" pitchFamily="34" charset="0"/>
              </a:rPr>
              <a:t>hit</a:t>
            </a:r>
            <a:r>
              <a:rPr lang="en-US" dirty="0">
                <a:cs typeface="Calibri" panose="020F0502020204030204" pitchFamily="34" charset="0"/>
              </a:rPr>
              <a:t> the circles. It does not matter where exactly you hit the circles (e.g., in the middle or at the edge). </a:t>
            </a:r>
          </a:p>
          <a:p>
            <a:pPr algn="ctr"/>
            <a:endParaRPr lang="en-US" dirty="0">
              <a:cs typeface="Calibri" panose="020F0502020204030204" pitchFamily="34" charset="0"/>
            </a:endParaRPr>
          </a:p>
          <a:p>
            <a:pPr algn="ctr"/>
            <a:endParaRPr lang="en-US" dirty="0">
              <a:cs typeface="Calibri" panose="020F0502020204030204" pitchFamily="34" charset="0"/>
            </a:endParaRPr>
          </a:p>
          <a:p>
            <a:pPr algn="ctr"/>
            <a:endParaRPr lang="en-US" dirty="0">
              <a:cs typeface="Calibri" panose="020F0502020204030204" pitchFamily="34" charset="0"/>
            </a:endParaRPr>
          </a:p>
          <a:p>
            <a:pPr algn="ctr"/>
            <a:endParaRPr lang="en-US" dirty="0">
              <a:cs typeface="Calibri" panose="020F0502020204030204" pitchFamily="34" charset="0"/>
            </a:endParaRPr>
          </a:p>
          <a:p>
            <a:pPr algn="ctr"/>
            <a:r>
              <a:rPr lang="en-US" dirty="0">
                <a:cs typeface="Calibri" panose="020F0502020204030204" pitchFamily="34" charset="0"/>
              </a:rPr>
              <a:t>Try to perform the movements as </a:t>
            </a:r>
            <a:r>
              <a:rPr lang="en-US" b="1" dirty="0">
                <a:cs typeface="Calibri" panose="020F0502020204030204" pitchFamily="34" charset="0"/>
              </a:rPr>
              <a:t>quickly and accurately </a:t>
            </a:r>
            <a:r>
              <a:rPr lang="en-US" dirty="0">
                <a:cs typeface="Calibri" panose="020F0502020204030204" pitchFamily="34" charset="0"/>
              </a:rPr>
              <a:t>as possible.</a:t>
            </a:r>
          </a:p>
        </p:txBody>
      </p:sp>
      <p:sp>
        <p:nvSpPr>
          <p:cNvPr id="4" name="Flussdiagramm: Verbinder 3">
            <a:extLst>
              <a:ext uri="{FF2B5EF4-FFF2-40B4-BE49-F238E27FC236}">
                <a16:creationId xmlns:a16="http://schemas.microsoft.com/office/drawing/2014/main" id="{F6204FEC-C586-4646-93DE-9C1B8E327B7A}"/>
              </a:ext>
            </a:extLst>
          </p:cNvPr>
          <p:cNvSpPr/>
          <p:nvPr/>
        </p:nvSpPr>
        <p:spPr>
          <a:xfrm>
            <a:off x="2824517" y="3908275"/>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8434E95-739D-4798-9680-DA831CD0CA98}"/>
              </a:ext>
            </a:extLst>
          </p:cNvPr>
          <p:cNvSpPr/>
          <p:nvPr/>
        </p:nvSpPr>
        <p:spPr>
          <a:xfrm>
            <a:off x="3868613" y="3908275"/>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0392D8D-9F78-4E3F-B45E-96315EF47E60}"/>
              </a:ext>
            </a:extLst>
          </p:cNvPr>
          <p:cNvSpPr/>
          <p:nvPr/>
        </p:nvSpPr>
        <p:spPr>
          <a:xfrm>
            <a:off x="4912709" y="3908275"/>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6" name="Grafik 12" descr="Häkchen mit einfarbiger Füllung">
            <a:extLst>
              <a:ext uri="{FF2B5EF4-FFF2-40B4-BE49-F238E27FC236}">
                <a16:creationId xmlns:a16="http://schemas.microsoft.com/office/drawing/2014/main" id="{3D3A73D9-DDD3-42F1-B066-1595455BE514}"/>
              </a:ext>
            </a:extLst>
          </p:cNvPr>
          <p:cNvSpPr>
            <a:spLocks noChangeAspect="1"/>
          </p:cNvSpPr>
          <p:nvPr/>
        </p:nvSpPr>
        <p:spPr>
          <a:xfrm>
            <a:off x="3186015" y="3889409"/>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sp>
        <p:nvSpPr>
          <p:cNvPr id="17" name="Grafik 14" descr="Schließen mit einfarbiger Füllung">
            <a:extLst>
              <a:ext uri="{FF2B5EF4-FFF2-40B4-BE49-F238E27FC236}">
                <a16:creationId xmlns:a16="http://schemas.microsoft.com/office/drawing/2014/main" id="{36099148-6D87-4C5A-94B2-0A64C702A33D}"/>
              </a:ext>
            </a:extLst>
          </p:cNvPr>
          <p:cNvSpPr>
            <a:spLocks noChangeAspect="1"/>
          </p:cNvSpPr>
          <p:nvPr/>
        </p:nvSpPr>
        <p:spPr>
          <a:xfrm>
            <a:off x="5302242" y="3882555"/>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sp>
        <p:nvSpPr>
          <p:cNvPr id="18" name="Grafik 12" descr="Häkchen mit einfarbiger Füllung">
            <a:extLst>
              <a:ext uri="{FF2B5EF4-FFF2-40B4-BE49-F238E27FC236}">
                <a16:creationId xmlns:a16="http://schemas.microsoft.com/office/drawing/2014/main" id="{CD313CD1-A6AC-4889-896F-4AE3E42651F7}"/>
              </a:ext>
            </a:extLst>
          </p:cNvPr>
          <p:cNvSpPr>
            <a:spLocks noChangeAspect="1"/>
          </p:cNvSpPr>
          <p:nvPr/>
        </p:nvSpPr>
        <p:spPr>
          <a:xfrm>
            <a:off x="4230111" y="3883061"/>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grpSp>
        <p:nvGrpSpPr>
          <p:cNvPr id="27" name="Gruppieren 26">
            <a:extLst>
              <a:ext uri="{FF2B5EF4-FFF2-40B4-BE49-F238E27FC236}">
                <a16:creationId xmlns:a16="http://schemas.microsoft.com/office/drawing/2014/main" id="{1575D6F1-F4C6-43A5-84C7-1B3701033880}"/>
              </a:ext>
            </a:extLst>
          </p:cNvPr>
          <p:cNvGrpSpPr>
            <a:grpSpLocks noChangeAspect="1"/>
          </p:cNvGrpSpPr>
          <p:nvPr/>
        </p:nvGrpSpPr>
        <p:grpSpPr>
          <a:xfrm>
            <a:off x="4822560" y="3835276"/>
            <a:ext cx="452485" cy="504000"/>
            <a:chOff x="4184655" y="1692997"/>
            <a:chExt cx="1906332" cy="2123348"/>
          </a:xfrm>
        </p:grpSpPr>
        <p:pic>
          <p:nvPicPr>
            <p:cNvPr id="28" name="Grafik 27" descr="Bleistift mit einfarbiger Füllung">
              <a:extLst>
                <a:ext uri="{FF2B5EF4-FFF2-40B4-BE49-F238E27FC236}">
                  <a16:creationId xmlns:a16="http://schemas.microsoft.com/office/drawing/2014/main" id="{ED659818-DE50-437C-B0E6-D51E01FC6182}"/>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29" name="Gruppieren 28">
              <a:extLst>
                <a:ext uri="{FF2B5EF4-FFF2-40B4-BE49-F238E27FC236}">
                  <a16:creationId xmlns:a16="http://schemas.microsoft.com/office/drawing/2014/main" id="{C2C9ABCA-40D4-4936-BA8C-FF822C155069}"/>
                </a:ext>
              </a:extLst>
            </p:cNvPr>
            <p:cNvGrpSpPr/>
            <p:nvPr/>
          </p:nvGrpSpPr>
          <p:grpSpPr>
            <a:xfrm>
              <a:off x="4550400" y="3041655"/>
              <a:ext cx="43200" cy="774690"/>
              <a:chOff x="3385929" y="4336972"/>
              <a:chExt cx="57150" cy="774690"/>
            </a:xfrm>
            <a:solidFill>
              <a:schemeClr val="tx1"/>
            </a:solidFill>
          </p:grpSpPr>
          <p:sp>
            <p:nvSpPr>
              <p:cNvPr id="37" name="Rechteck: abgerundete Ecken 36">
                <a:extLst>
                  <a:ext uri="{FF2B5EF4-FFF2-40B4-BE49-F238E27FC236}">
                    <a16:creationId xmlns:a16="http://schemas.microsoft.com/office/drawing/2014/main" id="{66916E6E-2B81-47EE-8226-BC13C9EB1B9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4DA82538-06F8-4E2C-A85B-3BC2C18B46E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0" name="Gruppieren 29">
              <a:extLst>
                <a:ext uri="{FF2B5EF4-FFF2-40B4-BE49-F238E27FC236}">
                  <a16:creationId xmlns:a16="http://schemas.microsoft.com/office/drawing/2014/main" id="{3FFE20F7-0E02-47DF-A2A6-C357B96E7795}"/>
                </a:ext>
              </a:extLst>
            </p:cNvPr>
            <p:cNvGrpSpPr/>
            <p:nvPr/>
          </p:nvGrpSpPr>
          <p:grpSpPr>
            <a:xfrm rot="5400000">
              <a:off x="4550400" y="3041655"/>
              <a:ext cx="43200" cy="774690"/>
              <a:chOff x="3385929" y="4336972"/>
              <a:chExt cx="57150" cy="774690"/>
            </a:xfrm>
            <a:solidFill>
              <a:schemeClr val="tx1"/>
            </a:solidFill>
          </p:grpSpPr>
          <p:sp>
            <p:nvSpPr>
              <p:cNvPr id="35" name="Rechteck: abgerundete Ecken 34">
                <a:extLst>
                  <a:ext uri="{FF2B5EF4-FFF2-40B4-BE49-F238E27FC236}">
                    <a16:creationId xmlns:a16="http://schemas.microsoft.com/office/drawing/2014/main" id="{7A0081C7-F37F-450F-B45E-658517E816C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6CE1B306-194D-4FF0-86F9-A2BF52B0950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1" name="Rechteck: abgerundete Ecken 30">
              <a:extLst>
                <a:ext uri="{FF2B5EF4-FFF2-40B4-BE49-F238E27FC236}">
                  <a16:creationId xmlns:a16="http://schemas.microsoft.com/office/drawing/2014/main" id="{303D9520-B77F-468D-939D-A8E26C42AC12}"/>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2" name="Gruppieren 31">
              <a:extLst>
                <a:ext uri="{FF2B5EF4-FFF2-40B4-BE49-F238E27FC236}">
                  <a16:creationId xmlns:a16="http://schemas.microsoft.com/office/drawing/2014/main" id="{B8750FB0-0F15-4C00-8359-349BD1201E71}"/>
                </a:ext>
              </a:extLst>
            </p:cNvPr>
            <p:cNvGrpSpPr/>
            <p:nvPr/>
          </p:nvGrpSpPr>
          <p:grpSpPr>
            <a:xfrm rot="8100000">
              <a:off x="4550400" y="3041655"/>
              <a:ext cx="43200" cy="774690"/>
              <a:chOff x="3385929" y="4336972"/>
              <a:chExt cx="57150" cy="774690"/>
            </a:xfrm>
            <a:solidFill>
              <a:schemeClr val="tx1"/>
            </a:solidFill>
          </p:grpSpPr>
          <p:sp>
            <p:nvSpPr>
              <p:cNvPr id="33" name="Rechteck: abgerundete Ecken 32">
                <a:extLst>
                  <a:ext uri="{FF2B5EF4-FFF2-40B4-BE49-F238E27FC236}">
                    <a16:creationId xmlns:a16="http://schemas.microsoft.com/office/drawing/2014/main" id="{740B936A-6122-4780-A0A7-A105A4AAA8B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4" name="Rechteck: abgerundete Ecken 33">
                <a:extLst>
                  <a:ext uri="{FF2B5EF4-FFF2-40B4-BE49-F238E27FC236}">
                    <a16:creationId xmlns:a16="http://schemas.microsoft.com/office/drawing/2014/main" id="{6ADAD344-729B-408E-9307-D5F0CDADE70B}"/>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39" name="Flussdiagramm: Verbinder 38">
            <a:extLst>
              <a:ext uri="{FF2B5EF4-FFF2-40B4-BE49-F238E27FC236}">
                <a16:creationId xmlns:a16="http://schemas.microsoft.com/office/drawing/2014/main" id="{DC1F81F0-18D5-4369-8780-A14AE629865E}"/>
              </a:ext>
            </a:extLst>
          </p:cNvPr>
          <p:cNvSpPr/>
          <p:nvPr/>
        </p:nvSpPr>
        <p:spPr>
          <a:xfrm>
            <a:off x="5959484" y="3908275"/>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nvGrpSpPr>
          <p:cNvPr id="66" name="Gruppieren 65">
            <a:extLst>
              <a:ext uri="{FF2B5EF4-FFF2-40B4-BE49-F238E27FC236}">
                <a16:creationId xmlns:a16="http://schemas.microsoft.com/office/drawing/2014/main" id="{25D200DB-2919-481F-95F8-64787DC6D6BC}"/>
              </a:ext>
            </a:extLst>
          </p:cNvPr>
          <p:cNvGrpSpPr>
            <a:grpSpLocks noChangeAspect="1"/>
          </p:cNvGrpSpPr>
          <p:nvPr/>
        </p:nvGrpSpPr>
        <p:grpSpPr>
          <a:xfrm>
            <a:off x="3878953" y="3796984"/>
            <a:ext cx="452485" cy="504000"/>
            <a:chOff x="4184655" y="1692997"/>
            <a:chExt cx="1906332" cy="2123348"/>
          </a:xfrm>
        </p:grpSpPr>
        <p:pic>
          <p:nvPicPr>
            <p:cNvPr id="67" name="Grafik 66" descr="Bleistift mit einfarbiger Füllung">
              <a:extLst>
                <a:ext uri="{FF2B5EF4-FFF2-40B4-BE49-F238E27FC236}">
                  <a16:creationId xmlns:a16="http://schemas.microsoft.com/office/drawing/2014/main" id="{BC5A0077-1EDF-48FA-B4E7-F840E74F0184}"/>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68" name="Gruppieren 67">
              <a:extLst>
                <a:ext uri="{FF2B5EF4-FFF2-40B4-BE49-F238E27FC236}">
                  <a16:creationId xmlns:a16="http://schemas.microsoft.com/office/drawing/2014/main" id="{AF799DD0-65CD-4E8F-85EC-A74762ED7544}"/>
                </a:ext>
              </a:extLst>
            </p:cNvPr>
            <p:cNvGrpSpPr/>
            <p:nvPr/>
          </p:nvGrpSpPr>
          <p:grpSpPr>
            <a:xfrm>
              <a:off x="4550400" y="3041655"/>
              <a:ext cx="43200" cy="774690"/>
              <a:chOff x="3385929" y="4336972"/>
              <a:chExt cx="57150" cy="774690"/>
            </a:xfrm>
            <a:solidFill>
              <a:schemeClr val="tx1"/>
            </a:solidFill>
          </p:grpSpPr>
          <p:sp>
            <p:nvSpPr>
              <p:cNvPr id="79" name="Rechteck: abgerundete Ecken 78">
                <a:extLst>
                  <a:ext uri="{FF2B5EF4-FFF2-40B4-BE49-F238E27FC236}">
                    <a16:creationId xmlns:a16="http://schemas.microsoft.com/office/drawing/2014/main" id="{9A9AC4F8-0846-40EC-AA3B-C182ED12836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80" name="Rechteck: abgerundete Ecken 79">
                <a:extLst>
                  <a:ext uri="{FF2B5EF4-FFF2-40B4-BE49-F238E27FC236}">
                    <a16:creationId xmlns:a16="http://schemas.microsoft.com/office/drawing/2014/main" id="{FEEF897D-6A4C-44E2-ABAB-48D1095D45B1}"/>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69" name="Gruppieren 68">
              <a:extLst>
                <a:ext uri="{FF2B5EF4-FFF2-40B4-BE49-F238E27FC236}">
                  <a16:creationId xmlns:a16="http://schemas.microsoft.com/office/drawing/2014/main" id="{1D4F6FF6-2484-4D47-B0B3-D7F6E9E66296}"/>
                </a:ext>
              </a:extLst>
            </p:cNvPr>
            <p:cNvGrpSpPr/>
            <p:nvPr/>
          </p:nvGrpSpPr>
          <p:grpSpPr>
            <a:xfrm rot="5400000">
              <a:off x="4550400" y="3041655"/>
              <a:ext cx="43200" cy="774690"/>
              <a:chOff x="3385929" y="4336972"/>
              <a:chExt cx="57150" cy="774690"/>
            </a:xfrm>
            <a:solidFill>
              <a:schemeClr val="tx1"/>
            </a:solidFill>
          </p:grpSpPr>
          <p:sp>
            <p:nvSpPr>
              <p:cNvPr id="77" name="Rechteck: abgerundete Ecken 76">
                <a:extLst>
                  <a:ext uri="{FF2B5EF4-FFF2-40B4-BE49-F238E27FC236}">
                    <a16:creationId xmlns:a16="http://schemas.microsoft.com/office/drawing/2014/main" id="{5EF2DDF1-2719-449F-841C-C1314EAE257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8" name="Rechteck: abgerundete Ecken 77">
                <a:extLst>
                  <a:ext uri="{FF2B5EF4-FFF2-40B4-BE49-F238E27FC236}">
                    <a16:creationId xmlns:a16="http://schemas.microsoft.com/office/drawing/2014/main" id="{BA79255D-0158-4E09-810C-3A0557F892C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70" name="Rechteck: abgerundete Ecken 69">
              <a:extLst>
                <a:ext uri="{FF2B5EF4-FFF2-40B4-BE49-F238E27FC236}">
                  <a16:creationId xmlns:a16="http://schemas.microsoft.com/office/drawing/2014/main" id="{B03EE9A6-FF66-4583-8755-4208D13138B0}"/>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74" name="Gruppieren 73">
              <a:extLst>
                <a:ext uri="{FF2B5EF4-FFF2-40B4-BE49-F238E27FC236}">
                  <a16:creationId xmlns:a16="http://schemas.microsoft.com/office/drawing/2014/main" id="{60CA4D24-8A16-49E2-83D8-566DC0FD648A}"/>
                </a:ext>
              </a:extLst>
            </p:cNvPr>
            <p:cNvGrpSpPr/>
            <p:nvPr/>
          </p:nvGrpSpPr>
          <p:grpSpPr>
            <a:xfrm rot="8100000">
              <a:off x="4550400" y="3041655"/>
              <a:ext cx="43200" cy="774690"/>
              <a:chOff x="3385929" y="4336972"/>
              <a:chExt cx="57150" cy="774690"/>
            </a:xfrm>
            <a:solidFill>
              <a:schemeClr val="tx1"/>
            </a:solidFill>
          </p:grpSpPr>
          <p:sp>
            <p:nvSpPr>
              <p:cNvPr id="75" name="Rechteck: abgerundete Ecken 74">
                <a:extLst>
                  <a:ext uri="{FF2B5EF4-FFF2-40B4-BE49-F238E27FC236}">
                    <a16:creationId xmlns:a16="http://schemas.microsoft.com/office/drawing/2014/main" id="{16CF8B11-7BFF-4AD5-AD67-D29FE745552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6" name="Rechteck: abgerundete Ecken 75">
                <a:extLst>
                  <a:ext uri="{FF2B5EF4-FFF2-40B4-BE49-F238E27FC236}">
                    <a16:creationId xmlns:a16="http://schemas.microsoft.com/office/drawing/2014/main" id="{58D301B9-3950-4590-9B9A-EA56B9FFDA8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81" name="Gruppieren 80">
            <a:extLst>
              <a:ext uri="{FF2B5EF4-FFF2-40B4-BE49-F238E27FC236}">
                <a16:creationId xmlns:a16="http://schemas.microsoft.com/office/drawing/2014/main" id="{2DD9D545-D2A5-4661-BF8C-A035935D9447}"/>
              </a:ext>
            </a:extLst>
          </p:cNvPr>
          <p:cNvGrpSpPr>
            <a:grpSpLocks noChangeAspect="1"/>
          </p:cNvGrpSpPr>
          <p:nvPr/>
        </p:nvGrpSpPr>
        <p:grpSpPr>
          <a:xfrm>
            <a:off x="2916577" y="3687359"/>
            <a:ext cx="452485" cy="504000"/>
            <a:chOff x="4184655" y="1692997"/>
            <a:chExt cx="1906332" cy="2123348"/>
          </a:xfrm>
        </p:grpSpPr>
        <p:pic>
          <p:nvPicPr>
            <p:cNvPr id="82" name="Grafik 81" descr="Bleistift mit einfarbiger Füllung">
              <a:extLst>
                <a:ext uri="{FF2B5EF4-FFF2-40B4-BE49-F238E27FC236}">
                  <a16:creationId xmlns:a16="http://schemas.microsoft.com/office/drawing/2014/main" id="{3238E197-50AC-4226-AAA6-24763982601B}"/>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83" name="Gruppieren 82">
              <a:extLst>
                <a:ext uri="{FF2B5EF4-FFF2-40B4-BE49-F238E27FC236}">
                  <a16:creationId xmlns:a16="http://schemas.microsoft.com/office/drawing/2014/main" id="{2E2444EB-0D0F-4BA3-A76F-F83B94F80994}"/>
                </a:ext>
              </a:extLst>
            </p:cNvPr>
            <p:cNvGrpSpPr/>
            <p:nvPr/>
          </p:nvGrpSpPr>
          <p:grpSpPr>
            <a:xfrm>
              <a:off x="4550400" y="3041655"/>
              <a:ext cx="43200" cy="774690"/>
              <a:chOff x="3385929" y="4336972"/>
              <a:chExt cx="57150" cy="774690"/>
            </a:xfrm>
            <a:solidFill>
              <a:schemeClr val="tx1"/>
            </a:solidFill>
          </p:grpSpPr>
          <p:sp>
            <p:nvSpPr>
              <p:cNvPr id="91" name="Rechteck: abgerundete Ecken 90">
                <a:extLst>
                  <a:ext uri="{FF2B5EF4-FFF2-40B4-BE49-F238E27FC236}">
                    <a16:creationId xmlns:a16="http://schemas.microsoft.com/office/drawing/2014/main" id="{896BDBF9-6543-4B65-938F-F23A61CC2C8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92" name="Rechteck: abgerundete Ecken 91">
                <a:extLst>
                  <a:ext uri="{FF2B5EF4-FFF2-40B4-BE49-F238E27FC236}">
                    <a16:creationId xmlns:a16="http://schemas.microsoft.com/office/drawing/2014/main" id="{5D315376-CF02-4B4F-84C0-AB23F37E3DF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84" name="Gruppieren 83">
              <a:extLst>
                <a:ext uri="{FF2B5EF4-FFF2-40B4-BE49-F238E27FC236}">
                  <a16:creationId xmlns:a16="http://schemas.microsoft.com/office/drawing/2014/main" id="{94044197-A7B0-468E-9285-92D71E953FA0}"/>
                </a:ext>
              </a:extLst>
            </p:cNvPr>
            <p:cNvGrpSpPr/>
            <p:nvPr/>
          </p:nvGrpSpPr>
          <p:grpSpPr>
            <a:xfrm rot="5400000">
              <a:off x="4550400" y="3041655"/>
              <a:ext cx="43200" cy="774690"/>
              <a:chOff x="3385929" y="4336972"/>
              <a:chExt cx="57150" cy="774690"/>
            </a:xfrm>
            <a:solidFill>
              <a:schemeClr val="tx1"/>
            </a:solidFill>
          </p:grpSpPr>
          <p:sp>
            <p:nvSpPr>
              <p:cNvPr id="89" name="Rechteck: abgerundete Ecken 88">
                <a:extLst>
                  <a:ext uri="{FF2B5EF4-FFF2-40B4-BE49-F238E27FC236}">
                    <a16:creationId xmlns:a16="http://schemas.microsoft.com/office/drawing/2014/main" id="{544278F6-A3C9-4013-9233-9A118BC3F1F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90" name="Rechteck: abgerundete Ecken 89">
                <a:extLst>
                  <a:ext uri="{FF2B5EF4-FFF2-40B4-BE49-F238E27FC236}">
                    <a16:creationId xmlns:a16="http://schemas.microsoft.com/office/drawing/2014/main" id="{95E116F7-764D-40D8-8699-8E33D2A78A4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85" name="Rechteck: abgerundete Ecken 84">
              <a:extLst>
                <a:ext uri="{FF2B5EF4-FFF2-40B4-BE49-F238E27FC236}">
                  <a16:creationId xmlns:a16="http://schemas.microsoft.com/office/drawing/2014/main" id="{85E2B19F-BF6A-452A-94DF-C5AE35554527}"/>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86" name="Gruppieren 85">
              <a:extLst>
                <a:ext uri="{FF2B5EF4-FFF2-40B4-BE49-F238E27FC236}">
                  <a16:creationId xmlns:a16="http://schemas.microsoft.com/office/drawing/2014/main" id="{030B05AC-F2CD-45E3-B532-1BC98F132CFF}"/>
                </a:ext>
              </a:extLst>
            </p:cNvPr>
            <p:cNvGrpSpPr/>
            <p:nvPr/>
          </p:nvGrpSpPr>
          <p:grpSpPr>
            <a:xfrm rot="8100000">
              <a:off x="4550400" y="3041655"/>
              <a:ext cx="43200" cy="774690"/>
              <a:chOff x="3385929" y="4336972"/>
              <a:chExt cx="57150" cy="774690"/>
            </a:xfrm>
            <a:solidFill>
              <a:schemeClr val="tx1"/>
            </a:solidFill>
          </p:grpSpPr>
          <p:sp>
            <p:nvSpPr>
              <p:cNvPr id="87" name="Rechteck: abgerundete Ecken 86">
                <a:extLst>
                  <a:ext uri="{FF2B5EF4-FFF2-40B4-BE49-F238E27FC236}">
                    <a16:creationId xmlns:a16="http://schemas.microsoft.com/office/drawing/2014/main" id="{599CD74F-C5BA-4450-BC63-461246F4953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88" name="Rechteck: abgerundete Ecken 87">
                <a:extLst>
                  <a:ext uri="{FF2B5EF4-FFF2-40B4-BE49-F238E27FC236}">
                    <a16:creationId xmlns:a16="http://schemas.microsoft.com/office/drawing/2014/main" id="{EA288435-7743-4734-BE9A-01A7F8ECAC3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42" name="Gruppieren 41">
            <a:extLst>
              <a:ext uri="{FF2B5EF4-FFF2-40B4-BE49-F238E27FC236}">
                <a16:creationId xmlns:a16="http://schemas.microsoft.com/office/drawing/2014/main" id="{257D1CD1-45A4-4A43-9E28-BF331F72E4DC}"/>
              </a:ext>
            </a:extLst>
          </p:cNvPr>
          <p:cNvGrpSpPr>
            <a:grpSpLocks noChangeAspect="1"/>
          </p:cNvGrpSpPr>
          <p:nvPr/>
        </p:nvGrpSpPr>
        <p:grpSpPr>
          <a:xfrm>
            <a:off x="6189822" y="3940828"/>
            <a:ext cx="452485" cy="504000"/>
            <a:chOff x="4184655" y="1692997"/>
            <a:chExt cx="1906332" cy="2123348"/>
          </a:xfrm>
        </p:grpSpPr>
        <p:pic>
          <p:nvPicPr>
            <p:cNvPr id="43" name="Grafik 42" descr="Bleistift mit einfarbiger Füllung">
              <a:extLst>
                <a:ext uri="{FF2B5EF4-FFF2-40B4-BE49-F238E27FC236}">
                  <a16:creationId xmlns:a16="http://schemas.microsoft.com/office/drawing/2014/main" id="{6D990AC8-03AE-4BBB-823B-924FDB020F34}"/>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44" name="Gruppieren 43">
              <a:extLst>
                <a:ext uri="{FF2B5EF4-FFF2-40B4-BE49-F238E27FC236}">
                  <a16:creationId xmlns:a16="http://schemas.microsoft.com/office/drawing/2014/main" id="{E6457EB0-8452-4986-93B2-2008B1B9A3DB}"/>
                </a:ext>
              </a:extLst>
            </p:cNvPr>
            <p:cNvGrpSpPr/>
            <p:nvPr/>
          </p:nvGrpSpPr>
          <p:grpSpPr>
            <a:xfrm>
              <a:off x="4550400" y="3041655"/>
              <a:ext cx="43200" cy="774690"/>
              <a:chOff x="3385929" y="4336972"/>
              <a:chExt cx="57150" cy="774690"/>
            </a:xfrm>
            <a:solidFill>
              <a:schemeClr val="tx1"/>
            </a:solidFill>
          </p:grpSpPr>
          <p:sp>
            <p:nvSpPr>
              <p:cNvPr id="64" name="Rechteck: abgerundete Ecken 63">
                <a:extLst>
                  <a:ext uri="{FF2B5EF4-FFF2-40B4-BE49-F238E27FC236}">
                    <a16:creationId xmlns:a16="http://schemas.microsoft.com/office/drawing/2014/main" id="{E30DE906-7D17-45D8-96A1-239F18CE114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5" name="Rechteck: abgerundete Ecken 64">
                <a:extLst>
                  <a:ext uri="{FF2B5EF4-FFF2-40B4-BE49-F238E27FC236}">
                    <a16:creationId xmlns:a16="http://schemas.microsoft.com/office/drawing/2014/main" id="{CE577765-A814-41F5-8079-CB983F3EA061}"/>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5" name="Gruppieren 44">
              <a:extLst>
                <a:ext uri="{FF2B5EF4-FFF2-40B4-BE49-F238E27FC236}">
                  <a16:creationId xmlns:a16="http://schemas.microsoft.com/office/drawing/2014/main" id="{B62C1017-AFF8-40DB-A991-DCAF56767060}"/>
                </a:ext>
              </a:extLst>
            </p:cNvPr>
            <p:cNvGrpSpPr/>
            <p:nvPr/>
          </p:nvGrpSpPr>
          <p:grpSpPr>
            <a:xfrm rot="5400000">
              <a:off x="4550400" y="3041655"/>
              <a:ext cx="43200" cy="774690"/>
              <a:chOff x="3385929" y="4336972"/>
              <a:chExt cx="57150" cy="774690"/>
            </a:xfrm>
            <a:solidFill>
              <a:schemeClr val="tx1"/>
            </a:solidFill>
          </p:grpSpPr>
          <p:sp>
            <p:nvSpPr>
              <p:cNvPr id="62" name="Rechteck: abgerundete Ecken 61">
                <a:extLst>
                  <a:ext uri="{FF2B5EF4-FFF2-40B4-BE49-F238E27FC236}">
                    <a16:creationId xmlns:a16="http://schemas.microsoft.com/office/drawing/2014/main" id="{21AB0E7B-7747-4CB8-8C6A-3D554532256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3" name="Rechteck: abgerundete Ecken 62">
                <a:extLst>
                  <a:ext uri="{FF2B5EF4-FFF2-40B4-BE49-F238E27FC236}">
                    <a16:creationId xmlns:a16="http://schemas.microsoft.com/office/drawing/2014/main" id="{0F609F89-32D1-4D9F-9098-4450DC3924C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8" name="Rechteck: abgerundete Ecken 57">
              <a:extLst>
                <a:ext uri="{FF2B5EF4-FFF2-40B4-BE49-F238E27FC236}">
                  <a16:creationId xmlns:a16="http://schemas.microsoft.com/office/drawing/2014/main" id="{214E9A3E-36EC-4F35-B780-AD46CF99D571}"/>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9" name="Gruppieren 58">
              <a:extLst>
                <a:ext uri="{FF2B5EF4-FFF2-40B4-BE49-F238E27FC236}">
                  <a16:creationId xmlns:a16="http://schemas.microsoft.com/office/drawing/2014/main" id="{7312EC73-F9F4-46E4-9664-C466D553715D}"/>
                </a:ext>
              </a:extLst>
            </p:cNvPr>
            <p:cNvGrpSpPr/>
            <p:nvPr/>
          </p:nvGrpSpPr>
          <p:grpSpPr>
            <a:xfrm rot="8100000">
              <a:off x="4550400" y="3041655"/>
              <a:ext cx="43200" cy="774690"/>
              <a:chOff x="3385929" y="4336972"/>
              <a:chExt cx="57150" cy="774690"/>
            </a:xfrm>
            <a:solidFill>
              <a:schemeClr val="tx1"/>
            </a:solidFill>
          </p:grpSpPr>
          <p:sp>
            <p:nvSpPr>
              <p:cNvPr id="60" name="Rechteck: abgerundete Ecken 59">
                <a:extLst>
                  <a:ext uri="{FF2B5EF4-FFF2-40B4-BE49-F238E27FC236}">
                    <a16:creationId xmlns:a16="http://schemas.microsoft.com/office/drawing/2014/main" id="{7D098F78-73F1-4014-A19A-4C545B27D4B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1" name="Rechteck: abgerundete Ecken 60">
                <a:extLst>
                  <a:ext uri="{FF2B5EF4-FFF2-40B4-BE49-F238E27FC236}">
                    <a16:creationId xmlns:a16="http://schemas.microsoft.com/office/drawing/2014/main" id="{B08316E6-E67C-4AB9-8A66-42A57D844C8D}"/>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41" name="Grafik 14" descr="Schließen mit einfarbiger Füllung">
            <a:extLst>
              <a:ext uri="{FF2B5EF4-FFF2-40B4-BE49-F238E27FC236}">
                <a16:creationId xmlns:a16="http://schemas.microsoft.com/office/drawing/2014/main" id="{3296035C-90BA-4450-8F2C-641CA856E75C}"/>
              </a:ext>
            </a:extLst>
          </p:cNvPr>
          <p:cNvSpPr>
            <a:spLocks noChangeAspect="1"/>
          </p:cNvSpPr>
          <p:nvPr/>
        </p:nvSpPr>
        <p:spPr>
          <a:xfrm>
            <a:off x="6350124" y="3905402"/>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sp>
        <p:nvSpPr>
          <p:cNvPr id="71" name="Abgerundetes Rechteck 2">
            <a:extLst>
              <a:ext uri="{FF2B5EF4-FFF2-40B4-BE49-F238E27FC236}">
                <a16:creationId xmlns:a16="http://schemas.microsoft.com/office/drawing/2014/main" id="{AD634D0D-4A9E-49BB-AF77-F9A38B86BC24}"/>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3195662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bgerundetes Rechteck 2">
            <a:extLst>
              <a:ext uri="{FF2B5EF4-FFF2-40B4-BE49-F238E27FC236}">
                <a16:creationId xmlns:a16="http://schemas.microsoft.com/office/drawing/2014/main" id="{C9B3B2D3-E80E-4E59-A7BF-972C613F36F2}"/>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4" name="Textfeld 3">
            <a:extLst>
              <a:ext uri="{FF2B5EF4-FFF2-40B4-BE49-F238E27FC236}">
                <a16:creationId xmlns:a16="http://schemas.microsoft.com/office/drawing/2014/main" id="{B119B4B6-AEE8-4F2A-9886-8CAA89CD8EDB}"/>
              </a:ext>
            </a:extLst>
          </p:cNvPr>
          <p:cNvSpPr txBox="1"/>
          <p:nvPr/>
        </p:nvSpPr>
        <p:spPr>
          <a:xfrm>
            <a:off x="2938157" y="2382560"/>
            <a:ext cx="3267689" cy="2092881"/>
          </a:xfrm>
          <a:prstGeom prst="rect">
            <a:avLst/>
          </a:prstGeom>
          <a:noFill/>
        </p:spPr>
        <p:txBody>
          <a:bodyPr wrap="none" rtlCol="0">
            <a:spAutoFit/>
          </a:bodyPr>
          <a:lstStyle/>
          <a:p>
            <a:pPr algn="ctr"/>
            <a:r>
              <a:rPr lang="de-DE" sz="2800" b="1" dirty="0">
                <a:solidFill>
                  <a:schemeClr val="accent3"/>
                </a:solidFill>
              </a:rPr>
              <a:t>FEEDBACK</a:t>
            </a:r>
          </a:p>
          <a:p>
            <a:pPr algn="ctr"/>
            <a:endParaRPr lang="de-DE" dirty="0"/>
          </a:p>
          <a:p>
            <a:pPr algn="ctr"/>
            <a:r>
              <a:rPr lang="de-DE" sz="2200" dirty="0" err="1"/>
              <a:t>You</a:t>
            </a:r>
            <a:r>
              <a:rPr lang="de-DE" sz="2200" dirty="0"/>
              <a:t> </a:t>
            </a:r>
            <a:r>
              <a:rPr lang="de-DE" sz="2200" dirty="0" err="1"/>
              <a:t>hit</a:t>
            </a:r>
            <a:r>
              <a:rPr lang="de-DE" sz="2200" dirty="0"/>
              <a:t> </a:t>
            </a:r>
            <a:r>
              <a:rPr lang="de-DE" sz="2200" dirty="0">
                <a:solidFill>
                  <a:schemeClr val="bg1"/>
                </a:solidFill>
              </a:rPr>
              <a:t>20</a:t>
            </a:r>
            <a:r>
              <a:rPr lang="de-DE" sz="2200" dirty="0"/>
              <a:t> out </a:t>
            </a:r>
            <a:r>
              <a:rPr lang="de-DE" sz="2200" dirty="0" err="1"/>
              <a:t>of</a:t>
            </a:r>
            <a:r>
              <a:rPr lang="de-DE" sz="2200" dirty="0"/>
              <a:t> 70 </a:t>
            </a:r>
            <a:r>
              <a:rPr lang="de-DE" sz="2200" dirty="0" err="1"/>
              <a:t>circles</a:t>
            </a:r>
            <a:r>
              <a:rPr lang="de-DE" sz="2200" dirty="0"/>
              <a:t>.</a:t>
            </a:r>
          </a:p>
          <a:p>
            <a:pPr algn="ctr"/>
            <a:endParaRPr lang="de-DE" sz="2200" dirty="0"/>
          </a:p>
          <a:p>
            <a:pPr algn="ctr"/>
            <a:r>
              <a:rPr lang="de-DE" sz="2200" dirty="0" err="1"/>
              <a:t>Another</a:t>
            </a:r>
            <a:r>
              <a:rPr lang="de-DE" sz="2200" dirty="0"/>
              <a:t> </a:t>
            </a:r>
            <a:r>
              <a:rPr lang="de-DE" sz="2200" dirty="0" err="1"/>
              <a:t>task</a:t>
            </a:r>
            <a:r>
              <a:rPr lang="de-DE" sz="2200" dirty="0"/>
              <a:t> </a:t>
            </a:r>
            <a:r>
              <a:rPr lang="de-DE" sz="2200" dirty="0" err="1"/>
              <a:t>now</a:t>
            </a:r>
            <a:r>
              <a:rPr lang="de-DE" sz="2200" dirty="0"/>
              <a:t> </a:t>
            </a:r>
            <a:r>
              <a:rPr lang="de-DE" sz="2200" dirty="0" err="1"/>
              <a:t>follows</a:t>
            </a:r>
            <a:r>
              <a:rPr lang="de-DE" sz="2200" dirty="0"/>
              <a:t>.</a:t>
            </a:r>
          </a:p>
          <a:p>
            <a:pPr algn="ctr"/>
            <a:endParaRPr lang="de-DE" b="1" dirty="0"/>
          </a:p>
        </p:txBody>
      </p:sp>
    </p:spTree>
    <p:extLst>
      <p:ext uri="{BB962C8B-B14F-4D97-AF65-F5344CB8AC3E}">
        <p14:creationId xmlns:p14="http://schemas.microsoft.com/office/powerpoint/2010/main" val="28338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3EF96E8-1560-48C1-8DE5-C65823107707}"/>
              </a:ext>
            </a:extLst>
          </p:cNvPr>
          <p:cNvSpPr txBox="1"/>
          <p:nvPr/>
        </p:nvSpPr>
        <p:spPr>
          <a:xfrm>
            <a:off x="3089094" y="3244334"/>
            <a:ext cx="1665456" cy="369332"/>
          </a:xfrm>
          <a:prstGeom prst="rect">
            <a:avLst/>
          </a:prstGeom>
          <a:noFill/>
        </p:spPr>
        <p:txBody>
          <a:bodyPr wrap="none" rtlCol="0">
            <a:spAutoFit/>
          </a:bodyPr>
          <a:lstStyle/>
          <a:p>
            <a:r>
              <a:rPr lang="de-AT" dirty="0">
                <a:highlight>
                  <a:srgbClr val="FFFF00"/>
                </a:highlight>
              </a:rPr>
              <a:t>CRFT: </a:t>
            </a:r>
            <a:r>
              <a:rPr lang="de-AT" dirty="0" err="1">
                <a:highlight>
                  <a:srgbClr val="FFFF00"/>
                </a:highlight>
              </a:rPr>
              <a:t>Execution</a:t>
            </a:r>
            <a:endParaRPr lang="en-US" dirty="0">
              <a:highlight>
                <a:srgbClr val="FFFF00"/>
              </a:highlight>
            </a:endParaRPr>
          </a:p>
        </p:txBody>
      </p:sp>
    </p:spTree>
    <p:extLst>
      <p:ext uri="{BB962C8B-B14F-4D97-AF65-F5344CB8AC3E}">
        <p14:creationId xmlns:p14="http://schemas.microsoft.com/office/powerpoint/2010/main" val="3086987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bgerundetes Rechteck 2">
            <a:extLst>
              <a:ext uri="{FF2B5EF4-FFF2-40B4-BE49-F238E27FC236}">
                <a16:creationId xmlns:a16="http://schemas.microsoft.com/office/drawing/2014/main" id="{5CC25705-EAE7-4C1B-A8C2-05E63EED66AC}"/>
              </a:ext>
            </a:extLst>
          </p:cNvPr>
          <p:cNvSpPr/>
          <p:nvPr/>
        </p:nvSpPr>
        <p:spPr>
          <a:xfrm>
            <a:off x="6876256" y="6161448"/>
            <a:ext cx="1706488"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start</a:t>
            </a:r>
            <a:r>
              <a:rPr lang="de-DE" dirty="0"/>
              <a:t> </a:t>
            </a:r>
            <a:r>
              <a:rPr lang="de-DE" dirty="0" err="1"/>
              <a:t>animation</a:t>
            </a:r>
            <a:endParaRPr lang="de-DE" dirty="0"/>
          </a:p>
        </p:txBody>
      </p:sp>
      <p:sp>
        <p:nvSpPr>
          <p:cNvPr id="47" name="Rechteck 46">
            <a:extLst>
              <a:ext uri="{FF2B5EF4-FFF2-40B4-BE49-F238E27FC236}">
                <a16:creationId xmlns:a16="http://schemas.microsoft.com/office/drawing/2014/main" id="{81C0477F-6759-4F01-BB30-D7BAFB1ADF38}"/>
              </a:ext>
            </a:extLst>
          </p:cNvPr>
          <p:cNvSpPr/>
          <p:nvPr/>
        </p:nvSpPr>
        <p:spPr>
          <a:xfrm>
            <a:off x="575566" y="1006128"/>
            <a:ext cx="8172898" cy="3570208"/>
          </a:xfrm>
          <a:prstGeom prst="rect">
            <a:avLst/>
          </a:prstGeom>
        </p:spPr>
        <p:txBody>
          <a:bodyPr wrap="square">
            <a:spAutoFit/>
          </a:bodyPr>
          <a:lstStyle/>
          <a:p>
            <a:r>
              <a:rPr lang="en-US" dirty="0"/>
              <a:t>Below you see a symbolic representation of the task to be completed.</a:t>
            </a:r>
          </a:p>
          <a:p>
            <a:r>
              <a:rPr lang="en-US" b="1" dirty="0"/>
              <a:t>The task consists of two parts:</a:t>
            </a:r>
          </a:p>
          <a:p>
            <a:endParaRPr lang="en-US" b="1" dirty="0"/>
          </a:p>
          <a:p>
            <a:pPr marL="285750" indent="-285750">
              <a:spcAft>
                <a:spcPts val="600"/>
              </a:spcAft>
              <a:buFont typeface="Wingdings" panose="05000000000000000000" pitchFamily="2" charset="2"/>
              <a:buChar char="v"/>
            </a:pPr>
            <a:r>
              <a:rPr lang="en-US" b="1" dirty="0"/>
              <a:t>Alternately tap </a:t>
            </a:r>
            <a:r>
              <a:rPr lang="en-US" dirty="0"/>
              <a:t>the </a:t>
            </a:r>
            <a:r>
              <a:rPr lang="en-US" b="1" dirty="0">
                <a:solidFill>
                  <a:srgbClr val="C0504D"/>
                </a:solidFill>
              </a:rPr>
              <a:t>red circle </a:t>
            </a:r>
            <a:r>
              <a:rPr lang="en-US" dirty="0"/>
              <a:t>and</a:t>
            </a:r>
            <a:r>
              <a:rPr lang="en-US" b="1" dirty="0"/>
              <a:t> </a:t>
            </a:r>
            <a:r>
              <a:rPr lang="en-US" dirty="0"/>
              <a:t>one of the five </a:t>
            </a:r>
            <a:r>
              <a:rPr lang="en-US" b="1" dirty="0">
                <a:solidFill>
                  <a:srgbClr val="7F7F7F"/>
                </a:solidFill>
              </a:rPr>
              <a:t>gray circles </a:t>
            </a:r>
            <a:r>
              <a:rPr lang="en-US" dirty="0"/>
              <a:t>using the stylus.</a:t>
            </a:r>
            <a:br>
              <a:rPr lang="en-US" dirty="0"/>
            </a:br>
            <a:r>
              <a:rPr lang="en-US" dirty="0"/>
              <a:t>Work your way through the gray circles </a:t>
            </a:r>
            <a:r>
              <a:rPr lang="en-US" b="1" dirty="0">
                <a:solidFill>
                  <a:srgbClr val="7F7F7F"/>
                </a:solidFill>
              </a:rPr>
              <a:t>from left to right</a:t>
            </a:r>
            <a:r>
              <a:rPr lang="en-US" dirty="0"/>
              <a:t>, and </a:t>
            </a:r>
            <a:r>
              <a:rPr lang="en-US" b="1" dirty="0">
                <a:solidFill>
                  <a:srgbClr val="C0504D"/>
                </a:solidFill>
              </a:rPr>
              <a:t>start</a:t>
            </a:r>
            <a:r>
              <a:rPr lang="en-US" b="1" dirty="0"/>
              <a:t> </a:t>
            </a:r>
            <a:r>
              <a:rPr lang="en-US" dirty="0"/>
              <a:t>and</a:t>
            </a:r>
            <a:r>
              <a:rPr lang="en-US" b="1" dirty="0"/>
              <a:t> </a:t>
            </a:r>
            <a:r>
              <a:rPr lang="en-US" b="1" dirty="0">
                <a:solidFill>
                  <a:srgbClr val="C0504D"/>
                </a:solidFill>
              </a:rPr>
              <a:t>end</a:t>
            </a:r>
            <a:r>
              <a:rPr lang="en-US" dirty="0"/>
              <a:t> with the red circle.</a:t>
            </a:r>
          </a:p>
          <a:p>
            <a:r>
              <a:rPr lang="en-US" dirty="0"/>
              <a:t>      It is important that you comply with this specified order.</a:t>
            </a:r>
          </a:p>
          <a:p>
            <a:endParaRPr lang="en-US" dirty="0"/>
          </a:p>
          <a:p>
            <a:pPr marL="285750" indent="-285750">
              <a:buFont typeface="Wingdings" panose="05000000000000000000" pitchFamily="2" charset="2"/>
              <a:buChar char="v"/>
            </a:pPr>
            <a:endParaRPr lang="en-US" dirty="0"/>
          </a:p>
          <a:p>
            <a:pPr marL="285750" indent="-285750">
              <a:spcAft>
                <a:spcPts val="600"/>
              </a:spcAft>
              <a:buFont typeface="Wingdings" panose="05000000000000000000" pitchFamily="2" charset="2"/>
              <a:buChar char="v"/>
            </a:pPr>
            <a:r>
              <a:rPr lang="en-US" b="1" dirty="0"/>
              <a:t>Simultaneously </a:t>
            </a:r>
            <a:r>
              <a:rPr lang="en-US" dirty="0"/>
              <a:t>with each tap,</a:t>
            </a:r>
            <a:r>
              <a:rPr lang="en-US" b="1" dirty="0"/>
              <a:t> press the space bar </a:t>
            </a:r>
            <a:r>
              <a:rPr lang="en-US" dirty="0"/>
              <a:t>with the index finger of your other hand.</a:t>
            </a:r>
          </a:p>
          <a:p>
            <a:r>
              <a:rPr lang="en-US" dirty="0"/>
              <a:t>      Make sure to press the space bar all the way down.</a:t>
            </a:r>
          </a:p>
        </p:txBody>
      </p:sp>
      <p:grpSp>
        <p:nvGrpSpPr>
          <p:cNvPr id="77" name="Gruppieren 76">
            <a:extLst>
              <a:ext uri="{FF2B5EF4-FFF2-40B4-BE49-F238E27FC236}">
                <a16:creationId xmlns:a16="http://schemas.microsoft.com/office/drawing/2014/main" id="{522621B0-DD27-4E1D-BE6E-985458775CE3}"/>
              </a:ext>
            </a:extLst>
          </p:cNvPr>
          <p:cNvGrpSpPr>
            <a:grpSpLocks noChangeAspect="1"/>
          </p:cNvGrpSpPr>
          <p:nvPr/>
        </p:nvGrpSpPr>
        <p:grpSpPr>
          <a:xfrm>
            <a:off x="6300192" y="3911023"/>
            <a:ext cx="703217" cy="569327"/>
            <a:chOff x="2228034" y="2144757"/>
            <a:chExt cx="1311628" cy="1061900"/>
          </a:xfrm>
        </p:grpSpPr>
        <p:sp>
          <p:nvSpPr>
            <p:cNvPr id="78" name="Rechteck: abgerundete Ecken 77">
              <a:extLst>
                <a:ext uri="{FF2B5EF4-FFF2-40B4-BE49-F238E27FC236}">
                  <a16:creationId xmlns:a16="http://schemas.microsoft.com/office/drawing/2014/main" id="{86E98D96-00C4-4114-A4C3-5C5F6F80A1A8}"/>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79" name="Gruppieren 78">
              <a:extLst>
                <a:ext uri="{FF2B5EF4-FFF2-40B4-BE49-F238E27FC236}">
                  <a16:creationId xmlns:a16="http://schemas.microsoft.com/office/drawing/2014/main" id="{D7D8C99B-0176-457A-8BB4-CE847C00935A}"/>
                </a:ext>
              </a:extLst>
            </p:cNvPr>
            <p:cNvGrpSpPr>
              <a:grpSpLocks noChangeAspect="1"/>
            </p:cNvGrpSpPr>
            <p:nvPr/>
          </p:nvGrpSpPr>
          <p:grpSpPr>
            <a:xfrm>
              <a:off x="2702911" y="2190589"/>
              <a:ext cx="322289" cy="322289"/>
              <a:chOff x="1088874" y="1937857"/>
              <a:chExt cx="914400" cy="914400"/>
            </a:xfrm>
          </p:grpSpPr>
          <p:sp>
            <p:nvSpPr>
              <p:cNvPr id="81" name="Bogen 80">
                <a:extLst>
                  <a:ext uri="{FF2B5EF4-FFF2-40B4-BE49-F238E27FC236}">
                    <a16:creationId xmlns:a16="http://schemas.microsoft.com/office/drawing/2014/main" id="{9C6C42DC-FE26-4809-AA1B-EA6344EC9E6B}"/>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82" name="Bogen 81">
                <a:extLst>
                  <a:ext uri="{FF2B5EF4-FFF2-40B4-BE49-F238E27FC236}">
                    <a16:creationId xmlns:a16="http://schemas.microsoft.com/office/drawing/2014/main" id="{C5E2C75E-F5D9-4142-BDAA-9A72EFC47EF5}"/>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83" name="Bogen 82">
                <a:extLst>
                  <a:ext uri="{FF2B5EF4-FFF2-40B4-BE49-F238E27FC236}">
                    <a16:creationId xmlns:a16="http://schemas.microsoft.com/office/drawing/2014/main" id="{8E70209B-64AB-44A6-B2ED-4AE45D68A1D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80" name="Grafik 79" descr="Nach rechts zeigender Finger, Handrücken mit einfarbiger Füllung">
              <a:extLst>
                <a:ext uri="{FF2B5EF4-FFF2-40B4-BE49-F238E27FC236}">
                  <a16:creationId xmlns:a16="http://schemas.microsoft.com/office/drawing/2014/main" id="{F6AA9DEE-AEA9-4146-A1A3-481BAC84DA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grpSp>
        <p:nvGrpSpPr>
          <p:cNvPr id="84" name="Gruppieren 83">
            <a:extLst>
              <a:ext uri="{FF2B5EF4-FFF2-40B4-BE49-F238E27FC236}">
                <a16:creationId xmlns:a16="http://schemas.microsoft.com/office/drawing/2014/main" id="{3ADBF863-095C-437E-B2ED-FE2410582A04}"/>
              </a:ext>
            </a:extLst>
          </p:cNvPr>
          <p:cNvGrpSpPr>
            <a:grpSpLocks noChangeAspect="1"/>
          </p:cNvGrpSpPr>
          <p:nvPr/>
        </p:nvGrpSpPr>
        <p:grpSpPr>
          <a:xfrm>
            <a:off x="3319168" y="4941168"/>
            <a:ext cx="2505663" cy="1512000"/>
            <a:chOff x="1760400" y="1360800"/>
            <a:chExt cx="5619600" cy="3391047"/>
          </a:xfrm>
        </p:grpSpPr>
        <p:sp>
          <p:nvSpPr>
            <p:cNvPr id="85" name="Flussdiagramm: Verbinder 84">
              <a:extLst>
                <a:ext uri="{FF2B5EF4-FFF2-40B4-BE49-F238E27FC236}">
                  <a16:creationId xmlns:a16="http://schemas.microsoft.com/office/drawing/2014/main" id="{E45194B9-4343-44F3-93DB-73E5BC9EE4A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Flussdiagramm: Verbinder 85">
              <a:extLst>
                <a:ext uri="{FF2B5EF4-FFF2-40B4-BE49-F238E27FC236}">
                  <a16:creationId xmlns:a16="http://schemas.microsoft.com/office/drawing/2014/main" id="{B7CAF22F-81A6-48F5-BFA1-BE4928680339}"/>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Flussdiagramm: Verbinder 86">
              <a:extLst>
                <a:ext uri="{FF2B5EF4-FFF2-40B4-BE49-F238E27FC236}">
                  <a16:creationId xmlns:a16="http://schemas.microsoft.com/office/drawing/2014/main" id="{59B126F8-4816-4AE6-AAFC-1A3FEDB396CA}"/>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Flussdiagramm: Verbinder 87">
              <a:extLst>
                <a:ext uri="{FF2B5EF4-FFF2-40B4-BE49-F238E27FC236}">
                  <a16:creationId xmlns:a16="http://schemas.microsoft.com/office/drawing/2014/main" id="{3BAB0D0F-A48D-4CE4-90A2-AB872DFD710A}"/>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Flussdiagramm: Verbinder 88">
              <a:extLst>
                <a:ext uri="{FF2B5EF4-FFF2-40B4-BE49-F238E27FC236}">
                  <a16:creationId xmlns:a16="http://schemas.microsoft.com/office/drawing/2014/main" id="{CFCF912B-812D-49C2-B8FB-B0DB3BE6B7C3}"/>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Flussdiagramm: Verbinder 89">
              <a:extLst>
                <a:ext uri="{FF2B5EF4-FFF2-40B4-BE49-F238E27FC236}">
                  <a16:creationId xmlns:a16="http://schemas.microsoft.com/office/drawing/2014/main" id="{DC7EFABA-727E-4F7A-9DFE-C7CA81336FDF}"/>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5" name="Gruppieren 34">
            <a:extLst>
              <a:ext uri="{FF2B5EF4-FFF2-40B4-BE49-F238E27FC236}">
                <a16:creationId xmlns:a16="http://schemas.microsoft.com/office/drawing/2014/main" id="{FC844FCF-E326-4938-88B3-D7F3D83CC660}"/>
              </a:ext>
            </a:extLst>
          </p:cNvPr>
          <p:cNvGrpSpPr>
            <a:grpSpLocks noChangeAspect="1"/>
          </p:cNvGrpSpPr>
          <p:nvPr/>
        </p:nvGrpSpPr>
        <p:grpSpPr>
          <a:xfrm>
            <a:off x="7009759" y="2567487"/>
            <a:ext cx="406732" cy="453038"/>
            <a:chOff x="4184655" y="1692997"/>
            <a:chExt cx="1906332" cy="2123348"/>
          </a:xfrm>
        </p:grpSpPr>
        <p:pic>
          <p:nvPicPr>
            <p:cNvPr id="36" name="Grafik 35" descr="Bleistift mit einfarbiger Füllung">
              <a:extLst>
                <a:ext uri="{FF2B5EF4-FFF2-40B4-BE49-F238E27FC236}">
                  <a16:creationId xmlns:a16="http://schemas.microsoft.com/office/drawing/2014/main" id="{BDBFB0DA-9A56-4DAD-9AE0-A640F1402359}"/>
                </a:ext>
              </a:extLst>
            </p:cNvPr>
            <p:cNvPicPr preferRelativeResize="0">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7" name="Gruppieren 36">
              <a:extLst>
                <a:ext uri="{FF2B5EF4-FFF2-40B4-BE49-F238E27FC236}">
                  <a16:creationId xmlns:a16="http://schemas.microsoft.com/office/drawing/2014/main" id="{54AE6D03-BE89-4AAB-8DD8-024F83FE45BE}"/>
                </a:ext>
              </a:extLst>
            </p:cNvPr>
            <p:cNvGrpSpPr/>
            <p:nvPr/>
          </p:nvGrpSpPr>
          <p:grpSpPr>
            <a:xfrm>
              <a:off x="4550400" y="3041655"/>
              <a:ext cx="43200" cy="774690"/>
              <a:chOff x="3385929" y="4336972"/>
              <a:chExt cx="57150" cy="774690"/>
            </a:xfrm>
            <a:solidFill>
              <a:schemeClr val="tx1"/>
            </a:solidFill>
          </p:grpSpPr>
          <p:sp>
            <p:nvSpPr>
              <p:cNvPr id="45" name="Rechteck: abgerundete Ecken 44">
                <a:extLst>
                  <a:ext uri="{FF2B5EF4-FFF2-40B4-BE49-F238E27FC236}">
                    <a16:creationId xmlns:a16="http://schemas.microsoft.com/office/drawing/2014/main" id="{6575FA9A-D030-4FF1-ACB4-29879FC564E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6" name="Rechteck: abgerundete Ecken 45">
                <a:extLst>
                  <a:ext uri="{FF2B5EF4-FFF2-40B4-BE49-F238E27FC236}">
                    <a16:creationId xmlns:a16="http://schemas.microsoft.com/office/drawing/2014/main" id="{37BE8ED6-9293-4DD8-8729-EA6D905DBF4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8" name="Gruppieren 37">
              <a:extLst>
                <a:ext uri="{FF2B5EF4-FFF2-40B4-BE49-F238E27FC236}">
                  <a16:creationId xmlns:a16="http://schemas.microsoft.com/office/drawing/2014/main" id="{EB7B01CE-E053-4ACC-A5FF-1454421765E8}"/>
                </a:ext>
              </a:extLst>
            </p:cNvPr>
            <p:cNvGrpSpPr/>
            <p:nvPr/>
          </p:nvGrpSpPr>
          <p:grpSpPr>
            <a:xfrm rot="5400000">
              <a:off x="4550400" y="3041655"/>
              <a:ext cx="43200" cy="774690"/>
              <a:chOff x="3385929" y="4336972"/>
              <a:chExt cx="57150" cy="774690"/>
            </a:xfrm>
            <a:solidFill>
              <a:schemeClr val="tx1"/>
            </a:solidFill>
          </p:grpSpPr>
          <p:sp>
            <p:nvSpPr>
              <p:cNvPr id="43" name="Rechteck: abgerundete Ecken 42">
                <a:extLst>
                  <a:ext uri="{FF2B5EF4-FFF2-40B4-BE49-F238E27FC236}">
                    <a16:creationId xmlns:a16="http://schemas.microsoft.com/office/drawing/2014/main" id="{FA4664CE-F172-4AF2-AA19-6F328E3ABAC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4" name="Rechteck: abgerundete Ecken 43">
                <a:extLst>
                  <a:ext uri="{FF2B5EF4-FFF2-40B4-BE49-F238E27FC236}">
                    <a16:creationId xmlns:a16="http://schemas.microsoft.com/office/drawing/2014/main" id="{CD11780C-7FB4-43BA-9912-5A70EB46A42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9" name="Rechteck: abgerundete Ecken 38">
              <a:extLst>
                <a:ext uri="{FF2B5EF4-FFF2-40B4-BE49-F238E27FC236}">
                  <a16:creationId xmlns:a16="http://schemas.microsoft.com/office/drawing/2014/main" id="{43243AFC-D103-4AB2-B458-32ED694C338B}"/>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0" name="Gruppieren 39">
              <a:extLst>
                <a:ext uri="{FF2B5EF4-FFF2-40B4-BE49-F238E27FC236}">
                  <a16:creationId xmlns:a16="http://schemas.microsoft.com/office/drawing/2014/main" id="{40ADB8B7-444E-4254-AA8E-8418DD011814}"/>
                </a:ext>
              </a:extLst>
            </p:cNvPr>
            <p:cNvGrpSpPr/>
            <p:nvPr/>
          </p:nvGrpSpPr>
          <p:grpSpPr>
            <a:xfrm rot="8100000">
              <a:off x="4550400" y="3041655"/>
              <a:ext cx="43200" cy="774690"/>
              <a:chOff x="3385929" y="4336972"/>
              <a:chExt cx="57150" cy="774690"/>
            </a:xfrm>
            <a:solidFill>
              <a:schemeClr val="tx1"/>
            </a:solidFill>
          </p:grpSpPr>
          <p:sp>
            <p:nvSpPr>
              <p:cNvPr id="41" name="Rechteck: abgerundete Ecken 40">
                <a:extLst>
                  <a:ext uri="{FF2B5EF4-FFF2-40B4-BE49-F238E27FC236}">
                    <a16:creationId xmlns:a16="http://schemas.microsoft.com/office/drawing/2014/main" id="{611BDD1D-8931-4C54-8023-F786A452C3F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2" name="Rechteck: abgerundete Ecken 41">
                <a:extLst>
                  <a:ext uri="{FF2B5EF4-FFF2-40B4-BE49-F238E27FC236}">
                    <a16:creationId xmlns:a16="http://schemas.microsoft.com/office/drawing/2014/main" id="{63F28B5B-6532-4A86-A560-76EEDB2B672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90808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31A629B5-0A50-4CFC-8AE1-53BB82EFADB5}"/>
              </a:ext>
            </a:extLst>
          </p:cNvPr>
          <p:cNvGrpSpPr>
            <a:grpSpLocks noChangeAspect="1"/>
          </p:cNvGrpSpPr>
          <p:nvPr/>
        </p:nvGrpSpPr>
        <p:grpSpPr>
          <a:xfrm>
            <a:off x="2240650" y="1992882"/>
            <a:ext cx="4680000" cy="2824078"/>
            <a:chOff x="1760400" y="1360800"/>
            <a:chExt cx="5619600" cy="3391047"/>
          </a:xfrm>
        </p:grpSpPr>
        <p:sp>
          <p:nvSpPr>
            <p:cNvPr id="3" name="Flussdiagramm: Verbinder 2">
              <a:extLst>
                <a:ext uri="{FF2B5EF4-FFF2-40B4-BE49-F238E27FC236}">
                  <a16:creationId xmlns:a16="http://schemas.microsoft.com/office/drawing/2014/main" id="{96ACAB6A-AEC8-4A35-9647-0080C4B88DBF}"/>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 name="Flussdiagramm: Verbinder 3">
              <a:extLst>
                <a:ext uri="{FF2B5EF4-FFF2-40B4-BE49-F238E27FC236}">
                  <a16:creationId xmlns:a16="http://schemas.microsoft.com/office/drawing/2014/main" id="{1B306AD7-7B1B-47D3-BFD0-3B14CDA14FCE}"/>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2CE65F1-A1B0-4454-BE0F-4D3F86829F6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B5EA1D0-F3A5-40D3-BE19-072C743391F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Flussdiagramm: Verbinder 6">
              <a:extLst>
                <a:ext uri="{FF2B5EF4-FFF2-40B4-BE49-F238E27FC236}">
                  <a16:creationId xmlns:a16="http://schemas.microsoft.com/office/drawing/2014/main" id="{130508ED-C08E-421D-84A0-EA9835B6CC50}"/>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Flussdiagramm: Verbinder 7">
              <a:extLst>
                <a:ext uri="{FF2B5EF4-FFF2-40B4-BE49-F238E27FC236}">
                  <a16:creationId xmlns:a16="http://schemas.microsoft.com/office/drawing/2014/main" id="{B2E53EEB-EFC5-4B85-A294-16984A6BE6E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141232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31A629B5-0A50-4CFC-8AE1-53BB82EFADB5}"/>
              </a:ext>
            </a:extLst>
          </p:cNvPr>
          <p:cNvGrpSpPr>
            <a:grpSpLocks noChangeAspect="1"/>
          </p:cNvGrpSpPr>
          <p:nvPr/>
        </p:nvGrpSpPr>
        <p:grpSpPr>
          <a:xfrm>
            <a:off x="2240650" y="1992882"/>
            <a:ext cx="4680000" cy="2824078"/>
            <a:chOff x="1760400" y="1360800"/>
            <a:chExt cx="5619600" cy="3391047"/>
          </a:xfrm>
        </p:grpSpPr>
        <p:sp>
          <p:nvSpPr>
            <p:cNvPr id="3" name="Flussdiagramm: Verbinder 2">
              <a:extLst>
                <a:ext uri="{FF2B5EF4-FFF2-40B4-BE49-F238E27FC236}">
                  <a16:creationId xmlns:a16="http://schemas.microsoft.com/office/drawing/2014/main" id="{96ACAB6A-AEC8-4A35-9647-0080C4B88DBF}"/>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 name="Flussdiagramm: Verbinder 3">
              <a:extLst>
                <a:ext uri="{FF2B5EF4-FFF2-40B4-BE49-F238E27FC236}">
                  <a16:creationId xmlns:a16="http://schemas.microsoft.com/office/drawing/2014/main" id="{1B306AD7-7B1B-47D3-BFD0-3B14CDA14FCE}"/>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2CE65F1-A1B0-4454-BE0F-4D3F86829F6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B5EA1D0-F3A5-40D3-BE19-072C743391F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Flussdiagramm: Verbinder 6">
              <a:extLst>
                <a:ext uri="{FF2B5EF4-FFF2-40B4-BE49-F238E27FC236}">
                  <a16:creationId xmlns:a16="http://schemas.microsoft.com/office/drawing/2014/main" id="{130508ED-C08E-421D-84A0-EA9835B6CC50}"/>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Flussdiagramm: Verbinder 7">
              <a:extLst>
                <a:ext uri="{FF2B5EF4-FFF2-40B4-BE49-F238E27FC236}">
                  <a16:creationId xmlns:a16="http://schemas.microsoft.com/office/drawing/2014/main" id="{B2E53EEB-EFC5-4B85-A294-16984A6BE6E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21" name="Gruppieren 20">
            <a:extLst>
              <a:ext uri="{FF2B5EF4-FFF2-40B4-BE49-F238E27FC236}">
                <a16:creationId xmlns:a16="http://schemas.microsoft.com/office/drawing/2014/main" id="{19B2256E-4A7F-4078-BDDD-80B8095FA518}"/>
              </a:ext>
            </a:extLst>
          </p:cNvPr>
          <p:cNvGrpSpPr>
            <a:grpSpLocks noChangeAspect="1"/>
          </p:cNvGrpSpPr>
          <p:nvPr/>
        </p:nvGrpSpPr>
        <p:grpSpPr>
          <a:xfrm>
            <a:off x="4229042" y="5085184"/>
            <a:ext cx="703217" cy="569327"/>
            <a:chOff x="2228034" y="2144757"/>
            <a:chExt cx="1311628" cy="1061900"/>
          </a:xfrm>
        </p:grpSpPr>
        <p:sp>
          <p:nvSpPr>
            <p:cNvPr id="22" name="Rechteck: abgerundete Ecken 21">
              <a:extLst>
                <a:ext uri="{FF2B5EF4-FFF2-40B4-BE49-F238E27FC236}">
                  <a16:creationId xmlns:a16="http://schemas.microsoft.com/office/drawing/2014/main" id="{A15015CF-8C15-4F9F-9C81-FB45839F3CF2}"/>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23" name="Gruppieren 22">
              <a:extLst>
                <a:ext uri="{FF2B5EF4-FFF2-40B4-BE49-F238E27FC236}">
                  <a16:creationId xmlns:a16="http://schemas.microsoft.com/office/drawing/2014/main" id="{B3DD9535-4C9C-44C7-AE55-767F41059901}"/>
                </a:ext>
              </a:extLst>
            </p:cNvPr>
            <p:cNvGrpSpPr>
              <a:grpSpLocks noChangeAspect="1"/>
            </p:cNvGrpSpPr>
            <p:nvPr/>
          </p:nvGrpSpPr>
          <p:grpSpPr>
            <a:xfrm>
              <a:off x="2702911" y="2190589"/>
              <a:ext cx="322289" cy="322289"/>
              <a:chOff x="1088874" y="1937857"/>
              <a:chExt cx="914400" cy="914400"/>
            </a:xfrm>
          </p:grpSpPr>
          <p:sp>
            <p:nvSpPr>
              <p:cNvPr id="25" name="Bogen 24">
                <a:extLst>
                  <a:ext uri="{FF2B5EF4-FFF2-40B4-BE49-F238E27FC236}">
                    <a16:creationId xmlns:a16="http://schemas.microsoft.com/office/drawing/2014/main" id="{5D735436-790F-4B3F-BF84-4AB289532F21}"/>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26" name="Bogen 25">
                <a:extLst>
                  <a:ext uri="{FF2B5EF4-FFF2-40B4-BE49-F238E27FC236}">
                    <a16:creationId xmlns:a16="http://schemas.microsoft.com/office/drawing/2014/main" id="{A6B15C6B-D341-45FF-88FC-7D2BE9545C70}"/>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27" name="Bogen 26">
                <a:extLst>
                  <a:ext uri="{FF2B5EF4-FFF2-40B4-BE49-F238E27FC236}">
                    <a16:creationId xmlns:a16="http://schemas.microsoft.com/office/drawing/2014/main" id="{8DFCB562-A0A6-4CF8-833D-5F0B37BD09C0}"/>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24" name="Grafik 23" descr="Nach rechts zeigender Finger, Handrücken mit einfarbiger Füllung">
              <a:extLst>
                <a:ext uri="{FF2B5EF4-FFF2-40B4-BE49-F238E27FC236}">
                  <a16:creationId xmlns:a16="http://schemas.microsoft.com/office/drawing/2014/main" id="{ECAE2190-CB56-42A0-8662-D540ACF1F9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grpSp>
        <p:nvGrpSpPr>
          <p:cNvPr id="29" name="Gruppieren 28">
            <a:extLst>
              <a:ext uri="{FF2B5EF4-FFF2-40B4-BE49-F238E27FC236}">
                <a16:creationId xmlns:a16="http://schemas.microsoft.com/office/drawing/2014/main" id="{ABC74953-3C5D-4949-B570-DA9FA3AF9382}"/>
              </a:ext>
            </a:extLst>
          </p:cNvPr>
          <p:cNvGrpSpPr>
            <a:grpSpLocks noChangeAspect="1"/>
          </p:cNvGrpSpPr>
          <p:nvPr/>
        </p:nvGrpSpPr>
        <p:grpSpPr>
          <a:xfrm>
            <a:off x="4467195" y="4073552"/>
            <a:ext cx="649639" cy="723600"/>
            <a:chOff x="4184655" y="1692997"/>
            <a:chExt cx="1906332" cy="2123348"/>
          </a:xfrm>
        </p:grpSpPr>
        <p:pic>
          <p:nvPicPr>
            <p:cNvPr id="40" name="Grafik 39" descr="Bleistift mit einfarbiger Füllung">
              <a:extLst>
                <a:ext uri="{FF2B5EF4-FFF2-40B4-BE49-F238E27FC236}">
                  <a16:creationId xmlns:a16="http://schemas.microsoft.com/office/drawing/2014/main" id="{F2251A8A-4C9E-4271-B68E-573224181137}"/>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41" name="Gruppieren 40">
              <a:extLst>
                <a:ext uri="{FF2B5EF4-FFF2-40B4-BE49-F238E27FC236}">
                  <a16:creationId xmlns:a16="http://schemas.microsoft.com/office/drawing/2014/main" id="{8C7FB15F-38CC-4F54-B272-39B2A800082F}"/>
                </a:ext>
              </a:extLst>
            </p:cNvPr>
            <p:cNvGrpSpPr/>
            <p:nvPr/>
          </p:nvGrpSpPr>
          <p:grpSpPr>
            <a:xfrm>
              <a:off x="4550400" y="3041655"/>
              <a:ext cx="43200" cy="774690"/>
              <a:chOff x="3385929" y="4336972"/>
              <a:chExt cx="57150" cy="774690"/>
            </a:xfrm>
            <a:solidFill>
              <a:schemeClr val="tx1"/>
            </a:solidFill>
          </p:grpSpPr>
          <p:sp>
            <p:nvSpPr>
              <p:cNvPr id="51" name="Rechteck: abgerundete Ecken 50">
                <a:extLst>
                  <a:ext uri="{FF2B5EF4-FFF2-40B4-BE49-F238E27FC236}">
                    <a16:creationId xmlns:a16="http://schemas.microsoft.com/office/drawing/2014/main" id="{DEFF3B47-DB69-4051-9B59-C34C8F93FDA6}"/>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2" name="Rechteck: abgerundete Ecken 51">
                <a:extLst>
                  <a:ext uri="{FF2B5EF4-FFF2-40B4-BE49-F238E27FC236}">
                    <a16:creationId xmlns:a16="http://schemas.microsoft.com/office/drawing/2014/main" id="{E81BA1A6-73CC-44EA-ACA8-8C67113187E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2" name="Gruppieren 41">
              <a:extLst>
                <a:ext uri="{FF2B5EF4-FFF2-40B4-BE49-F238E27FC236}">
                  <a16:creationId xmlns:a16="http://schemas.microsoft.com/office/drawing/2014/main" id="{8F6B255F-A24D-4014-94C8-44CDC244D003}"/>
                </a:ext>
              </a:extLst>
            </p:cNvPr>
            <p:cNvGrpSpPr/>
            <p:nvPr/>
          </p:nvGrpSpPr>
          <p:grpSpPr>
            <a:xfrm rot="5400000">
              <a:off x="4550400" y="3041655"/>
              <a:ext cx="43200" cy="774690"/>
              <a:chOff x="3385929" y="4336972"/>
              <a:chExt cx="57150" cy="774690"/>
            </a:xfrm>
            <a:solidFill>
              <a:schemeClr val="tx1"/>
            </a:solidFill>
          </p:grpSpPr>
          <p:sp>
            <p:nvSpPr>
              <p:cNvPr id="47" name="Rechteck: abgerundete Ecken 46">
                <a:extLst>
                  <a:ext uri="{FF2B5EF4-FFF2-40B4-BE49-F238E27FC236}">
                    <a16:creationId xmlns:a16="http://schemas.microsoft.com/office/drawing/2014/main" id="{DEB0DD41-8E42-4FBE-87F0-0D217DFFEC4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8" name="Rechteck: abgerundete Ecken 47">
                <a:extLst>
                  <a:ext uri="{FF2B5EF4-FFF2-40B4-BE49-F238E27FC236}">
                    <a16:creationId xmlns:a16="http://schemas.microsoft.com/office/drawing/2014/main" id="{7D0483B4-DB97-42FE-8E47-789A4D5A12D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43" name="Rechteck: abgerundete Ecken 42">
              <a:extLst>
                <a:ext uri="{FF2B5EF4-FFF2-40B4-BE49-F238E27FC236}">
                  <a16:creationId xmlns:a16="http://schemas.microsoft.com/office/drawing/2014/main" id="{C5D74F2B-D05A-41DE-BC21-A819E3DFC455}"/>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4" name="Gruppieren 43">
              <a:extLst>
                <a:ext uri="{FF2B5EF4-FFF2-40B4-BE49-F238E27FC236}">
                  <a16:creationId xmlns:a16="http://schemas.microsoft.com/office/drawing/2014/main" id="{D1F310FA-412A-4B58-A814-185F87689922}"/>
                </a:ext>
              </a:extLst>
            </p:cNvPr>
            <p:cNvGrpSpPr/>
            <p:nvPr/>
          </p:nvGrpSpPr>
          <p:grpSpPr>
            <a:xfrm rot="8100000">
              <a:off x="4550400" y="3041655"/>
              <a:ext cx="43200" cy="774690"/>
              <a:chOff x="3385929" y="4336972"/>
              <a:chExt cx="57150" cy="774690"/>
            </a:xfrm>
            <a:solidFill>
              <a:schemeClr val="tx1"/>
            </a:solidFill>
          </p:grpSpPr>
          <p:sp>
            <p:nvSpPr>
              <p:cNvPr id="45" name="Rechteck: abgerundete Ecken 44">
                <a:extLst>
                  <a:ext uri="{FF2B5EF4-FFF2-40B4-BE49-F238E27FC236}">
                    <a16:creationId xmlns:a16="http://schemas.microsoft.com/office/drawing/2014/main" id="{632ACEF8-C452-4225-9649-08DDFE8C940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6" name="Rechteck: abgerundete Ecken 45">
                <a:extLst>
                  <a:ext uri="{FF2B5EF4-FFF2-40B4-BE49-F238E27FC236}">
                    <a16:creationId xmlns:a16="http://schemas.microsoft.com/office/drawing/2014/main" id="{81557C26-9D2E-4C3A-AFE3-5375E163FA7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91627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uppieren 50">
            <a:extLst>
              <a:ext uri="{FF2B5EF4-FFF2-40B4-BE49-F238E27FC236}">
                <a16:creationId xmlns:a16="http://schemas.microsoft.com/office/drawing/2014/main" id="{52768BB7-CCC5-4597-867C-142BBA46B6B1}"/>
              </a:ext>
            </a:extLst>
          </p:cNvPr>
          <p:cNvGrpSpPr>
            <a:grpSpLocks noChangeAspect="1"/>
          </p:cNvGrpSpPr>
          <p:nvPr/>
        </p:nvGrpSpPr>
        <p:grpSpPr>
          <a:xfrm>
            <a:off x="2240650" y="1992882"/>
            <a:ext cx="4680000" cy="2824078"/>
            <a:chOff x="1760400" y="1360800"/>
            <a:chExt cx="5619600" cy="3391047"/>
          </a:xfrm>
        </p:grpSpPr>
        <p:sp>
          <p:nvSpPr>
            <p:cNvPr id="52" name="Flussdiagramm: Verbinder 51">
              <a:extLst>
                <a:ext uri="{FF2B5EF4-FFF2-40B4-BE49-F238E27FC236}">
                  <a16:creationId xmlns:a16="http://schemas.microsoft.com/office/drawing/2014/main" id="{83D55941-2953-4FA3-994C-305A05A00882}"/>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3" name="Flussdiagramm: Verbinder 52">
              <a:extLst>
                <a:ext uri="{FF2B5EF4-FFF2-40B4-BE49-F238E27FC236}">
                  <a16:creationId xmlns:a16="http://schemas.microsoft.com/office/drawing/2014/main" id="{15B5F99D-42B5-4390-B7FF-2B48EE331BE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4" name="Flussdiagramm: Verbinder 53">
              <a:extLst>
                <a:ext uri="{FF2B5EF4-FFF2-40B4-BE49-F238E27FC236}">
                  <a16:creationId xmlns:a16="http://schemas.microsoft.com/office/drawing/2014/main" id="{C60698E6-FC46-4524-B961-409D3D9D0A0B}"/>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Flussdiagramm: Verbinder 54">
              <a:extLst>
                <a:ext uri="{FF2B5EF4-FFF2-40B4-BE49-F238E27FC236}">
                  <a16:creationId xmlns:a16="http://schemas.microsoft.com/office/drawing/2014/main" id="{29C43812-71BA-44FD-9F42-A8C18EFFB959}"/>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Flussdiagramm: Verbinder 57">
              <a:extLst>
                <a:ext uri="{FF2B5EF4-FFF2-40B4-BE49-F238E27FC236}">
                  <a16:creationId xmlns:a16="http://schemas.microsoft.com/office/drawing/2014/main" id="{3322529C-15AA-4240-B97D-8B660B86E31E}"/>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9" name="Flussdiagramm: Verbinder 58">
              <a:extLst>
                <a:ext uri="{FF2B5EF4-FFF2-40B4-BE49-F238E27FC236}">
                  <a16:creationId xmlns:a16="http://schemas.microsoft.com/office/drawing/2014/main" id="{112902CF-6A79-44DF-B146-984EA38832A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38" name="Bogen 37">
            <a:extLst>
              <a:ext uri="{FF2B5EF4-FFF2-40B4-BE49-F238E27FC236}">
                <a16:creationId xmlns:a16="http://schemas.microsoft.com/office/drawing/2014/main" id="{56207753-DDB5-4FD6-B7C7-87D76462B870}"/>
              </a:ext>
            </a:extLst>
          </p:cNvPr>
          <p:cNvSpPr/>
          <p:nvPr/>
        </p:nvSpPr>
        <p:spPr>
          <a:xfrm rot="17659167" flipV="1">
            <a:off x="2667587" y="2871075"/>
            <a:ext cx="1359447" cy="2579112"/>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60" name="Gruppieren 59">
            <a:extLst>
              <a:ext uri="{FF2B5EF4-FFF2-40B4-BE49-F238E27FC236}">
                <a16:creationId xmlns:a16="http://schemas.microsoft.com/office/drawing/2014/main" id="{F82B807B-DD10-4581-BB30-BC272CEC9ED7}"/>
              </a:ext>
            </a:extLst>
          </p:cNvPr>
          <p:cNvGrpSpPr>
            <a:grpSpLocks noChangeAspect="1"/>
          </p:cNvGrpSpPr>
          <p:nvPr/>
        </p:nvGrpSpPr>
        <p:grpSpPr>
          <a:xfrm>
            <a:off x="1315603" y="3289694"/>
            <a:ext cx="703217" cy="569327"/>
            <a:chOff x="2228034" y="2144757"/>
            <a:chExt cx="1311628" cy="1061900"/>
          </a:xfrm>
        </p:grpSpPr>
        <p:sp>
          <p:nvSpPr>
            <p:cNvPr id="61" name="Rechteck: abgerundete Ecken 60">
              <a:extLst>
                <a:ext uri="{FF2B5EF4-FFF2-40B4-BE49-F238E27FC236}">
                  <a16:creationId xmlns:a16="http://schemas.microsoft.com/office/drawing/2014/main" id="{8E23DD55-02A7-43EA-864A-F80D0CAA3624}"/>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62" name="Gruppieren 61">
              <a:extLst>
                <a:ext uri="{FF2B5EF4-FFF2-40B4-BE49-F238E27FC236}">
                  <a16:creationId xmlns:a16="http://schemas.microsoft.com/office/drawing/2014/main" id="{6D9F6CA7-6CBD-4226-9442-6D843E47C6E6}"/>
                </a:ext>
              </a:extLst>
            </p:cNvPr>
            <p:cNvGrpSpPr>
              <a:grpSpLocks noChangeAspect="1"/>
            </p:cNvGrpSpPr>
            <p:nvPr/>
          </p:nvGrpSpPr>
          <p:grpSpPr>
            <a:xfrm>
              <a:off x="2702911" y="2190589"/>
              <a:ext cx="322289" cy="322289"/>
              <a:chOff x="1088874" y="1937857"/>
              <a:chExt cx="914400" cy="914400"/>
            </a:xfrm>
          </p:grpSpPr>
          <p:sp>
            <p:nvSpPr>
              <p:cNvPr id="64" name="Bogen 63">
                <a:extLst>
                  <a:ext uri="{FF2B5EF4-FFF2-40B4-BE49-F238E27FC236}">
                    <a16:creationId xmlns:a16="http://schemas.microsoft.com/office/drawing/2014/main" id="{9066A28C-8D9C-495F-9E9D-79E0497AC3D8}"/>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65" name="Bogen 64">
                <a:extLst>
                  <a:ext uri="{FF2B5EF4-FFF2-40B4-BE49-F238E27FC236}">
                    <a16:creationId xmlns:a16="http://schemas.microsoft.com/office/drawing/2014/main" id="{CF049C60-0D6C-4731-9055-A345DB8AF1C4}"/>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66" name="Bogen 65">
                <a:extLst>
                  <a:ext uri="{FF2B5EF4-FFF2-40B4-BE49-F238E27FC236}">
                    <a16:creationId xmlns:a16="http://schemas.microsoft.com/office/drawing/2014/main" id="{3764C572-3666-463C-9652-51BA2ED08E94}"/>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63" name="Grafik 62" descr="Nach rechts zeigender Finger, Handrücken mit einfarbiger Füllung">
              <a:extLst>
                <a:ext uri="{FF2B5EF4-FFF2-40B4-BE49-F238E27FC236}">
                  <a16:creationId xmlns:a16="http://schemas.microsoft.com/office/drawing/2014/main" id="{8E5C0313-DC2B-402D-9A6B-FFFF134A1F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grpSp>
        <p:nvGrpSpPr>
          <p:cNvPr id="68" name="Gruppieren 67">
            <a:extLst>
              <a:ext uri="{FF2B5EF4-FFF2-40B4-BE49-F238E27FC236}">
                <a16:creationId xmlns:a16="http://schemas.microsoft.com/office/drawing/2014/main" id="{C57DA4A7-DFD5-4CEE-83C6-479758F815AD}"/>
              </a:ext>
            </a:extLst>
          </p:cNvPr>
          <p:cNvGrpSpPr>
            <a:grpSpLocks noChangeAspect="1"/>
          </p:cNvGrpSpPr>
          <p:nvPr/>
        </p:nvGrpSpPr>
        <p:grpSpPr>
          <a:xfrm>
            <a:off x="2335561" y="2802974"/>
            <a:ext cx="649639" cy="723600"/>
            <a:chOff x="4184655" y="1692997"/>
            <a:chExt cx="1906332" cy="2123348"/>
          </a:xfrm>
        </p:grpSpPr>
        <p:pic>
          <p:nvPicPr>
            <p:cNvPr id="69" name="Grafik 68" descr="Bleistift mit einfarbiger Füllung">
              <a:extLst>
                <a:ext uri="{FF2B5EF4-FFF2-40B4-BE49-F238E27FC236}">
                  <a16:creationId xmlns:a16="http://schemas.microsoft.com/office/drawing/2014/main" id="{1139698D-65ED-464A-A257-A5C5D1926CBF}"/>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70" name="Gruppieren 69">
              <a:extLst>
                <a:ext uri="{FF2B5EF4-FFF2-40B4-BE49-F238E27FC236}">
                  <a16:creationId xmlns:a16="http://schemas.microsoft.com/office/drawing/2014/main" id="{EFB5C11E-20D7-48EE-B238-5B38F2D75D49}"/>
                </a:ext>
              </a:extLst>
            </p:cNvPr>
            <p:cNvGrpSpPr/>
            <p:nvPr/>
          </p:nvGrpSpPr>
          <p:grpSpPr>
            <a:xfrm>
              <a:off x="4550400" y="3041655"/>
              <a:ext cx="43200" cy="774690"/>
              <a:chOff x="3385929" y="4336972"/>
              <a:chExt cx="57150" cy="774690"/>
            </a:xfrm>
            <a:solidFill>
              <a:schemeClr val="tx1"/>
            </a:solidFill>
          </p:grpSpPr>
          <p:sp>
            <p:nvSpPr>
              <p:cNvPr id="78" name="Rechteck: abgerundete Ecken 77">
                <a:extLst>
                  <a:ext uri="{FF2B5EF4-FFF2-40B4-BE49-F238E27FC236}">
                    <a16:creationId xmlns:a16="http://schemas.microsoft.com/office/drawing/2014/main" id="{55B62F62-7042-4DAD-9D00-6D1CB413D70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9" name="Rechteck: abgerundete Ecken 78">
                <a:extLst>
                  <a:ext uri="{FF2B5EF4-FFF2-40B4-BE49-F238E27FC236}">
                    <a16:creationId xmlns:a16="http://schemas.microsoft.com/office/drawing/2014/main" id="{18F3E0E4-3213-4442-8810-288F15FEABD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71" name="Gruppieren 70">
              <a:extLst>
                <a:ext uri="{FF2B5EF4-FFF2-40B4-BE49-F238E27FC236}">
                  <a16:creationId xmlns:a16="http://schemas.microsoft.com/office/drawing/2014/main" id="{55A70474-B2CC-44DC-AD7F-35B891F11341}"/>
                </a:ext>
              </a:extLst>
            </p:cNvPr>
            <p:cNvGrpSpPr/>
            <p:nvPr/>
          </p:nvGrpSpPr>
          <p:grpSpPr>
            <a:xfrm rot="5400000">
              <a:off x="4550400" y="3041655"/>
              <a:ext cx="43200" cy="774690"/>
              <a:chOff x="3385929" y="4336972"/>
              <a:chExt cx="57150" cy="774690"/>
            </a:xfrm>
            <a:solidFill>
              <a:schemeClr val="tx1"/>
            </a:solidFill>
          </p:grpSpPr>
          <p:sp>
            <p:nvSpPr>
              <p:cNvPr id="76" name="Rechteck: abgerundete Ecken 75">
                <a:extLst>
                  <a:ext uri="{FF2B5EF4-FFF2-40B4-BE49-F238E27FC236}">
                    <a16:creationId xmlns:a16="http://schemas.microsoft.com/office/drawing/2014/main" id="{F04758C0-3BAB-49F2-B7B3-07EC58718E7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7" name="Rechteck: abgerundete Ecken 76">
                <a:extLst>
                  <a:ext uri="{FF2B5EF4-FFF2-40B4-BE49-F238E27FC236}">
                    <a16:creationId xmlns:a16="http://schemas.microsoft.com/office/drawing/2014/main" id="{086EDCE4-CACA-4671-BD34-6AB21640CB5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72" name="Rechteck: abgerundete Ecken 71">
              <a:extLst>
                <a:ext uri="{FF2B5EF4-FFF2-40B4-BE49-F238E27FC236}">
                  <a16:creationId xmlns:a16="http://schemas.microsoft.com/office/drawing/2014/main" id="{8B515AC3-C755-4535-874B-FB53B7B357C3}"/>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73" name="Gruppieren 72">
              <a:extLst>
                <a:ext uri="{FF2B5EF4-FFF2-40B4-BE49-F238E27FC236}">
                  <a16:creationId xmlns:a16="http://schemas.microsoft.com/office/drawing/2014/main" id="{D241B97B-B157-456B-835B-C6015AE580A3}"/>
                </a:ext>
              </a:extLst>
            </p:cNvPr>
            <p:cNvGrpSpPr/>
            <p:nvPr/>
          </p:nvGrpSpPr>
          <p:grpSpPr>
            <a:xfrm rot="8100000">
              <a:off x="4550400" y="3041655"/>
              <a:ext cx="43200" cy="774690"/>
              <a:chOff x="3385929" y="4336972"/>
              <a:chExt cx="57150" cy="774690"/>
            </a:xfrm>
            <a:solidFill>
              <a:schemeClr val="tx1"/>
            </a:solidFill>
          </p:grpSpPr>
          <p:sp>
            <p:nvSpPr>
              <p:cNvPr id="74" name="Rechteck: abgerundete Ecken 73">
                <a:extLst>
                  <a:ext uri="{FF2B5EF4-FFF2-40B4-BE49-F238E27FC236}">
                    <a16:creationId xmlns:a16="http://schemas.microsoft.com/office/drawing/2014/main" id="{017551F4-230E-4BA0-BD4C-722D6D930A1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5" name="Rechteck: abgerundete Ecken 74">
                <a:extLst>
                  <a:ext uri="{FF2B5EF4-FFF2-40B4-BE49-F238E27FC236}">
                    <a16:creationId xmlns:a16="http://schemas.microsoft.com/office/drawing/2014/main" id="{3728E5F0-9186-4BC0-A440-3E7357216CA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45220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E67869EE-A0D1-4FB8-9E73-068BF095E7BD}"/>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06768CF0-F32F-4689-A28A-F6E3B936A334}"/>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5936BA45-E597-4A1A-975D-8B548F6D88A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E3B9A951-2A14-4240-9A3C-BB3F3956A54D}"/>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8C1B7DCF-7FA5-4EF1-B72F-B3EF9F6F36E2}"/>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A743BE0-EC5E-45F0-A872-01C4433F4CDB}"/>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3FE28599-D248-4BAE-936E-3FEF39BCF6C0}"/>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53" name="Gruppieren 52">
            <a:extLst>
              <a:ext uri="{FF2B5EF4-FFF2-40B4-BE49-F238E27FC236}">
                <a16:creationId xmlns:a16="http://schemas.microsoft.com/office/drawing/2014/main" id="{47634EC0-C4D5-43EE-9CA8-E140B0B991A2}"/>
              </a:ext>
            </a:extLst>
          </p:cNvPr>
          <p:cNvGrpSpPr>
            <a:grpSpLocks noChangeAspect="1"/>
          </p:cNvGrpSpPr>
          <p:nvPr/>
        </p:nvGrpSpPr>
        <p:grpSpPr>
          <a:xfrm>
            <a:off x="4229042" y="5085184"/>
            <a:ext cx="703217" cy="569327"/>
            <a:chOff x="2228034" y="2144757"/>
            <a:chExt cx="1311628" cy="1061900"/>
          </a:xfrm>
        </p:grpSpPr>
        <p:sp>
          <p:nvSpPr>
            <p:cNvPr id="54" name="Rechteck: abgerundete Ecken 53">
              <a:extLst>
                <a:ext uri="{FF2B5EF4-FFF2-40B4-BE49-F238E27FC236}">
                  <a16:creationId xmlns:a16="http://schemas.microsoft.com/office/drawing/2014/main" id="{1130FF0A-F4EF-42D0-8390-47637C2010D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55" name="Gruppieren 54">
              <a:extLst>
                <a:ext uri="{FF2B5EF4-FFF2-40B4-BE49-F238E27FC236}">
                  <a16:creationId xmlns:a16="http://schemas.microsoft.com/office/drawing/2014/main" id="{3EBF6BC0-93C6-427E-BF5C-1A4CC8294142}"/>
                </a:ext>
              </a:extLst>
            </p:cNvPr>
            <p:cNvGrpSpPr>
              <a:grpSpLocks noChangeAspect="1"/>
            </p:cNvGrpSpPr>
            <p:nvPr/>
          </p:nvGrpSpPr>
          <p:grpSpPr>
            <a:xfrm>
              <a:off x="2702911" y="2190589"/>
              <a:ext cx="322289" cy="322289"/>
              <a:chOff x="1088874" y="1937857"/>
              <a:chExt cx="914400" cy="914400"/>
            </a:xfrm>
          </p:grpSpPr>
          <p:sp>
            <p:nvSpPr>
              <p:cNvPr id="57" name="Bogen 56">
                <a:extLst>
                  <a:ext uri="{FF2B5EF4-FFF2-40B4-BE49-F238E27FC236}">
                    <a16:creationId xmlns:a16="http://schemas.microsoft.com/office/drawing/2014/main" id="{647566B8-09ED-4608-85A9-149F33466A0F}"/>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58" name="Bogen 57">
                <a:extLst>
                  <a:ext uri="{FF2B5EF4-FFF2-40B4-BE49-F238E27FC236}">
                    <a16:creationId xmlns:a16="http://schemas.microsoft.com/office/drawing/2014/main" id="{7C9ED091-1EF0-4E78-9250-702745E1943A}"/>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59" name="Bogen 58">
                <a:extLst>
                  <a:ext uri="{FF2B5EF4-FFF2-40B4-BE49-F238E27FC236}">
                    <a16:creationId xmlns:a16="http://schemas.microsoft.com/office/drawing/2014/main" id="{9FDBE79A-2CA1-4265-ADB5-097C6CF2D6EE}"/>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56" name="Grafik 55" descr="Nach rechts zeigender Finger, Handrücken mit einfarbiger Füllung">
              <a:extLst>
                <a:ext uri="{FF2B5EF4-FFF2-40B4-BE49-F238E27FC236}">
                  <a16:creationId xmlns:a16="http://schemas.microsoft.com/office/drawing/2014/main" id="{205516FE-4511-4276-B910-A254214B65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71" name="Bogen 70">
            <a:extLst>
              <a:ext uri="{FF2B5EF4-FFF2-40B4-BE49-F238E27FC236}">
                <a16:creationId xmlns:a16="http://schemas.microsoft.com/office/drawing/2014/main" id="{29470D48-9865-48D2-ABF0-6F5949BEE984}"/>
              </a:ext>
            </a:extLst>
          </p:cNvPr>
          <p:cNvSpPr/>
          <p:nvPr/>
        </p:nvSpPr>
        <p:spPr>
          <a:xfrm rot="7546966" flipH="1" flipV="1">
            <a:off x="2819294" y="2966629"/>
            <a:ext cx="1273272" cy="2633303"/>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61" name="Gruppieren 60">
            <a:extLst>
              <a:ext uri="{FF2B5EF4-FFF2-40B4-BE49-F238E27FC236}">
                <a16:creationId xmlns:a16="http://schemas.microsoft.com/office/drawing/2014/main" id="{AE0E1A52-F3BD-4A89-868D-FFDE71BA1A4C}"/>
              </a:ext>
            </a:extLst>
          </p:cNvPr>
          <p:cNvGrpSpPr>
            <a:grpSpLocks noChangeAspect="1"/>
          </p:cNvGrpSpPr>
          <p:nvPr/>
        </p:nvGrpSpPr>
        <p:grpSpPr>
          <a:xfrm>
            <a:off x="4467195" y="4073552"/>
            <a:ext cx="649639" cy="723600"/>
            <a:chOff x="4184655" y="1692997"/>
            <a:chExt cx="1906332" cy="2123348"/>
          </a:xfrm>
        </p:grpSpPr>
        <p:pic>
          <p:nvPicPr>
            <p:cNvPr id="62" name="Grafik 61" descr="Bleistift mit einfarbiger Füllung">
              <a:extLst>
                <a:ext uri="{FF2B5EF4-FFF2-40B4-BE49-F238E27FC236}">
                  <a16:creationId xmlns:a16="http://schemas.microsoft.com/office/drawing/2014/main" id="{EE38C013-9BE5-4B45-89BF-8B6756A09EEA}"/>
                </a:ext>
              </a:extLst>
            </p:cNvPr>
            <p:cNvPicPr preferRelativeResize="0">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1085753">
              <a:off x="4326104" y="1692997"/>
              <a:ext cx="1764883" cy="1764000"/>
            </a:xfrm>
            <a:prstGeom prst="rect">
              <a:avLst/>
            </a:prstGeom>
          </p:spPr>
        </p:pic>
        <p:grpSp>
          <p:nvGrpSpPr>
            <p:cNvPr id="63" name="Gruppieren 62">
              <a:extLst>
                <a:ext uri="{FF2B5EF4-FFF2-40B4-BE49-F238E27FC236}">
                  <a16:creationId xmlns:a16="http://schemas.microsoft.com/office/drawing/2014/main" id="{3E539D62-6A5A-4668-B830-83E986839274}"/>
                </a:ext>
              </a:extLst>
            </p:cNvPr>
            <p:cNvGrpSpPr/>
            <p:nvPr/>
          </p:nvGrpSpPr>
          <p:grpSpPr>
            <a:xfrm>
              <a:off x="4550400" y="3041655"/>
              <a:ext cx="43200" cy="774690"/>
              <a:chOff x="3385929" y="4336972"/>
              <a:chExt cx="57150" cy="774690"/>
            </a:xfrm>
            <a:solidFill>
              <a:schemeClr val="tx1"/>
            </a:solidFill>
          </p:grpSpPr>
          <p:sp>
            <p:nvSpPr>
              <p:cNvPr id="73" name="Rechteck: abgerundete Ecken 72">
                <a:extLst>
                  <a:ext uri="{FF2B5EF4-FFF2-40B4-BE49-F238E27FC236}">
                    <a16:creationId xmlns:a16="http://schemas.microsoft.com/office/drawing/2014/main" id="{1EBBA59B-AE8E-48CE-869B-85DC1E9E280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4" name="Rechteck: abgerundete Ecken 73">
                <a:extLst>
                  <a:ext uri="{FF2B5EF4-FFF2-40B4-BE49-F238E27FC236}">
                    <a16:creationId xmlns:a16="http://schemas.microsoft.com/office/drawing/2014/main" id="{A10819CA-117A-43C5-8FD5-30B3AF01C05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64" name="Gruppieren 63">
              <a:extLst>
                <a:ext uri="{FF2B5EF4-FFF2-40B4-BE49-F238E27FC236}">
                  <a16:creationId xmlns:a16="http://schemas.microsoft.com/office/drawing/2014/main" id="{9A45112B-85E9-4CA0-9F30-D784D0C97949}"/>
                </a:ext>
              </a:extLst>
            </p:cNvPr>
            <p:cNvGrpSpPr/>
            <p:nvPr/>
          </p:nvGrpSpPr>
          <p:grpSpPr>
            <a:xfrm rot="5400000">
              <a:off x="4550400" y="3041655"/>
              <a:ext cx="43200" cy="774690"/>
              <a:chOff x="3385929" y="4336972"/>
              <a:chExt cx="57150" cy="774690"/>
            </a:xfrm>
            <a:solidFill>
              <a:schemeClr val="tx1"/>
            </a:solidFill>
          </p:grpSpPr>
          <p:sp>
            <p:nvSpPr>
              <p:cNvPr id="69" name="Rechteck: abgerundete Ecken 68">
                <a:extLst>
                  <a:ext uri="{FF2B5EF4-FFF2-40B4-BE49-F238E27FC236}">
                    <a16:creationId xmlns:a16="http://schemas.microsoft.com/office/drawing/2014/main" id="{9634CA1E-937E-41C1-905F-ECFD474B0AE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0" name="Rechteck: abgerundete Ecken 69">
                <a:extLst>
                  <a:ext uri="{FF2B5EF4-FFF2-40B4-BE49-F238E27FC236}">
                    <a16:creationId xmlns:a16="http://schemas.microsoft.com/office/drawing/2014/main" id="{83A1D4B9-3771-45FA-9ECB-3B1B48424FC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65" name="Rechteck: abgerundete Ecken 64">
              <a:extLst>
                <a:ext uri="{FF2B5EF4-FFF2-40B4-BE49-F238E27FC236}">
                  <a16:creationId xmlns:a16="http://schemas.microsoft.com/office/drawing/2014/main" id="{8149162E-07CC-4487-B5CB-CED0E419B61A}"/>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66" name="Gruppieren 65">
              <a:extLst>
                <a:ext uri="{FF2B5EF4-FFF2-40B4-BE49-F238E27FC236}">
                  <a16:creationId xmlns:a16="http://schemas.microsoft.com/office/drawing/2014/main" id="{AE042DDD-56A8-4DAD-984D-3514A1AAE6CC}"/>
                </a:ext>
              </a:extLst>
            </p:cNvPr>
            <p:cNvGrpSpPr/>
            <p:nvPr/>
          </p:nvGrpSpPr>
          <p:grpSpPr>
            <a:xfrm rot="8100000">
              <a:off x="4550400" y="3041655"/>
              <a:ext cx="43200" cy="774690"/>
              <a:chOff x="3385929" y="4336972"/>
              <a:chExt cx="57150" cy="774690"/>
            </a:xfrm>
            <a:solidFill>
              <a:schemeClr val="tx1"/>
            </a:solidFill>
          </p:grpSpPr>
          <p:sp>
            <p:nvSpPr>
              <p:cNvPr id="67" name="Rechteck: abgerundete Ecken 66">
                <a:extLst>
                  <a:ext uri="{FF2B5EF4-FFF2-40B4-BE49-F238E27FC236}">
                    <a16:creationId xmlns:a16="http://schemas.microsoft.com/office/drawing/2014/main" id="{6671F140-BBF7-40B8-8747-EB95993A291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8" name="Rechteck: abgerundete Ecken 67">
                <a:extLst>
                  <a:ext uri="{FF2B5EF4-FFF2-40B4-BE49-F238E27FC236}">
                    <a16:creationId xmlns:a16="http://schemas.microsoft.com/office/drawing/2014/main" id="{664B38AE-180B-49C9-9AC6-B84AB3AE449D}"/>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80926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6512EBBB-592E-4489-8390-20CE0B1C9D96}"/>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AF84C020-AC7E-46AF-993B-23902719D209}"/>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60733E62-1BBC-43F2-83C7-13A629AD15B7}"/>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E080D76A-67BE-4272-84BB-6C085C875EBF}"/>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330242E0-78C7-46C4-A06C-682D599C4819}"/>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D4866A59-A30B-4FB5-8788-9748FDCE8E3C}"/>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44DBFDF3-2855-4105-B154-C2C269559DCB}"/>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41" name="Gruppieren 40">
            <a:extLst>
              <a:ext uri="{FF2B5EF4-FFF2-40B4-BE49-F238E27FC236}">
                <a16:creationId xmlns:a16="http://schemas.microsoft.com/office/drawing/2014/main" id="{C385DE5B-797D-4B1A-BED1-B264CF94BB06}"/>
              </a:ext>
            </a:extLst>
          </p:cNvPr>
          <p:cNvGrpSpPr>
            <a:grpSpLocks noChangeAspect="1"/>
          </p:cNvGrpSpPr>
          <p:nvPr/>
        </p:nvGrpSpPr>
        <p:grpSpPr>
          <a:xfrm>
            <a:off x="2204362" y="2412615"/>
            <a:ext cx="703217" cy="569327"/>
            <a:chOff x="2228034" y="2144757"/>
            <a:chExt cx="1311628" cy="1061900"/>
          </a:xfrm>
        </p:grpSpPr>
        <p:sp>
          <p:nvSpPr>
            <p:cNvPr id="42" name="Rechteck: abgerundete Ecken 41">
              <a:extLst>
                <a:ext uri="{FF2B5EF4-FFF2-40B4-BE49-F238E27FC236}">
                  <a16:creationId xmlns:a16="http://schemas.microsoft.com/office/drawing/2014/main" id="{3A105032-A9E2-44DD-9935-FA0F1FB4464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3" name="Gruppieren 42">
              <a:extLst>
                <a:ext uri="{FF2B5EF4-FFF2-40B4-BE49-F238E27FC236}">
                  <a16:creationId xmlns:a16="http://schemas.microsoft.com/office/drawing/2014/main" id="{CACBCE42-4FC9-4BF8-ABE3-85A6AA52EDDE}"/>
                </a:ext>
              </a:extLst>
            </p:cNvPr>
            <p:cNvGrpSpPr>
              <a:grpSpLocks noChangeAspect="1"/>
            </p:cNvGrpSpPr>
            <p:nvPr/>
          </p:nvGrpSpPr>
          <p:grpSpPr>
            <a:xfrm>
              <a:off x="2702911" y="2190589"/>
              <a:ext cx="322289" cy="322289"/>
              <a:chOff x="1088874" y="1937857"/>
              <a:chExt cx="914400" cy="914400"/>
            </a:xfrm>
          </p:grpSpPr>
          <p:sp>
            <p:nvSpPr>
              <p:cNvPr id="45" name="Bogen 44">
                <a:extLst>
                  <a:ext uri="{FF2B5EF4-FFF2-40B4-BE49-F238E27FC236}">
                    <a16:creationId xmlns:a16="http://schemas.microsoft.com/office/drawing/2014/main" id="{AA149369-E39E-4282-8C58-A84DACB979C7}"/>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E5BF7CB7-37B1-4AFB-8A52-CFA6F28D0003}"/>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7" name="Bogen 46">
                <a:extLst>
                  <a:ext uri="{FF2B5EF4-FFF2-40B4-BE49-F238E27FC236}">
                    <a16:creationId xmlns:a16="http://schemas.microsoft.com/office/drawing/2014/main" id="{48B166FE-8A5F-4977-984C-9C528C5D54D1}"/>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4" name="Grafik 43" descr="Nach rechts zeigender Finger, Handrücken mit einfarbiger Füllung">
              <a:extLst>
                <a:ext uri="{FF2B5EF4-FFF2-40B4-BE49-F238E27FC236}">
                  <a16:creationId xmlns:a16="http://schemas.microsoft.com/office/drawing/2014/main" id="{CEA1002D-8F3F-4939-9B24-2CF625FAF1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1601BB81-A2E3-466B-AF5F-9B0963FA9653}"/>
              </a:ext>
            </a:extLst>
          </p:cNvPr>
          <p:cNvSpPr/>
          <p:nvPr/>
        </p:nvSpPr>
        <p:spPr>
          <a:xfrm rot="19345416" flipV="1">
            <a:off x="3102387" y="2401481"/>
            <a:ext cx="1359447" cy="2579112"/>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8" name="Gruppieren 47">
            <a:extLst>
              <a:ext uri="{FF2B5EF4-FFF2-40B4-BE49-F238E27FC236}">
                <a16:creationId xmlns:a16="http://schemas.microsoft.com/office/drawing/2014/main" id="{5AD0D26F-08BB-4D4A-9C1E-04D5333F860A}"/>
              </a:ext>
            </a:extLst>
          </p:cNvPr>
          <p:cNvGrpSpPr>
            <a:grpSpLocks noChangeAspect="1"/>
          </p:cNvGrpSpPr>
          <p:nvPr/>
        </p:nvGrpSpPr>
        <p:grpSpPr>
          <a:xfrm>
            <a:off x="3228988" y="1929786"/>
            <a:ext cx="649639" cy="723600"/>
            <a:chOff x="4184655" y="1692997"/>
            <a:chExt cx="1906332" cy="2123348"/>
          </a:xfrm>
        </p:grpSpPr>
        <p:pic>
          <p:nvPicPr>
            <p:cNvPr id="49" name="Grafik 48" descr="Bleistift mit einfarbiger Füllung">
              <a:extLst>
                <a:ext uri="{FF2B5EF4-FFF2-40B4-BE49-F238E27FC236}">
                  <a16:creationId xmlns:a16="http://schemas.microsoft.com/office/drawing/2014/main" id="{12655C8F-2EF7-49E2-931A-AB13D8C3CF77}"/>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50" name="Gruppieren 49">
              <a:extLst>
                <a:ext uri="{FF2B5EF4-FFF2-40B4-BE49-F238E27FC236}">
                  <a16:creationId xmlns:a16="http://schemas.microsoft.com/office/drawing/2014/main" id="{9D4E6D55-08A3-4B8D-BEA7-A9C5A3792A87}"/>
                </a:ext>
              </a:extLst>
            </p:cNvPr>
            <p:cNvGrpSpPr/>
            <p:nvPr/>
          </p:nvGrpSpPr>
          <p:grpSpPr>
            <a:xfrm>
              <a:off x="4550400" y="3041655"/>
              <a:ext cx="43200" cy="774690"/>
              <a:chOff x="3385929" y="4336972"/>
              <a:chExt cx="57150" cy="774690"/>
            </a:xfrm>
            <a:solidFill>
              <a:schemeClr val="tx1"/>
            </a:solidFill>
          </p:grpSpPr>
          <p:sp>
            <p:nvSpPr>
              <p:cNvPr id="59" name="Rechteck: abgerundete Ecken 58">
                <a:extLst>
                  <a:ext uri="{FF2B5EF4-FFF2-40B4-BE49-F238E27FC236}">
                    <a16:creationId xmlns:a16="http://schemas.microsoft.com/office/drawing/2014/main" id="{1BD56BF0-88A3-42A9-93EE-D014609B0C3B}"/>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2" name="Rechteck: abgerundete Ecken 61">
                <a:extLst>
                  <a:ext uri="{FF2B5EF4-FFF2-40B4-BE49-F238E27FC236}">
                    <a16:creationId xmlns:a16="http://schemas.microsoft.com/office/drawing/2014/main" id="{F4D9C2BC-5B66-4132-ACE8-146DBB32ED1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1" name="Gruppieren 50">
              <a:extLst>
                <a:ext uri="{FF2B5EF4-FFF2-40B4-BE49-F238E27FC236}">
                  <a16:creationId xmlns:a16="http://schemas.microsoft.com/office/drawing/2014/main" id="{6340E76C-B763-4346-9573-4A3AD5FD1961}"/>
                </a:ext>
              </a:extLst>
            </p:cNvPr>
            <p:cNvGrpSpPr/>
            <p:nvPr/>
          </p:nvGrpSpPr>
          <p:grpSpPr>
            <a:xfrm rot="5400000">
              <a:off x="4550400" y="3041655"/>
              <a:ext cx="43200" cy="774690"/>
              <a:chOff x="3385929" y="4336972"/>
              <a:chExt cx="57150" cy="774690"/>
            </a:xfrm>
            <a:solidFill>
              <a:schemeClr val="tx1"/>
            </a:solidFill>
          </p:grpSpPr>
          <p:sp>
            <p:nvSpPr>
              <p:cNvPr id="56" name="Rechteck: abgerundete Ecken 55">
                <a:extLst>
                  <a:ext uri="{FF2B5EF4-FFF2-40B4-BE49-F238E27FC236}">
                    <a16:creationId xmlns:a16="http://schemas.microsoft.com/office/drawing/2014/main" id="{E043C076-43A3-46E3-89B2-7338987FCFF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8CEEA246-85E1-43DD-862A-69471140082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2" name="Rechteck: abgerundete Ecken 51">
              <a:extLst>
                <a:ext uri="{FF2B5EF4-FFF2-40B4-BE49-F238E27FC236}">
                  <a16:creationId xmlns:a16="http://schemas.microsoft.com/office/drawing/2014/main" id="{25594D7F-0FB1-428D-AD33-911B36668722}"/>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3" name="Gruppieren 52">
              <a:extLst>
                <a:ext uri="{FF2B5EF4-FFF2-40B4-BE49-F238E27FC236}">
                  <a16:creationId xmlns:a16="http://schemas.microsoft.com/office/drawing/2014/main" id="{397706DB-7C90-4391-8D9E-FBB16A1F533A}"/>
                </a:ext>
              </a:extLst>
            </p:cNvPr>
            <p:cNvGrpSpPr/>
            <p:nvPr/>
          </p:nvGrpSpPr>
          <p:grpSpPr>
            <a:xfrm rot="8100000">
              <a:off x="4550400" y="3041655"/>
              <a:ext cx="43200" cy="774690"/>
              <a:chOff x="3385929" y="4336972"/>
              <a:chExt cx="57150" cy="774690"/>
            </a:xfrm>
            <a:solidFill>
              <a:schemeClr val="tx1"/>
            </a:solidFill>
          </p:grpSpPr>
          <p:sp>
            <p:nvSpPr>
              <p:cNvPr id="54" name="Rechteck: abgerundete Ecken 53">
                <a:extLst>
                  <a:ext uri="{FF2B5EF4-FFF2-40B4-BE49-F238E27FC236}">
                    <a16:creationId xmlns:a16="http://schemas.microsoft.com/office/drawing/2014/main" id="{FA2BC049-403D-40D9-99A6-7BA21A252C4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5" name="Rechteck: abgerundete Ecken 54">
                <a:extLst>
                  <a:ext uri="{FF2B5EF4-FFF2-40B4-BE49-F238E27FC236}">
                    <a16:creationId xmlns:a16="http://schemas.microsoft.com/office/drawing/2014/main" id="{4016EE86-420B-44C9-ADAD-1AC7C24DA17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584849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F7A34824-A355-4C9E-8F3D-C20C47CCD925}"/>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5DD9E286-8471-4235-9D04-4DCAC339EF7D}"/>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ECAB8C60-F5C5-47D1-96EC-168766361FAD}"/>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13EA3628-BDDD-479D-A98A-AA2C05AAB303}"/>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C70531F0-A862-4D04-AF17-D874EEA4D5E4}"/>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77D303B4-6A72-470F-930A-A12C75422FFA}"/>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7FED837C-6422-48C5-8437-8F9582352B6A}"/>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D661B9B9-074F-48F4-BCBF-49D1F9C3E28E}"/>
              </a:ext>
            </a:extLst>
          </p:cNvPr>
          <p:cNvGrpSpPr>
            <a:grpSpLocks noChangeAspect="1"/>
          </p:cNvGrpSpPr>
          <p:nvPr/>
        </p:nvGrpSpPr>
        <p:grpSpPr>
          <a:xfrm>
            <a:off x="4229042" y="5085184"/>
            <a:ext cx="703217" cy="569327"/>
            <a:chOff x="2228034" y="2144757"/>
            <a:chExt cx="1311628" cy="1061900"/>
          </a:xfrm>
        </p:grpSpPr>
        <p:sp>
          <p:nvSpPr>
            <p:cNvPr id="40" name="Rechteck: abgerundete Ecken 39">
              <a:extLst>
                <a:ext uri="{FF2B5EF4-FFF2-40B4-BE49-F238E27FC236}">
                  <a16:creationId xmlns:a16="http://schemas.microsoft.com/office/drawing/2014/main" id="{84C80B93-8440-49BC-B557-793CE9F8AA9F}"/>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6E64B2C7-E70E-461D-8B52-35B910C38AE1}"/>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EE66629B-1A48-48B4-AB64-32BBDB76284B}"/>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B161D597-D692-4839-BA2E-1CADA34D275D}"/>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5CCAF4E5-6FD3-4A71-9C19-2F0C07D57472}"/>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9E0485B4-11F7-4BC2-9724-C0D84F2787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8" name="Bogen 57">
            <a:extLst>
              <a:ext uri="{FF2B5EF4-FFF2-40B4-BE49-F238E27FC236}">
                <a16:creationId xmlns:a16="http://schemas.microsoft.com/office/drawing/2014/main" id="{9699A8F3-A54F-407F-9550-9AA7F7348300}"/>
              </a:ext>
            </a:extLst>
          </p:cNvPr>
          <p:cNvSpPr/>
          <p:nvPr/>
        </p:nvSpPr>
        <p:spPr>
          <a:xfrm rot="9337979" flipH="1" flipV="1">
            <a:off x="3155223" y="2453386"/>
            <a:ext cx="1273272" cy="2633303"/>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62" name="Gruppieren 61">
            <a:extLst>
              <a:ext uri="{FF2B5EF4-FFF2-40B4-BE49-F238E27FC236}">
                <a16:creationId xmlns:a16="http://schemas.microsoft.com/office/drawing/2014/main" id="{E1CC28A9-DD97-4D20-9E6D-AA1F70BF94C0}"/>
              </a:ext>
            </a:extLst>
          </p:cNvPr>
          <p:cNvGrpSpPr>
            <a:grpSpLocks noChangeAspect="1"/>
          </p:cNvGrpSpPr>
          <p:nvPr/>
        </p:nvGrpSpPr>
        <p:grpSpPr>
          <a:xfrm>
            <a:off x="4467195" y="4073552"/>
            <a:ext cx="649639" cy="723600"/>
            <a:chOff x="4184655" y="1692997"/>
            <a:chExt cx="1906332" cy="2123348"/>
          </a:xfrm>
        </p:grpSpPr>
        <p:pic>
          <p:nvPicPr>
            <p:cNvPr id="63" name="Grafik 62" descr="Bleistift mit einfarbiger Füllung">
              <a:extLst>
                <a:ext uri="{FF2B5EF4-FFF2-40B4-BE49-F238E27FC236}">
                  <a16:creationId xmlns:a16="http://schemas.microsoft.com/office/drawing/2014/main" id="{CCABE0B6-D55C-42C3-9350-DFEA1D37F1CE}"/>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64" name="Gruppieren 63">
              <a:extLst>
                <a:ext uri="{FF2B5EF4-FFF2-40B4-BE49-F238E27FC236}">
                  <a16:creationId xmlns:a16="http://schemas.microsoft.com/office/drawing/2014/main" id="{CBAA27A5-D64B-49EB-8148-DC65188FF345}"/>
                </a:ext>
              </a:extLst>
            </p:cNvPr>
            <p:cNvGrpSpPr/>
            <p:nvPr/>
          </p:nvGrpSpPr>
          <p:grpSpPr>
            <a:xfrm>
              <a:off x="4550400" y="3041655"/>
              <a:ext cx="43200" cy="774690"/>
              <a:chOff x="3385929" y="4336972"/>
              <a:chExt cx="57150" cy="774690"/>
            </a:xfrm>
            <a:solidFill>
              <a:schemeClr val="tx1"/>
            </a:solidFill>
          </p:grpSpPr>
          <p:sp>
            <p:nvSpPr>
              <p:cNvPr id="72" name="Rechteck: abgerundete Ecken 71">
                <a:extLst>
                  <a:ext uri="{FF2B5EF4-FFF2-40B4-BE49-F238E27FC236}">
                    <a16:creationId xmlns:a16="http://schemas.microsoft.com/office/drawing/2014/main" id="{9FF2DE86-6FB5-4A4B-9B9B-A6D3C71B78D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3" name="Rechteck: abgerundete Ecken 72">
                <a:extLst>
                  <a:ext uri="{FF2B5EF4-FFF2-40B4-BE49-F238E27FC236}">
                    <a16:creationId xmlns:a16="http://schemas.microsoft.com/office/drawing/2014/main" id="{7A87B98B-4267-44B9-A1D1-02DFCFE2E51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65" name="Gruppieren 64">
              <a:extLst>
                <a:ext uri="{FF2B5EF4-FFF2-40B4-BE49-F238E27FC236}">
                  <a16:creationId xmlns:a16="http://schemas.microsoft.com/office/drawing/2014/main" id="{8292CA68-5565-4B77-A939-434F2C75B4DD}"/>
                </a:ext>
              </a:extLst>
            </p:cNvPr>
            <p:cNvGrpSpPr/>
            <p:nvPr/>
          </p:nvGrpSpPr>
          <p:grpSpPr>
            <a:xfrm rot="5400000">
              <a:off x="4550400" y="3041655"/>
              <a:ext cx="43200" cy="774690"/>
              <a:chOff x="3385929" y="4336972"/>
              <a:chExt cx="57150" cy="774690"/>
            </a:xfrm>
            <a:solidFill>
              <a:schemeClr val="tx1"/>
            </a:solidFill>
          </p:grpSpPr>
          <p:sp>
            <p:nvSpPr>
              <p:cNvPr id="70" name="Rechteck: abgerundete Ecken 69">
                <a:extLst>
                  <a:ext uri="{FF2B5EF4-FFF2-40B4-BE49-F238E27FC236}">
                    <a16:creationId xmlns:a16="http://schemas.microsoft.com/office/drawing/2014/main" id="{1993F7CB-85BD-41D1-A813-516F693EFB1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71" name="Rechteck: abgerundete Ecken 70">
                <a:extLst>
                  <a:ext uri="{FF2B5EF4-FFF2-40B4-BE49-F238E27FC236}">
                    <a16:creationId xmlns:a16="http://schemas.microsoft.com/office/drawing/2014/main" id="{4A46BB11-F59D-425A-97BE-487ECA5CA35B}"/>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66" name="Rechteck: abgerundete Ecken 65">
              <a:extLst>
                <a:ext uri="{FF2B5EF4-FFF2-40B4-BE49-F238E27FC236}">
                  <a16:creationId xmlns:a16="http://schemas.microsoft.com/office/drawing/2014/main" id="{B32624C4-D4A1-4C4A-8220-D942D5AEE645}"/>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67" name="Gruppieren 66">
              <a:extLst>
                <a:ext uri="{FF2B5EF4-FFF2-40B4-BE49-F238E27FC236}">
                  <a16:creationId xmlns:a16="http://schemas.microsoft.com/office/drawing/2014/main" id="{731F562A-C2A7-4FB1-B661-CC5472274229}"/>
                </a:ext>
              </a:extLst>
            </p:cNvPr>
            <p:cNvGrpSpPr/>
            <p:nvPr/>
          </p:nvGrpSpPr>
          <p:grpSpPr>
            <a:xfrm rot="8100000">
              <a:off x="4550400" y="3041655"/>
              <a:ext cx="43200" cy="774690"/>
              <a:chOff x="3385929" y="4336972"/>
              <a:chExt cx="57150" cy="774690"/>
            </a:xfrm>
            <a:solidFill>
              <a:schemeClr val="tx1"/>
            </a:solidFill>
          </p:grpSpPr>
          <p:sp>
            <p:nvSpPr>
              <p:cNvPr id="68" name="Rechteck: abgerundete Ecken 67">
                <a:extLst>
                  <a:ext uri="{FF2B5EF4-FFF2-40B4-BE49-F238E27FC236}">
                    <a16:creationId xmlns:a16="http://schemas.microsoft.com/office/drawing/2014/main" id="{DAFA1E39-CF88-4830-B1E3-355E13042DA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9" name="Rechteck: abgerundete Ecken 68">
                <a:extLst>
                  <a:ext uri="{FF2B5EF4-FFF2-40B4-BE49-F238E27FC236}">
                    <a16:creationId xmlns:a16="http://schemas.microsoft.com/office/drawing/2014/main" id="{79EDF101-49F6-478B-B387-EA4E9687ED9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2943979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D53A6961-1491-4BDE-AE16-4682AEE81367}"/>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B051F9B1-F73D-4CA0-A41D-E90B7933F3C2}"/>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EC4D1CCF-17E6-40BB-B833-52B67BA45D30}"/>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FF4F9B6E-5B41-4FB1-AE5A-A4EB29888865}"/>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40FC5D4-3562-42E0-9014-87A74C273D16}"/>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C68F8063-54D7-4176-92DC-918307A59D16}"/>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1D8E045-9039-4311-880D-CBB4ED6D9DE8}"/>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DF1EE220-244C-4DC2-909B-21B8D40A89C7}"/>
              </a:ext>
            </a:extLst>
          </p:cNvPr>
          <p:cNvGrpSpPr>
            <a:grpSpLocks noChangeAspect="1"/>
          </p:cNvGrpSpPr>
          <p:nvPr/>
        </p:nvGrpSpPr>
        <p:grpSpPr>
          <a:xfrm>
            <a:off x="4229042" y="1268760"/>
            <a:ext cx="703217" cy="569327"/>
            <a:chOff x="2228034" y="2144757"/>
            <a:chExt cx="1311628" cy="1061900"/>
          </a:xfrm>
        </p:grpSpPr>
        <p:sp>
          <p:nvSpPr>
            <p:cNvPr id="41" name="Rechteck: abgerundete Ecken 40">
              <a:extLst>
                <a:ext uri="{FF2B5EF4-FFF2-40B4-BE49-F238E27FC236}">
                  <a16:creationId xmlns:a16="http://schemas.microsoft.com/office/drawing/2014/main" id="{36B1E961-23EE-400D-A6E1-8FCC1DACFB63}"/>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47358447-926F-4213-BB2D-B1BF5C55B6AD}"/>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DF28FC7C-6F19-460F-80A3-D2F00EB8D11F}"/>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5168BFE9-D6F2-435F-9A93-17454AFF2762}"/>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6C3EF21C-1867-4BD2-BE3B-A101224449B5}"/>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B151396D-52D2-4692-82CF-154544759E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9" name="Bogen 58">
            <a:extLst>
              <a:ext uri="{FF2B5EF4-FFF2-40B4-BE49-F238E27FC236}">
                <a16:creationId xmlns:a16="http://schemas.microsoft.com/office/drawing/2014/main" id="{B874D8A1-3D54-4FDE-9394-D51244FD70E9}"/>
              </a:ext>
            </a:extLst>
          </p:cNvPr>
          <p:cNvSpPr/>
          <p:nvPr/>
        </p:nvSpPr>
        <p:spPr>
          <a:xfrm rot="21430125" flipV="1">
            <a:off x="3590679" y="2175311"/>
            <a:ext cx="1359447" cy="2579112"/>
          </a:xfrm>
          <a:prstGeom prst="arc">
            <a:avLst>
              <a:gd name="adj1" fmla="val 17240598"/>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8" name="Gruppieren 47">
            <a:extLst>
              <a:ext uri="{FF2B5EF4-FFF2-40B4-BE49-F238E27FC236}">
                <a16:creationId xmlns:a16="http://schemas.microsoft.com/office/drawing/2014/main" id="{9D75D2EA-ECFE-4D13-864F-8E2679818C95}"/>
              </a:ext>
            </a:extLst>
          </p:cNvPr>
          <p:cNvGrpSpPr>
            <a:grpSpLocks noChangeAspect="1"/>
          </p:cNvGrpSpPr>
          <p:nvPr/>
        </p:nvGrpSpPr>
        <p:grpSpPr>
          <a:xfrm>
            <a:off x="4467195" y="1631082"/>
            <a:ext cx="649639" cy="723600"/>
            <a:chOff x="4184655" y="1692997"/>
            <a:chExt cx="1906332" cy="2123348"/>
          </a:xfrm>
        </p:grpSpPr>
        <p:pic>
          <p:nvPicPr>
            <p:cNvPr id="49" name="Grafik 48" descr="Bleistift mit einfarbiger Füllung">
              <a:extLst>
                <a:ext uri="{FF2B5EF4-FFF2-40B4-BE49-F238E27FC236}">
                  <a16:creationId xmlns:a16="http://schemas.microsoft.com/office/drawing/2014/main" id="{11D326E5-F7B9-4DA3-A472-1506FC57DAEC}"/>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50" name="Gruppieren 49">
              <a:extLst>
                <a:ext uri="{FF2B5EF4-FFF2-40B4-BE49-F238E27FC236}">
                  <a16:creationId xmlns:a16="http://schemas.microsoft.com/office/drawing/2014/main" id="{66483502-D1A4-4254-A031-FEB464DC4D35}"/>
                </a:ext>
              </a:extLst>
            </p:cNvPr>
            <p:cNvGrpSpPr/>
            <p:nvPr/>
          </p:nvGrpSpPr>
          <p:grpSpPr>
            <a:xfrm>
              <a:off x="4550400" y="3041655"/>
              <a:ext cx="43200" cy="774690"/>
              <a:chOff x="3385929" y="4336972"/>
              <a:chExt cx="57150" cy="774690"/>
            </a:xfrm>
            <a:solidFill>
              <a:schemeClr val="tx1"/>
            </a:solidFill>
          </p:grpSpPr>
          <p:sp>
            <p:nvSpPr>
              <p:cNvPr id="61" name="Rechteck: abgerundete Ecken 60">
                <a:extLst>
                  <a:ext uri="{FF2B5EF4-FFF2-40B4-BE49-F238E27FC236}">
                    <a16:creationId xmlns:a16="http://schemas.microsoft.com/office/drawing/2014/main" id="{E67E9C63-004B-499A-944B-EDB361B50D6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2" name="Rechteck: abgerundete Ecken 61">
                <a:extLst>
                  <a:ext uri="{FF2B5EF4-FFF2-40B4-BE49-F238E27FC236}">
                    <a16:creationId xmlns:a16="http://schemas.microsoft.com/office/drawing/2014/main" id="{286FB303-5F5F-4F8A-AE7B-25D392CFED2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1" name="Gruppieren 50">
              <a:extLst>
                <a:ext uri="{FF2B5EF4-FFF2-40B4-BE49-F238E27FC236}">
                  <a16:creationId xmlns:a16="http://schemas.microsoft.com/office/drawing/2014/main" id="{E96314D8-A93A-42C1-85E8-2595B5BF899A}"/>
                </a:ext>
              </a:extLst>
            </p:cNvPr>
            <p:cNvGrpSpPr/>
            <p:nvPr/>
          </p:nvGrpSpPr>
          <p:grpSpPr>
            <a:xfrm rot="5400000">
              <a:off x="4550400" y="3041655"/>
              <a:ext cx="43200" cy="774690"/>
              <a:chOff x="3385929" y="4336972"/>
              <a:chExt cx="57150" cy="774690"/>
            </a:xfrm>
            <a:solidFill>
              <a:schemeClr val="tx1"/>
            </a:solidFill>
          </p:grpSpPr>
          <p:sp>
            <p:nvSpPr>
              <p:cNvPr id="56" name="Rechteck: abgerundete Ecken 55">
                <a:extLst>
                  <a:ext uri="{FF2B5EF4-FFF2-40B4-BE49-F238E27FC236}">
                    <a16:creationId xmlns:a16="http://schemas.microsoft.com/office/drawing/2014/main" id="{DC68E5DB-1E42-446B-8B68-1A434FC77C7F}"/>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8" name="Rechteck: abgerundete Ecken 57">
                <a:extLst>
                  <a:ext uri="{FF2B5EF4-FFF2-40B4-BE49-F238E27FC236}">
                    <a16:creationId xmlns:a16="http://schemas.microsoft.com/office/drawing/2014/main" id="{9D988A5E-1D95-4661-9AF7-457A2BD3857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2" name="Rechteck: abgerundete Ecken 51">
              <a:extLst>
                <a:ext uri="{FF2B5EF4-FFF2-40B4-BE49-F238E27FC236}">
                  <a16:creationId xmlns:a16="http://schemas.microsoft.com/office/drawing/2014/main" id="{9B737D70-D00B-498D-A68D-AE90B19CB744}"/>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3" name="Gruppieren 52">
              <a:extLst>
                <a:ext uri="{FF2B5EF4-FFF2-40B4-BE49-F238E27FC236}">
                  <a16:creationId xmlns:a16="http://schemas.microsoft.com/office/drawing/2014/main" id="{9D4FECE6-70A2-4CDD-841B-16ED83574256}"/>
                </a:ext>
              </a:extLst>
            </p:cNvPr>
            <p:cNvGrpSpPr/>
            <p:nvPr/>
          </p:nvGrpSpPr>
          <p:grpSpPr>
            <a:xfrm rot="8100000">
              <a:off x="4550400" y="3041655"/>
              <a:ext cx="43200" cy="774690"/>
              <a:chOff x="3385929" y="4336972"/>
              <a:chExt cx="57150" cy="774690"/>
            </a:xfrm>
            <a:solidFill>
              <a:schemeClr val="tx1"/>
            </a:solidFill>
          </p:grpSpPr>
          <p:sp>
            <p:nvSpPr>
              <p:cNvPr id="54" name="Rechteck: abgerundete Ecken 53">
                <a:extLst>
                  <a:ext uri="{FF2B5EF4-FFF2-40B4-BE49-F238E27FC236}">
                    <a16:creationId xmlns:a16="http://schemas.microsoft.com/office/drawing/2014/main" id="{56803B4A-3360-4B46-BB7E-3536A7327236}"/>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5" name="Rechteck: abgerundete Ecken 54">
                <a:extLst>
                  <a:ext uri="{FF2B5EF4-FFF2-40B4-BE49-F238E27FC236}">
                    <a16:creationId xmlns:a16="http://schemas.microsoft.com/office/drawing/2014/main" id="{D2CA6A30-A157-47AE-B49B-75ACC2E2A3B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157580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B95DDF29-EECF-46E4-AC1D-DD97EE48C742}"/>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8F7E684B-355A-44CF-A8CA-ED87C2975837}"/>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1A8252FE-9BB3-4CC8-B1A6-9BB228A3466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258BEFA2-5338-47D6-8E6D-7A50E752A480}"/>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E9E9E01A-E629-4772-831D-890B8E4BC711}"/>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265E2F57-F033-428E-AAF5-412366218B0F}"/>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8E873BAC-A632-4956-8332-8166E824CB95}"/>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40" name="Gruppieren 39">
            <a:extLst>
              <a:ext uri="{FF2B5EF4-FFF2-40B4-BE49-F238E27FC236}">
                <a16:creationId xmlns:a16="http://schemas.microsoft.com/office/drawing/2014/main" id="{A97EED82-D1FE-495B-BAA8-18EDEDB923D2}"/>
              </a:ext>
            </a:extLst>
          </p:cNvPr>
          <p:cNvGrpSpPr>
            <a:grpSpLocks noChangeAspect="1"/>
          </p:cNvGrpSpPr>
          <p:nvPr/>
        </p:nvGrpSpPr>
        <p:grpSpPr>
          <a:xfrm>
            <a:off x="4229042" y="5085184"/>
            <a:ext cx="703217" cy="569327"/>
            <a:chOff x="2228034" y="2144757"/>
            <a:chExt cx="1311628" cy="1061900"/>
          </a:xfrm>
        </p:grpSpPr>
        <p:sp>
          <p:nvSpPr>
            <p:cNvPr id="42" name="Rechteck: abgerundete Ecken 41">
              <a:extLst>
                <a:ext uri="{FF2B5EF4-FFF2-40B4-BE49-F238E27FC236}">
                  <a16:creationId xmlns:a16="http://schemas.microsoft.com/office/drawing/2014/main" id="{64E3A395-CEFF-4CD4-901C-865F11B371C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3" name="Gruppieren 42">
              <a:extLst>
                <a:ext uri="{FF2B5EF4-FFF2-40B4-BE49-F238E27FC236}">
                  <a16:creationId xmlns:a16="http://schemas.microsoft.com/office/drawing/2014/main" id="{325CFC1B-F337-4CD5-879B-40C122813A2A}"/>
                </a:ext>
              </a:extLst>
            </p:cNvPr>
            <p:cNvGrpSpPr>
              <a:grpSpLocks noChangeAspect="1"/>
            </p:cNvGrpSpPr>
            <p:nvPr/>
          </p:nvGrpSpPr>
          <p:grpSpPr>
            <a:xfrm>
              <a:off x="2702911" y="2190589"/>
              <a:ext cx="322289" cy="322289"/>
              <a:chOff x="1088874" y="1937857"/>
              <a:chExt cx="914400" cy="914400"/>
            </a:xfrm>
          </p:grpSpPr>
          <p:sp>
            <p:nvSpPr>
              <p:cNvPr id="45" name="Bogen 44">
                <a:extLst>
                  <a:ext uri="{FF2B5EF4-FFF2-40B4-BE49-F238E27FC236}">
                    <a16:creationId xmlns:a16="http://schemas.microsoft.com/office/drawing/2014/main" id="{59A8AC8D-8797-46A3-A969-3ED89460DD57}"/>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76EA83B1-A419-4471-A5DD-5100E536D162}"/>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7" name="Bogen 46">
                <a:extLst>
                  <a:ext uri="{FF2B5EF4-FFF2-40B4-BE49-F238E27FC236}">
                    <a16:creationId xmlns:a16="http://schemas.microsoft.com/office/drawing/2014/main" id="{4EFDDC92-388F-45C8-8726-85E210EFA604}"/>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4" name="Grafik 43" descr="Nach rechts zeigender Finger, Handrücken mit einfarbiger Füllung">
              <a:extLst>
                <a:ext uri="{FF2B5EF4-FFF2-40B4-BE49-F238E27FC236}">
                  <a16:creationId xmlns:a16="http://schemas.microsoft.com/office/drawing/2014/main" id="{0FA5C77B-9774-41F1-A0A4-C867841551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70B7491A-598C-4CF9-B490-DDD1DA91E3E3}"/>
              </a:ext>
            </a:extLst>
          </p:cNvPr>
          <p:cNvSpPr/>
          <p:nvPr/>
        </p:nvSpPr>
        <p:spPr>
          <a:xfrm rot="11213678" flipH="1" flipV="1">
            <a:off x="3707355" y="2168913"/>
            <a:ext cx="1247001" cy="2633303"/>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8" name="Gruppieren 47">
            <a:extLst>
              <a:ext uri="{FF2B5EF4-FFF2-40B4-BE49-F238E27FC236}">
                <a16:creationId xmlns:a16="http://schemas.microsoft.com/office/drawing/2014/main" id="{4749CFA9-8D8E-4F43-8359-06382B3914F6}"/>
              </a:ext>
            </a:extLst>
          </p:cNvPr>
          <p:cNvGrpSpPr>
            <a:grpSpLocks noChangeAspect="1"/>
          </p:cNvGrpSpPr>
          <p:nvPr/>
        </p:nvGrpSpPr>
        <p:grpSpPr>
          <a:xfrm>
            <a:off x="4475078" y="4097201"/>
            <a:ext cx="649639" cy="723600"/>
            <a:chOff x="4184655" y="1692997"/>
            <a:chExt cx="1906332" cy="2123348"/>
          </a:xfrm>
        </p:grpSpPr>
        <p:pic>
          <p:nvPicPr>
            <p:cNvPr id="49" name="Grafik 48" descr="Bleistift mit einfarbiger Füllung">
              <a:extLst>
                <a:ext uri="{FF2B5EF4-FFF2-40B4-BE49-F238E27FC236}">
                  <a16:creationId xmlns:a16="http://schemas.microsoft.com/office/drawing/2014/main" id="{8F76AF60-B918-4D74-A4FD-0BA5EB8FDD98}"/>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50" name="Gruppieren 49">
              <a:extLst>
                <a:ext uri="{FF2B5EF4-FFF2-40B4-BE49-F238E27FC236}">
                  <a16:creationId xmlns:a16="http://schemas.microsoft.com/office/drawing/2014/main" id="{71B3375E-BB68-4144-9755-7179A7FDBE30}"/>
                </a:ext>
              </a:extLst>
            </p:cNvPr>
            <p:cNvGrpSpPr/>
            <p:nvPr/>
          </p:nvGrpSpPr>
          <p:grpSpPr>
            <a:xfrm>
              <a:off x="4550400" y="3041655"/>
              <a:ext cx="43200" cy="774690"/>
              <a:chOff x="3385929" y="4336972"/>
              <a:chExt cx="57150" cy="774690"/>
            </a:xfrm>
            <a:solidFill>
              <a:schemeClr val="tx1"/>
            </a:solidFill>
          </p:grpSpPr>
          <p:sp>
            <p:nvSpPr>
              <p:cNvPr id="59" name="Rechteck: abgerundete Ecken 58">
                <a:extLst>
                  <a:ext uri="{FF2B5EF4-FFF2-40B4-BE49-F238E27FC236}">
                    <a16:creationId xmlns:a16="http://schemas.microsoft.com/office/drawing/2014/main" id="{3149C611-CEF4-49F7-B891-65B67A124CC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2" name="Rechteck: abgerundete Ecken 61">
                <a:extLst>
                  <a:ext uri="{FF2B5EF4-FFF2-40B4-BE49-F238E27FC236}">
                    <a16:creationId xmlns:a16="http://schemas.microsoft.com/office/drawing/2014/main" id="{83543B6E-2BF2-47E0-9EEC-BEFE702A012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1" name="Gruppieren 50">
              <a:extLst>
                <a:ext uri="{FF2B5EF4-FFF2-40B4-BE49-F238E27FC236}">
                  <a16:creationId xmlns:a16="http://schemas.microsoft.com/office/drawing/2014/main" id="{434243BD-1B22-42E2-A3A9-46E7F2E7AD6A}"/>
                </a:ext>
              </a:extLst>
            </p:cNvPr>
            <p:cNvGrpSpPr/>
            <p:nvPr/>
          </p:nvGrpSpPr>
          <p:grpSpPr>
            <a:xfrm rot="5400000">
              <a:off x="4550400" y="3041655"/>
              <a:ext cx="43200" cy="774690"/>
              <a:chOff x="3385929" y="4336972"/>
              <a:chExt cx="57150" cy="774690"/>
            </a:xfrm>
            <a:solidFill>
              <a:schemeClr val="tx1"/>
            </a:solidFill>
          </p:grpSpPr>
          <p:sp>
            <p:nvSpPr>
              <p:cNvPr id="56" name="Rechteck: abgerundete Ecken 55">
                <a:extLst>
                  <a:ext uri="{FF2B5EF4-FFF2-40B4-BE49-F238E27FC236}">
                    <a16:creationId xmlns:a16="http://schemas.microsoft.com/office/drawing/2014/main" id="{EFF32B21-4C0A-4FEB-B3B3-734A6462C2C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999690B7-4F7E-4858-9BD1-69863635AB0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2" name="Rechteck: abgerundete Ecken 51">
              <a:extLst>
                <a:ext uri="{FF2B5EF4-FFF2-40B4-BE49-F238E27FC236}">
                  <a16:creationId xmlns:a16="http://schemas.microsoft.com/office/drawing/2014/main" id="{8A04326C-2922-4FFC-B8E8-FB59E2D66CAB}"/>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3" name="Gruppieren 52">
              <a:extLst>
                <a:ext uri="{FF2B5EF4-FFF2-40B4-BE49-F238E27FC236}">
                  <a16:creationId xmlns:a16="http://schemas.microsoft.com/office/drawing/2014/main" id="{7F921437-77BC-4501-8BC3-EE8DD85A1231}"/>
                </a:ext>
              </a:extLst>
            </p:cNvPr>
            <p:cNvGrpSpPr/>
            <p:nvPr/>
          </p:nvGrpSpPr>
          <p:grpSpPr>
            <a:xfrm rot="8100000">
              <a:off x="4550400" y="3041655"/>
              <a:ext cx="43200" cy="774690"/>
              <a:chOff x="3385929" y="4336972"/>
              <a:chExt cx="57150" cy="774690"/>
            </a:xfrm>
            <a:solidFill>
              <a:schemeClr val="tx1"/>
            </a:solidFill>
          </p:grpSpPr>
          <p:sp>
            <p:nvSpPr>
              <p:cNvPr id="54" name="Rechteck: abgerundete Ecken 53">
                <a:extLst>
                  <a:ext uri="{FF2B5EF4-FFF2-40B4-BE49-F238E27FC236}">
                    <a16:creationId xmlns:a16="http://schemas.microsoft.com/office/drawing/2014/main" id="{30541B8C-9EF9-4EF7-903F-3772131C6C9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5" name="Rechteck: abgerundete Ecken 54">
                <a:extLst>
                  <a:ext uri="{FF2B5EF4-FFF2-40B4-BE49-F238E27FC236}">
                    <a16:creationId xmlns:a16="http://schemas.microsoft.com/office/drawing/2014/main" id="{7B63D7E3-0F17-4933-B222-EBA6585CBC5D}"/>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290674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C7827E99-8F83-4DA7-A8B8-A343D4B63C15}"/>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53B07BB2-78DF-431D-9B4C-1066EE986C23}"/>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9958973D-7650-4BCA-8658-6FD5B183996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CBA11772-1142-4621-AD15-9A10EB123CE8}"/>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7CC835B-7D2B-4AEA-91C2-D5AC42614A2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0B937B9A-6443-4AEA-9905-2A8FBE3CF31A}"/>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891BD726-B306-44ED-A8CE-F0178E94880E}"/>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082D0EF5-214D-4284-ADAB-1CD1131E0F7A}"/>
              </a:ext>
            </a:extLst>
          </p:cNvPr>
          <p:cNvGrpSpPr>
            <a:grpSpLocks noChangeAspect="1"/>
          </p:cNvGrpSpPr>
          <p:nvPr/>
        </p:nvGrpSpPr>
        <p:grpSpPr>
          <a:xfrm>
            <a:off x="6239182" y="2383410"/>
            <a:ext cx="703217" cy="569327"/>
            <a:chOff x="2228034" y="2144757"/>
            <a:chExt cx="1311628" cy="1061900"/>
          </a:xfrm>
        </p:grpSpPr>
        <p:sp>
          <p:nvSpPr>
            <p:cNvPr id="40" name="Rechteck: abgerundete Ecken 39">
              <a:extLst>
                <a:ext uri="{FF2B5EF4-FFF2-40B4-BE49-F238E27FC236}">
                  <a16:creationId xmlns:a16="http://schemas.microsoft.com/office/drawing/2014/main" id="{6AE30FF5-C22B-457A-9C9D-8BFD29E7748B}"/>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1" name="Gruppieren 40">
              <a:extLst>
                <a:ext uri="{FF2B5EF4-FFF2-40B4-BE49-F238E27FC236}">
                  <a16:creationId xmlns:a16="http://schemas.microsoft.com/office/drawing/2014/main" id="{2CDBBC9E-25A9-48AD-BD8C-8607DDCBBA93}"/>
                </a:ext>
              </a:extLst>
            </p:cNvPr>
            <p:cNvGrpSpPr>
              <a:grpSpLocks noChangeAspect="1"/>
            </p:cNvGrpSpPr>
            <p:nvPr/>
          </p:nvGrpSpPr>
          <p:grpSpPr>
            <a:xfrm>
              <a:off x="2702911" y="2190589"/>
              <a:ext cx="322289" cy="322289"/>
              <a:chOff x="1088874" y="1937857"/>
              <a:chExt cx="914400" cy="914400"/>
            </a:xfrm>
          </p:grpSpPr>
          <p:sp>
            <p:nvSpPr>
              <p:cNvPr id="43" name="Bogen 42">
                <a:extLst>
                  <a:ext uri="{FF2B5EF4-FFF2-40B4-BE49-F238E27FC236}">
                    <a16:creationId xmlns:a16="http://schemas.microsoft.com/office/drawing/2014/main" id="{E0F35165-41E0-43EE-BDF4-48B8B0BAACC5}"/>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09DCE9FD-8035-411F-AA74-C31CC19AFB31}"/>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A45B71D7-A0DB-4A3A-91F0-4567643F565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2" name="Grafik 41" descr="Nach rechts zeigender Finger, Handrücken mit einfarbiger Füllung">
              <a:extLst>
                <a:ext uri="{FF2B5EF4-FFF2-40B4-BE49-F238E27FC236}">
                  <a16:creationId xmlns:a16="http://schemas.microsoft.com/office/drawing/2014/main" id="{5765F471-4F47-4A4E-9A02-8A01ACB81F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9" name="Bogen 58">
            <a:extLst>
              <a:ext uri="{FF2B5EF4-FFF2-40B4-BE49-F238E27FC236}">
                <a16:creationId xmlns:a16="http://schemas.microsoft.com/office/drawing/2014/main" id="{9054B021-95B3-48B9-AA3A-D6F8C84C6BBE}"/>
              </a:ext>
            </a:extLst>
          </p:cNvPr>
          <p:cNvSpPr/>
          <p:nvPr/>
        </p:nvSpPr>
        <p:spPr>
          <a:xfrm rot="1273589" flipV="1">
            <a:off x="4336531" y="2113886"/>
            <a:ext cx="1359447" cy="2579112"/>
          </a:xfrm>
          <a:prstGeom prst="arc">
            <a:avLst>
              <a:gd name="adj1" fmla="val 16591373"/>
              <a:gd name="adj2" fmla="val 3381995"/>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7" name="Gruppieren 46">
            <a:extLst>
              <a:ext uri="{FF2B5EF4-FFF2-40B4-BE49-F238E27FC236}">
                <a16:creationId xmlns:a16="http://schemas.microsoft.com/office/drawing/2014/main" id="{99C4C029-7159-458E-B865-0989EEC449D8}"/>
              </a:ext>
            </a:extLst>
          </p:cNvPr>
          <p:cNvGrpSpPr>
            <a:grpSpLocks noChangeAspect="1"/>
          </p:cNvGrpSpPr>
          <p:nvPr/>
        </p:nvGrpSpPr>
        <p:grpSpPr>
          <a:xfrm>
            <a:off x="5720205" y="1966869"/>
            <a:ext cx="649639" cy="723600"/>
            <a:chOff x="4184655" y="1692997"/>
            <a:chExt cx="1906332" cy="2123348"/>
          </a:xfrm>
        </p:grpSpPr>
        <p:pic>
          <p:nvPicPr>
            <p:cNvPr id="48" name="Grafik 47" descr="Bleistift mit einfarbiger Füllung">
              <a:extLst>
                <a:ext uri="{FF2B5EF4-FFF2-40B4-BE49-F238E27FC236}">
                  <a16:creationId xmlns:a16="http://schemas.microsoft.com/office/drawing/2014/main" id="{84329A2C-E550-4EA1-BBB2-5C8E68B103ED}"/>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49" name="Gruppieren 48">
              <a:extLst>
                <a:ext uri="{FF2B5EF4-FFF2-40B4-BE49-F238E27FC236}">
                  <a16:creationId xmlns:a16="http://schemas.microsoft.com/office/drawing/2014/main" id="{1345F07A-6F63-4574-B5F2-798298D024E4}"/>
                </a:ext>
              </a:extLst>
            </p:cNvPr>
            <p:cNvGrpSpPr/>
            <p:nvPr/>
          </p:nvGrpSpPr>
          <p:grpSpPr>
            <a:xfrm>
              <a:off x="4550400" y="3041655"/>
              <a:ext cx="43200" cy="774690"/>
              <a:chOff x="3385929" y="4336972"/>
              <a:chExt cx="57150" cy="774690"/>
            </a:xfrm>
            <a:solidFill>
              <a:schemeClr val="tx1"/>
            </a:solidFill>
          </p:grpSpPr>
          <p:sp>
            <p:nvSpPr>
              <p:cNvPr id="58" name="Rechteck: abgerundete Ecken 57">
                <a:extLst>
                  <a:ext uri="{FF2B5EF4-FFF2-40B4-BE49-F238E27FC236}">
                    <a16:creationId xmlns:a16="http://schemas.microsoft.com/office/drawing/2014/main" id="{295C4FB6-DD65-451B-89FB-4526B9D6257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0" name="Rechteck: abgerundete Ecken 59">
                <a:extLst>
                  <a:ext uri="{FF2B5EF4-FFF2-40B4-BE49-F238E27FC236}">
                    <a16:creationId xmlns:a16="http://schemas.microsoft.com/office/drawing/2014/main" id="{EC086721-87D3-4F7E-AF38-B97547F5BDD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0" name="Gruppieren 49">
              <a:extLst>
                <a:ext uri="{FF2B5EF4-FFF2-40B4-BE49-F238E27FC236}">
                  <a16:creationId xmlns:a16="http://schemas.microsoft.com/office/drawing/2014/main" id="{93BBC937-2AD1-41DA-9F01-BCC93E7A57F5}"/>
                </a:ext>
              </a:extLst>
            </p:cNvPr>
            <p:cNvGrpSpPr/>
            <p:nvPr/>
          </p:nvGrpSpPr>
          <p:grpSpPr>
            <a:xfrm rot="5400000">
              <a:off x="4550400" y="3041655"/>
              <a:ext cx="43200" cy="774690"/>
              <a:chOff x="3385929" y="4336972"/>
              <a:chExt cx="57150" cy="774690"/>
            </a:xfrm>
            <a:solidFill>
              <a:schemeClr val="tx1"/>
            </a:solidFill>
          </p:grpSpPr>
          <p:sp>
            <p:nvSpPr>
              <p:cNvPr id="55" name="Rechteck: abgerundete Ecken 54">
                <a:extLst>
                  <a:ext uri="{FF2B5EF4-FFF2-40B4-BE49-F238E27FC236}">
                    <a16:creationId xmlns:a16="http://schemas.microsoft.com/office/drawing/2014/main" id="{483E4A25-7473-4926-A19E-5F3661B71D6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6" name="Rechteck: abgerundete Ecken 55">
                <a:extLst>
                  <a:ext uri="{FF2B5EF4-FFF2-40B4-BE49-F238E27FC236}">
                    <a16:creationId xmlns:a16="http://schemas.microsoft.com/office/drawing/2014/main" id="{0DB18063-845F-47F7-9E1E-A5D3029F419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1" name="Rechteck: abgerundete Ecken 50">
              <a:extLst>
                <a:ext uri="{FF2B5EF4-FFF2-40B4-BE49-F238E27FC236}">
                  <a16:creationId xmlns:a16="http://schemas.microsoft.com/office/drawing/2014/main" id="{4A221D47-68AC-4DDB-A114-CF43B639C7B6}"/>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2" name="Gruppieren 51">
              <a:extLst>
                <a:ext uri="{FF2B5EF4-FFF2-40B4-BE49-F238E27FC236}">
                  <a16:creationId xmlns:a16="http://schemas.microsoft.com/office/drawing/2014/main" id="{21BB19B6-35CF-40E1-9EC3-F8D2190569C3}"/>
                </a:ext>
              </a:extLst>
            </p:cNvPr>
            <p:cNvGrpSpPr/>
            <p:nvPr/>
          </p:nvGrpSpPr>
          <p:grpSpPr>
            <a:xfrm rot="8100000">
              <a:off x="4550400" y="3041655"/>
              <a:ext cx="43200" cy="774690"/>
              <a:chOff x="3385929" y="4336972"/>
              <a:chExt cx="57150" cy="774690"/>
            </a:xfrm>
            <a:solidFill>
              <a:schemeClr val="tx1"/>
            </a:solidFill>
          </p:grpSpPr>
          <p:sp>
            <p:nvSpPr>
              <p:cNvPr id="53" name="Rechteck: abgerundete Ecken 52">
                <a:extLst>
                  <a:ext uri="{FF2B5EF4-FFF2-40B4-BE49-F238E27FC236}">
                    <a16:creationId xmlns:a16="http://schemas.microsoft.com/office/drawing/2014/main" id="{078E6409-F255-43CC-8283-FD151AF461F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4" name="Rechteck: abgerundete Ecken 53">
                <a:extLst>
                  <a:ext uri="{FF2B5EF4-FFF2-40B4-BE49-F238E27FC236}">
                    <a16:creationId xmlns:a16="http://schemas.microsoft.com/office/drawing/2014/main" id="{E4AB4D41-3F9F-46AE-9956-35CD63E872A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413896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DE73811A-6C42-40C5-8D86-1544F1365E0F}"/>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B6A20C29-1C6F-411A-8A46-773F2C55DF8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A31897BB-1A93-4978-8DEB-7BFEE707D362}"/>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BC65BD9A-439F-4939-8035-C2903261576E}"/>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7BE408F-4F61-4E03-B9AC-E74E04E8F5CD}"/>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CF6A3A16-43AB-4519-BAF9-87B26038EEDC}"/>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3DF3F4EE-A229-40BA-91D6-F5B4DCC1ACE8}"/>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190B5D0B-929A-4FCC-8B93-CF1F9D454313}"/>
              </a:ext>
            </a:extLst>
          </p:cNvPr>
          <p:cNvGrpSpPr>
            <a:grpSpLocks noChangeAspect="1"/>
          </p:cNvGrpSpPr>
          <p:nvPr/>
        </p:nvGrpSpPr>
        <p:grpSpPr>
          <a:xfrm>
            <a:off x="4229042" y="5085184"/>
            <a:ext cx="703217" cy="569327"/>
            <a:chOff x="2228034" y="2144757"/>
            <a:chExt cx="1311628" cy="1061900"/>
          </a:xfrm>
        </p:grpSpPr>
        <p:sp>
          <p:nvSpPr>
            <p:cNvPr id="40" name="Rechteck: abgerundete Ecken 39">
              <a:extLst>
                <a:ext uri="{FF2B5EF4-FFF2-40B4-BE49-F238E27FC236}">
                  <a16:creationId xmlns:a16="http://schemas.microsoft.com/office/drawing/2014/main" id="{6C790912-A664-4598-9C0B-B762A860AA0B}"/>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67313DA8-D0DC-4532-8085-344154713224}"/>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D5DAE762-4F70-43DA-A521-AF9D6034EFB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E5568E0D-4417-445B-B86F-9FDC519E2340}"/>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18E505A5-6D11-413D-BB3F-0F724BDFB93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C54B6BDA-398E-40CE-879A-43A220863D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8" name="Bogen 57">
            <a:extLst>
              <a:ext uri="{FF2B5EF4-FFF2-40B4-BE49-F238E27FC236}">
                <a16:creationId xmlns:a16="http://schemas.microsoft.com/office/drawing/2014/main" id="{A4C748DD-28E2-4C6A-8FD8-758AA783F6F4}"/>
              </a:ext>
            </a:extLst>
          </p:cNvPr>
          <p:cNvSpPr/>
          <p:nvPr/>
        </p:nvSpPr>
        <p:spPr>
          <a:xfrm rot="12954953" flipH="1" flipV="1">
            <a:off x="4335345" y="2206845"/>
            <a:ext cx="1273272" cy="2633303"/>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7" name="Gruppieren 46">
            <a:extLst>
              <a:ext uri="{FF2B5EF4-FFF2-40B4-BE49-F238E27FC236}">
                <a16:creationId xmlns:a16="http://schemas.microsoft.com/office/drawing/2014/main" id="{1536A464-E2A4-4D13-8E1E-797232A9749A}"/>
              </a:ext>
            </a:extLst>
          </p:cNvPr>
          <p:cNvGrpSpPr>
            <a:grpSpLocks noChangeAspect="1"/>
          </p:cNvGrpSpPr>
          <p:nvPr/>
        </p:nvGrpSpPr>
        <p:grpSpPr>
          <a:xfrm>
            <a:off x="4467195" y="4073552"/>
            <a:ext cx="649639" cy="723600"/>
            <a:chOff x="4184655" y="1692997"/>
            <a:chExt cx="1906332" cy="2123348"/>
          </a:xfrm>
        </p:grpSpPr>
        <p:pic>
          <p:nvPicPr>
            <p:cNvPr id="48" name="Grafik 47" descr="Bleistift mit einfarbiger Füllung">
              <a:extLst>
                <a:ext uri="{FF2B5EF4-FFF2-40B4-BE49-F238E27FC236}">
                  <a16:creationId xmlns:a16="http://schemas.microsoft.com/office/drawing/2014/main" id="{F5CD157E-D7B0-42DF-8305-0726F4A900F3}"/>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49" name="Gruppieren 48">
              <a:extLst>
                <a:ext uri="{FF2B5EF4-FFF2-40B4-BE49-F238E27FC236}">
                  <a16:creationId xmlns:a16="http://schemas.microsoft.com/office/drawing/2014/main" id="{85394EB2-A69E-4B9A-A091-91750156FD15}"/>
                </a:ext>
              </a:extLst>
            </p:cNvPr>
            <p:cNvGrpSpPr/>
            <p:nvPr/>
          </p:nvGrpSpPr>
          <p:grpSpPr>
            <a:xfrm>
              <a:off x="4550400" y="3041655"/>
              <a:ext cx="43200" cy="774690"/>
              <a:chOff x="3385929" y="4336972"/>
              <a:chExt cx="57150" cy="774690"/>
            </a:xfrm>
            <a:solidFill>
              <a:schemeClr val="tx1"/>
            </a:solidFill>
          </p:grpSpPr>
          <p:sp>
            <p:nvSpPr>
              <p:cNvPr id="59" name="Rechteck: abgerundete Ecken 58">
                <a:extLst>
                  <a:ext uri="{FF2B5EF4-FFF2-40B4-BE49-F238E27FC236}">
                    <a16:creationId xmlns:a16="http://schemas.microsoft.com/office/drawing/2014/main" id="{225BD906-9E61-4367-A48C-23AB63D1695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1" name="Rechteck: abgerundete Ecken 60">
                <a:extLst>
                  <a:ext uri="{FF2B5EF4-FFF2-40B4-BE49-F238E27FC236}">
                    <a16:creationId xmlns:a16="http://schemas.microsoft.com/office/drawing/2014/main" id="{4F3CC171-F4E2-421D-B3B9-9E0CF0F2B5C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0" name="Gruppieren 49">
              <a:extLst>
                <a:ext uri="{FF2B5EF4-FFF2-40B4-BE49-F238E27FC236}">
                  <a16:creationId xmlns:a16="http://schemas.microsoft.com/office/drawing/2014/main" id="{268DD3B3-F478-4235-AFF3-CB91C13C7AB5}"/>
                </a:ext>
              </a:extLst>
            </p:cNvPr>
            <p:cNvGrpSpPr/>
            <p:nvPr/>
          </p:nvGrpSpPr>
          <p:grpSpPr>
            <a:xfrm rot="5400000">
              <a:off x="4550400" y="3041655"/>
              <a:ext cx="43200" cy="774690"/>
              <a:chOff x="3385929" y="4336972"/>
              <a:chExt cx="57150" cy="774690"/>
            </a:xfrm>
            <a:solidFill>
              <a:schemeClr val="tx1"/>
            </a:solidFill>
          </p:grpSpPr>
          <p:sp>
            <p:nvSpPr>
              <p:cNvPr id="55" name="Rechteck: abgerundete Ecken 54">
                <a:extLst>
                  <a:ext uri="{FF2B5EF4-FFF2-40B4-BE49-F238E27FC236}">
                    <a16:creationId xmlns:a16="http://schemas.microsoft.com/office/drawing/2014/main" id="{A819F8D9-EF76-4EBE-A40C-989F90C7DF0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6" name="Rechteck: abgerundete Ecken 55">
                <a:extLst>
                  <a:ext uri="{FF2B5EF4-FFF2-40B4-BE49-F238E27FC236}">
                    <a16:creationId xmlns:a16="http://schemas.microsoft.com/office/drawing/2014/main" id="{6A667922-B80E-4E4A-A826-898C6E71577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1" name="Rechteck: abgerundete Ecken 50">
              <a:extLst>
                <a:ext uri="{FF2B5EF4-FFF2-40B4-BE49-F238E27FC236}">
                  <a16:creationId xmlns:a16="http://schemas.microsoft.com/office/drawing/2014/main" id="{AB714699-686D-41D9-885B-ED578D6693B4}"/>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2" name="Gruppieren 51">
              <a:extLst>
                <a:ext uri="{FF2B5EF4-FFF2-40B4-BE49-F238E27FC236}">
                  <a16:creationId xmlns:a16="http://schemas.microsoft.com/office/drawing/2014/main" id="{863158DB-09B8-43FF-802C-CC61089DFBA1}"/>
                </a:ext>
              </a:extLst>
            </p:cNvPr>
            <p:cNvGrpSpPr/>
            <p:nvPr/>
          </p:nvGrpSpPr>
          <p:grpSpPr>
            <a:xfrm rot="8100000">
              <a:off x="4550400" y="3041655"/>
              <a:ext cx="43200" cy="774690"/>
              <a:chOff x="3385929" y="4336972"/>
              <a:chExt cx="57150" cy="774690"/>
            </a:xfrm>
            <a:solidFill>
              <a:schemeClr val="tx1"/>
            </a:solidFill>
          </p:grpSpPr>
          <p:sp>
            <p:nvSpPr>
              <p:cNvPr id="53" name="Rechteck: abgerundete Ecken 52">
                <a:extLst>
                  <a:ext uri="{FF2B5EF4-FFF2-40B4-BE49-F238E27FC236}">
                    <a16:creationId xmlns:a16="http://schemas.microsoft.com/office/drawing/2014/main" id="{F404A6D8-D549-403E-81C3-5FD02B8FA59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4" name="Rechteck: abgerundete Ecken 53">
                <a:extLst>
                  <a:ext uri="{FF2B5EF4-FFF2-40B4-BE49-F238E27FC236}">
                    <a16:creationId xmlns:a16="http://schemas.microsoft.com/office/drawing/2014/main" id="{129EF09D-E517-4125-93D6-090CBF9ED7D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4168026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2C7DD447-4EF2-4588-BC03-CB747283F21E}"/>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47B1AECE-7556-4B14-9255-2386FEA77D68}"/>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89D27765-4594-4B33-ADB6-2D4EED1C7AC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90A4505E-DD77-44A9-919E-AE271DBF888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A3A8D6F7-676E-4089-830E-A191E1705EC0}"/>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DE6C2FFD-AFF2-47D8-9D92-15942E2972E5}"/>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CCEC9E9-5204-4D3C-842F-848A438B5B54}"/>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B0EB9781-CE7C-4B40-97AF-5FF94F16FB83}"/>
              </a:ext>
            </a:extLst>
          </p:cNvPr>
          <p:cNvGrpSpPr>
            <a:grpSpLocks noChangeAspect="1"/>
          </p:cNvGrpSpPr>
          <p:nvPr/>
        </p:nvGrpSpPr>
        <p:grpSpPr>
          <a:xfrm>
            <a:off x="7155662" y="3357170"/>
            <a:ext cx="703217" cy="569327"/>
            <a:chOff x="2228034" y="2144757"/>
            <a:chExt cx="1311628" cy="1061900"/>
          </a:xfrm>
        </p:grpSpPr>
        <p:sp>
          <p:nvSpPr>
            <p:cNvPr id="40" name="Rechteck: abgerundete Ecken 39">
              <a:extLst>
                <a:ext uri="{FF2B5EF4-FFF2-40B4-BE49-F238E27FC236}">
                  <a16:creationId xmlns:a16="http://schemas.microsoft.com/office/drawing/2014/main" id="{0640A298-AC8C-492C-9035-729BB20B26A9}"/>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B7838373-2267-4244-89D4-243C020C180A}"/>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7EBB20AD-0E29-4D0F-BA9A-445E7029424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81D183CA-6B7E-4820-85D7-2C1F898E0031}"/>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46809D3A-52C6-4320-A385-4096D09BFF45}"/>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EAE08E8D-6C8D-488E-8005-AAC9279967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F4A8435A-2483-4761-874A-90AB4B6A746C}"/>
              </a:ext>
            </a:extLst>
          </p:cNvPr>
          <p:cNvSpPr/>
          <p:nvPr/>
        </p:nvSpPr>
        <p:spPr>
          <a:xfrm rot="2886420" flipV="1">
            <a:off x="4871337" y="2414811"/>
            <a:ext cx="1359447" cy="2579112"/>
          </a:xfrm>
          <a:prstGeom prst="arc">
            <a:avLst>
              <a:gd name="adj1" fmla="val 16591373"/>
              <a:gd name="adj2" fmla="val 3381995"/>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7" name="Gruppieren 46">
            <a:extLst>
              <a:ext uri="{FF2B5EF4-FFF2-40B4-BE49-F238E27FC236}">
                <a16:creationId xmlns:a16="http://schemas.microsoft.com/office/drawing/2014/main" id="{B71B452F-C701-41EC-B400-42CFADF85249}"/>
              </a:ext>
            </a:extLst>
          </p:cNvPr>
          <p:cNvGrpSpPr>
            <a:grpSpLocks noChangeAspect="1"/>
          </p:cNvGrpSpPr>
          <p:nvPr/>
        </p:nvGrpSpPr>
        <p:grpSpPr>
          <a:xfrm>
            <a:off x="6554275" y="2819378"/>
            <a:ext cx="649639" cy="723600"/>
            <a:chOff x="4184655" y="1692997"/>
            <a:chExt cx="1906332" cy="2123348"/>
          </a:xfrm>
        </p:grpSpPr>
        <p:pic>
          <p:nvPicPr>
            <p:cNvPr id="48" name="Grafik 47" descr="Bleistift mit einfarbiger Füllung">
              <a:extLst>
                <a:ext uri="{FF2B5EF4-FFF2-40B4-BE49-F238E27FC236}">
                  <a16:creationId xmlns:a16="http://schemas.microsoft.com/office/drawing/2014/main" id="{5699DFB9-7B70-4853-8472-889FDD452008}"/>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49" name="Gruppieren 48">
              <a:extLst>
                <a:ext uri="{FF2B5EF4-FFF2-40B4-BE49-F238E27FC236}">
                  <a16:creationId xmlns:a16="http://schemas.microsoft.com/office/drawing/2014/main" id="{63E22E38-29BF-4942-B3E8-C4496C54FF88}"/>
                </a:ext>
              </a:extLst>
            </p:cNvPr>
            <p:cNvGrpSpPr/>
            <p:nvPr/>
          </p:nvGrpSpPr>
          <p:grpSpPr>
            <a:xfrm>
              <a:off x="4550400" y="3041655"/>
              <a:ext cx="43200" cy="774690"/>
              <a:chOff x="3385929" y="4336972"/>
              <a:chExt cx="57150" cy="774690"/>
            </a:xfrm>
            <a:solidFill>
              <a:schemeClr val="tx1"/>
            </a:solidFill>
          </p:grpSpPr>
          <p:sp>
            <p:nvSpPr>
              <p:cNvPr id="58" name="Rechteck: abgerundete Ecken 57">
                <a:extLst>
                  <a:ext uri="{FF2B5EF4-FFF2-40B4-BE49-F238E27FC236}">
                    <a16:creationId xmlns:a16="http://schemas.microsoft.com/office/drawing/2014/main" id="{556344B3-DC72-43CC-B6D5-20001C286AF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9" name="Rechteck: abgerundete Ecken 58">
                <a:extLst>
                  <a:ext uri="{FF2B5EF4-FFF2-40B4-BE49-F238E27FC236}">
                    <a16:creationId xmlns:a16="http://schemas.microsoft.com/office/drawing/2014/main" id="{51EB2C71-5A66-4296-8EB6-18158D2828E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50" name="Gruppieren 49">
              <a:extLst>
                <a:ext uri="{FF2B5EF4-FFF2-40B4-BE49-F238E27FC236}">
                  <a16:creationId xmlns:a16="http://schemas.microsoft.com/office/drawing/2014/main" id="{C50BBFD5-9ABA-49A1-890D-D6C7A3538651}"/>
                </a:ext>
              </a:extLst>
            </p:cNvPr>
            <p:cNvGrpSpPr/>
            <p:nvPr/>
          </p:nvGrpSpPr>
          <p:grpSpPr>
            <a:xfrm rot="5400000">
              <a:off x="4550400" y="3041655"/>
              <a:ext cx="43200" cy="774690"/>
              <a:chOff x="3385929" y="4336972"/>
              <a:chExt cx="57150" cy="774690"/>
            </a:xfrm>
            <a:solidFill>
              <a:schemeClr val="tx1"/>
            </a:solidFill>
          </p:grpSpPr>
          <p:sp>
            <p:nvSpPr>
              <p:cNvPr id="55" name="Rechteck: abgerundete Ecken 54">
                <a:extLst>
                  <a:ext uri="{FF2B5EF4-FFF2-40B4-BE49-F238E27FC236}">
                    <a16:creationId xmlns:a16="http://schemas.microsoft.com/office/drawing/2014/main" id="{AEC56585-45B6-4B49-BDD0-045480210F6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6" name="Rechteck: abgerundete Ecken 55">
                <a:extLst>
                  <a:ext uri="{FF2B5EF4-FFF2-40B4-BE49-F238E27FC236}">
                    <a16:creationId xmlns:a16="http://schemas.microsoft.com/office/drawing/2014/main" id="{77AFDE1E-779F-4DE0-906D-A96552FAF90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51" name="Rechteck: abgerundete Ecken 50">
              <a:extLst>
                <a:ext uri="{FF2B5EF4-FFF2-40B4-BE49-F238E27FC236}">
                  <a16:creationId xmlns:a16="http://schemas.microsoft.com/office/drawing/2014/main" id="{F479C6D3-C37A-47FC-9941-CA20828663EA}"/>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52" name="Gruppieren 51">
              <a:extLst>
                <a:ext uri="{FF2B5EF4-FFF2-40B4-BE49-F238E27FC236}">
                  <a16:creationId xmlns:a16="http://schemas.microsoft.com/office/drawing/2014/main" id="{21B6EFC7-B5E5-46F0-B4F1-E2BA8883FED9}"/>
                </a:ext>
              </a:extLst>
            </p:cNvPr>
            <p:cNvGrpSpPr/>
            <p:nvPr/>
          </p:nvGrpSpPr>
          <p:grpSpPr>
            <a:xfrm rot="8100000">
              <a:off x="4550400" y="3041655"/>
              <a:ext cx="43200" cy="774690"/>
              <a:chOff x="3385929" y="4336972"/>
              <a:chExt cx="57150" cy="774690"/>
            </a:xfrm>
            <a:solidFill>
              <a:schemeClr val="tx1"/>
            </a:solidFill>
          </p:grpSpPr>
          <p:sp>
            <p:nvSpPr>
              <p:cNvPr id="53" name="Rechteck: abgerundete Ecken 52">
                <a:extLst>
                  <a:ext uri="{FF2B5EF4-FFF2-40B4-BE49-F238E27FC236}">
                    <a16:creationId xmlns:a16="http://schemas.microsoft.com/office/drawing/2014/main" id="{BA89F8E7-3281-443F-8DA0-19997B8F0E5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4" name="Rechteck: abgerundete Ecken 53">
                <a:extLst>
                  <a:ext uri="{FF2B5EF4-FFF2-40B4-BE49-F238E27FC236}">
                    <a16:creationId xmlns:a16="http://schemas.microsoft.com/office/drawing/2014/main" id="{2146BAB7-0CD8-4FE4-8107-09EDE24523D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50458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uppieren 51">
            <a:extLst>
              <a:ext uri="{FF2B5EF4-FFF2-40B4-BE49-F238E27FC236}">
                <a16:creationId xmlns:a16="http://schemas.microsoft.com/office/drawing/2014/main" id="{4E9D8790-7B02-4077-9689-E4612DA4C070}"/>
              </a:ext>
            </a:extLst>
          </p:cNvPr>
          <p:cNvGrpSpPr>
            <a:grpSpLocks noChangeAspect="1"/>
          </p:cNvGrpSpPr>
          <p:nvPr/>
        </p:nvGrpSpPr>
        <p:grpSpPr>
          <a:xfrm>
            <a:off x="2240650" y="1992882"/>
            <a:ext cx="4680000" cy="2824078"/>
            <a:chOff x="1760400" y="1360800"/>
            <a:chExt cx="5619600" cy="3391047"/>
          </a:xfrm>
        </p:grpSpPr>
        <p:sp>
          <p:nvSpPr>
            <p:cNvPr id="53" name="Flussdiagramm: Verbinder 52">
              <a:extLst>
                <a:ext uri="{FF2B5EF4-FFF2-40B4-BE49-F238E27FC236}">
                  <a16:creationId xmlns:a16="http://schemas.microsoft.com/office/drawing/2014/main" id="{31A2C334-AE8A-4FB4-9A2F-2BDD1EDD1D8C}"/>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4" name="Flussdiagramm: Verbinder 53">
              <a:extLst>
                <a:ext uri="{FF2B5EF4-FFF2-40B4-BE49-F238E27FC236}">
                  <a16:creationId xmlns:a16="http://schemas.microsoft.com/office/drawing/2014/main" id="{283996C4-C5BB-43FF-9C97-74EB6A7DB9C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Flussdiagramm: Verbinder 54">
              <a:extLst>
                <a:ext uri="{FF2B5EF4-FFF2-40B4-BE49-F238E27FC236}">
                  <a16:creationId xmlns:a16="http://schemas.microsoft.com/office/drawing/2014/main" id="{F72D6DAE-55BA-4ED7-8264-2DECFEB64CEC}"/>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6" name="Flussdiagramm: Verbinder 55">
              <a:extLst>
                <a:ext uri="{FF2B5EF4-FFF2-40B4-BE49-F238E27FC236}">
                  <a16:creationId xmlns:a16="http://schemas.microsoft.com/office/drawing/2014/main" id="{4FD20884-82B2-4B5C-A40A-FC93F5E85AD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7" name="Flussdiagramm: Verbinder 56">
              <a:extLst>
                <a:ext uri="{FF2B5EF4-FFF2-40B4-BE49-F238E27FC236}">
                  <a16:creationId xmlns:a16="http://schemas.microsoft.com/office/drawing/2014/main" id="{DEA7B126-7078-41A0-A604-92DC1BAFF90B}"/>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Flussdiagramm: Verbinder 57">
              <a:extLst>
                <a:ext uri="{FF2B5EF4-FFF2-40B4-BE49-F238E27FC236}">
                  <a16:creationId xmlns:a16="http://schemas.microsoft.com/office/drawing/2014/main" id="{3E0B8CE5-1044-4FBD-8F73-A5F002CE46A9}"/>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71" name="Gruppieren 70">
            <a:extLst>
              <a:ext uri="{FF2B5EF4-FFF2-40B4-BE49-F238E27FC236}">
                <a16:creationId xmlns:a16="http://schemas.microsoft.com/office/drawing/2014/main" id="{8E22F615-BF9E-4946-89E9-C4FE373D8A15}"/>
              </a:ext>
            </a:extLst>
          </p:cNvPr>
          <p:cNvGrpSpPr>
            <a:grpSpLocks noChangeAspect="1"/>
          </p:cNvGrpSpPr>
          <p:nvPr/>
        </p:nvGrpSpPr>
        <p:grpSpPr>
          <a:xfrm>
            <a:off x="4229042" y="5085184"/>
            <a:ext cx="703217" cy="569327"/>
            <a:chOff x="2228034" y="2144757"/>
            <a:chExt cx="1311628" cy="1061900"/>
          </a:xfrm>
        </p:grpSpPr>
        <p:sp>
          <p:nvSpPr>
            <p:cNvPr id="72" name="Rechteck: abgerundete Ecken 71">
              <a:extLst>
                <a:ext uri="{FF2B5EF4-FFF2-40B4-BE49-F238E27FC236}">
                  <a16:creationId xmlns:a16="http://schemas.microsoft.com/office/drawing/2014/main" id="{E1317924-E11F-4EAE-B47A-1FDC7C2C4F02}"/>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73" name="Gruppieren 72">
              <a:extLst>
                <a:ext uri="{FF2B5EF4-FFF2-40B4-BE49-F238E27FC236}">
                  <a16:creationId xmlns:a16="http://schemas.microsoft.com/office/drawing/2014/main" id="{5F29F8B8-1A22-40A1-81EA-C37437744A74}"/>
                </a:ext>
              </a:extLst>
            </p:cNvPr>
            <p:cNvGrpSpPr>
              <a:grpSpLocks noChangeAspect="1"/>
            </p:cNvGrpSpPr>
            <p:nvPr/>
          </p:nvGrpSpPr>
          <p:grpSpPr>
            <a:xfrm>
              <a:off x="2702911" y="2190589"/>
              <a:ext cx="322289" cy="322289"/>
              <a:chOff x="1088874" y="1937857"/>
              <a:chExt cx="914400" cy="914400"/>
            </a:xfrm>
          </p:grpSpPr>
          <p:sp>
            <p:nvSpPr>
              <p:cNvPr id="75" name="Bogen 74">
                <a:extLst>
                  <a:ext uri="{FF2B5EF4-FFF2-40B4-BE49-F238E27FC236}">
                    <a16:creationId xmlns:a16="http://schemas.microsoft.com/office/drawing/2014/main" id="{4DA56971-28D7-44EA-BC33-4F2A043F7520}"/>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76" name="Bogen 75">
                <a:extLst>
                  <a:ext uri="{FF2B5EF4-FFF2-40B4-BE49-F238E27FC236}">
                    <a16:creationId xmlns:a16="http://schemas.microsoft.com/office/drawing/2014/main" id="{AED690C3-2D96-4940-B950-91A7CFA0D875}"/>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77" name="Bogen 76">
                <a:extLst>
                  <a:ext uri="{FF2B5EF4-FFF2-40B4-BE49-F238E27FC236}">
                    <a16:creationId xmlns:a16="http://schemas.microsoft.com/office/drawing/2014/main" id="{4B1E9BB6-62BC-4F4E-93E4-58CA5A4F5200}"/>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74" name="Grafik 73" descr="Nach rechts zeigender Finger, Handrücken mit einfarbiger Füllung">
              <a:extLst>
                <a:ext uri="{FF2B5EF4-FFF2-40B4-BE49-F238E27FC236}">
                  <a16:creationId xmlns:a16="http://schemas.microsoft.com/office/drawing/2014/main" id="{AF5D2F12-55DF-404B-AF3F-93BB22A3C1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80" name="Bogen 79">
            <a:extLst>
              <a:ext uri="{FF2B5EF4-FFF2-40B4-BE49-F238E27FC236}">
                <a16:creationId xmlns:a16="http://schemas.microsoft.com/office/drawing/2014/main" id="{77E9C146-839C-4A63-9C01-5E15FB925A95}"/>
              </a:ext>
            </a:extLst>
          </p:cNvPr>
          <p:cNvSpPr/>
          <p:nvPr/>
        </p:nvSpPr>
        <p:spPr>
          <a:xfrm rot="14691876" flipH="1" flipV="1">
            <a:off x="4838876" y="2567361"/>
            <a:ext cx="1273272" cy="2633303"/>
          </a:xfrm>
          <a:prstGeom prst="arc">
            <a:avLst>
              <a:gd name="adj1" fmla="val 16591373"/>
              <a:gd name="adj2" fmla="val 3902209"/>
            </a:avLst>
          </a:prstGeom>
          <a:ln w="41275">
            <a:solidFill>
              <a:schemeClr val="tx1"/>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40" name="Gruppieren 39">
            <a:extLst>
              <a:ext uri="{FF2B5EF4-FFF2-40B4-BE49-F238E27FC236}">
                <a16:creationId xmlns:a16="http://schemas.microsoft.com/office/drawing/2014/main" id="{EC0DA3B2-FEC8-409F-8236-B30A26E4FFB9}"/>
              </a:ext>
            </a:extLst>
          </p:cNvPr>
          <p:cNvGrpSpPr>
            <a:grpSpLocks noChangeAspect="1"/>
          </p:cNvGrpSpPr>
          <p:nvPr/>
        </p:nvGrpSpPr>
        <p:grpSpPr>
          <a:xfrm>
            <a:off x="4467195" y="4073552"/>
            <a:ext cx="649639" cy="723600"/>
            <a:chOff x="4184655" y="1692997"/>
            <a:chExt cx="1906332" cy="2123348"/>
          </a:xfrm>
        </p:grpSpPr>
        <p:pic>
          <p:nvPicPr>
            <p:cNvPr id="41" name="Grafik 40" descr="Bleistift mit einfarbiger Füllung">
              <a:extLst>
                <a:ext uri="{FF2B5EF4-FFF2-40B4-BE49-F238E27FC236}">
                  <a16:creationId xmlns:a16="http://schemas.microsoft.com/office/drawing/2014/main" id="{81307AC2-5ABC-4ABB-AA68-F383B514888A}"/>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42" name="Gruppieren 41">
              <a:extLst>
                <a:ext uri="{FF2B5EF4-FFF2-40B4-BE49-F238E27FC236}">
                  <a16:creationId xmlns:a16="http://schemas.microsoft.com/office/drawing/2014/main" id="{4EBF82E8-E30F-40B6-B60E-52C2C130F1E2}"/>
                </a:ext>
              </a:extLst>
            </p:cNvPr>
            <p:cNvGrpSpPr/>
            <p:nvPr/>
          </p:nvGrpSpPr>
          <p:grpSpPr>
            <a:xfrm>
              <a:off x="4550400" y="3041655"/>
              <a:ext cx="43200" cy="774690"/>
              <a:chOff x="3385929" y="4336972"/>
              <a:chExt cx="57150" cy="774690"/>
            </a:xfrm>
            <a:solidFill>
              <a:schemeClr val="tx1"/>
            </a:solidFill>
          </p:grpSpPr>
          <p:sp>
            <p:nvSpPr>
              <p:cNvPr id="50" name="Rechteck: abgerundete Ecken 49">
                <a:extLst>
                  <a:ext uri="{FF2B5EF4-FFF2-40B4-BE49-F238E27FC236}">
                    <a16:creationId xmlns:a16="http://schemas.microsoft.com/office/drawing/2014/main" id="{0A91B95B-559E-4B89-A6BA-8D8D842933D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1" name="Rechteck: abgerundete Ecken 50">
                <a:extLst>
                  <a:ext uri="{FF2B5EF4-FFF2-40B4-BE49-F238E27FC236}">
                    <a16:creationId xmlns:a16="http://schemas.microsoft.com/office/drawing/2014/main" id="{E0D851BB-EF1B-4EBE-B375-54A051758DF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3" name="Gruppieren 42">
              <a:extLst>
                <a:ext uri="{FF2B5EF4-FFF2-40B4-BE49-F238E27FC236}">
                  <a16:creationId xmlns:a16="http://schemas.microsoft.com/office/drawing/2014/main" id="{2BBC5CD2-5B40-4B9A-8DD7-3E0AEAF60195}"/>
                </a:ext>
              </a:extLst>
            </p:cNvPr>
            <p:cNvGrpSpPr/>
            <p:nvPr/>
          </p:nvGrpSpPr>
          <p:grpSpPr>
            <a:xfrm rot="5400000">
              <a:off x="4550400" y="3041655"/>
              <a:ext cx="43200" cy="774690"/>
              <a:chOff x="3385929" y="4336972"/>
              <a:chExt cx="57150" cy="774690"/>
            </a:xfrm>
            <a:solidFill>
              <a:schemeClr val="tx1"/>
            </a:solidFill>
          </p:grpSpPr>
          <p:sp>
            <p:nvSpPr>
              <p:cNvPr id="48" name="Rechteck: abgerundete Ecken 47">
                <a:extLst>
                  <a:ext uri="{FF2B5EF4-FFF2-40B4-BE49-F238E27FC236}">
                    <a16:creationId xmlns:a16="http://schemas.microsoft.com/office/drawing/2014/main" id="{0276CA79-3265-400D-B8E1-5114FD864F6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9" name="Rechteck: abgerundete Ecken 48">
                <a:extLst>
                  <a:ext uri="{FF2B5EF4-FFF2-40B4-BE49-F238E27FC236}">
                    <a16:creationId xmlns:a16="http://schemas.microsoft.com/office/drawing/2014/main" id="{9D35CE02-6065-4EE0-AEEF-E0AA7653922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44" name="Rechteck: abgerundete Ecken 43">
              <a:extLst>
                <a:ext uri="{FF2B5EF4-FFF2-40B4-BE49-F238E27FC236}">
                  <a16:creationId xmlns:a16="http://schemas.microsoft.com/office/drawing/2014/main" id="{B7A01662-BB36-4FF2-90B1-755C58B632AA}"/>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5" name="Gruppieren 44">
              <a:extLst>
                <a:ext uri="{FF2B5EF4-FFF2-40B4-BE49-F238E27FC236}">
                  <a16:creationId xmlns:a16="http://schemas.microsoft.com/office/drawing/2014/main" id="{C8FC1CD3-792F-4786-86B8-E0C6D5357DFA}"/>
                </a:ext>
              </a:extLst>
            </p:cNvPr>
            <p:cNvGrpSpPr/>
            <p:nvPr/>
          </p:nvGrpSpPr>
          <p:grpSpPr>
            <a:xfrm rot="8100000">
              <a:off x="4550400" y="3041655"/>
              <a:ext cx="43200" cy="774690"/>
              <a:chOff x="3385929" y="4336972"/>
              <a:chExt cx="57150" cy="774690"/>
            </a:xfrm>
            <a:solidFill>
              <a:schemeClr val="tx1"/>
            </a:solidFill>
          </p:grpSpPr>
          <p:sp>
            <p:nvSpPr>
              <p:cNvPr id="46" name="Rechteck: abgerundete Ecken 45">
                <a:extLst>
                  <a:ext uri="{FF2B5EF4-FFF2-40B4-BE49-F238E27FC236}">
                    <a16:creationId xmlns:a16="http://schemas.microsoft.com/office/drawing/2014/main" id="{F9C05C56-2B4C-494B-ADF4-64A75A98CCF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7" name="Rechteck: abgerundete Ecken 46">
                <a:extLst>
                  <a:ext uri="{FF2B5EF4-FFF2-40B4-BE49-F238E27FC236}">
                    <a16:creationId xmlns:a16="http://schemas.microsoft.com/office/drawing/2014/main" id="{2520970E-18DA-418A-9380-12E5AB10DDDF}"/>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994022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31A629B5-0A50-4CFC-8AE1-53BB82EFADB5}"/>
              </a:ext>
            </a:extLst>
          </p:cNvPr>
          <p:cNvGrpSpPr>
            <a:grpSpLocks noChangeAspect="1"/>
          </p:cNvGrpSpPr>
          <p:nvPr/>
        </p:nvGrpSpPr>
        <p:grpSpPr>
          <a:xfrm>
            <a:off x="2240650" y="1992882"/>
            <a:ext cx="4680000" cy="2824078"/>
            <a:chOff x="1760400" y="1360800"/>
            <a:chExt cx="5619600" cy="3391047"/>
          </a:xfrm>
        </p:grpSpPr>
        <p:sp>
          <p:nvSpPr>
            <p:cNvPr id="3" name="Flussdiagramm: Verbinder 2">
              <a:extLst>
                <a:ext uri="{FF2B5EF4-FFF2-40B4-BE49-F238E27FC236}">
                  <a16:creationId xmlns:a16="http://schemas.microsoft.com/office/drawing/2014/main" id="{96ACAB6A-AEC8-4A35-9647-0080C4B88DBF}"/>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 name="Flussdiagramm: Verbinder 3">
              <a:extLst>
                <a:ext uri="{FF2B5EF4-FFF2-40B4-BE49-F238E27FC236}">
                  <a16:creationId xmlns:a16="http://schemas.microsoft.com/office/drawing/2014/main" id="{1B306AD7-7B1B-47D3-BFD0-3B14CDA14FCE}"/>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2CE65F1-A1B0-4454-BE0F-4D3F86829F6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B5EA1D0-F3A5-40D3-BE19-072C743391F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Flussdiagramm: Verbinder 6">
              <a:extLst>
                <a:ext uri="{FF2B5EF4-FFF2-40B4-BE49-F238E27FC236}">
                  <a16:creationId xmlns:a16="http://schemas.microsoft.com/office/drawing/2014/main" id="{130508ED-C08E-421D-84A0-EA9835B6CC50}"/>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Flussdiagramm: Verbinder 7">
              <a:extLst>
                <a:ext uri="{FF2B5EF4-FFF2-40B4-BE49-F238E27FC236}">
                  <a16:creationId xmlns:a16="http://schemas.microsoft.com/office/drawing/2014/main" id="{B2E53EEB-EFC5-4B85-A294-16984A6BE6E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3194791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bgerundetes Rechteck 2">
            <a:extLst>
              <a:ext uri="{FF2B5EF4-FFF2-40B4-BE49-F238E27FC236}">
                <a16:creationId xmlns:a16="http://schemas.microsoft.com/office/drawing/2014/main" id="{5CC25705-EAE7-4C1B-A8C2-05E63EED66AC}"/>
              </a:ext>
            </a:extLst>
          </p:cNvPr>
          <p:cNvSpPr/>
          <p:nvPr/>
        </p:nvSpPr>
        <p:spPr>
          <a:xfrm>
            <a:off x="6876256" y="6161448"/>
            <a:ext cx="1706488"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start</a:t>
            </a:r>
            <a:r>
              <a:rPr lang="de-DE" dirty="0"/>
              <a:t> </a:t>
            </a:r>
            <a:r>
              <a:rPr lang="de-DE" dirty="0" err="1"/>
              <a:t>animation</a:t>
            </a:r>
            <a:endParaRPr lang="de-DE" dirty="0"/>
          </a:p>
        </p:txBody>
      </p:sp>
      <p:sp>
        <p:nvSpPr>
          <p:cNvPr id="47" name="Rechteck 46">
            <a:extLst>
              <a:ext uri="{FF2B5EF4-FFF2-40B4-BE49-F238E27FC236}">
                <a16:creationId xmlns:a16="http://schemas.microsoft.com/office/drawing/2014/main" id="{81C0477F-6759-4F01-BB30-D7BAFB1ADF38}"/>
              </a:ext>
            </a:extLst>
          </p:cNvPr>
          <p:cNvSpPr/>
          <p:nvPr/>
        </p:nvSpPr>
        <p:spPr>
          <a:xfrm>
            <a:off x="575566" y="456922"/>
            <a:ext cx="8172898" cy="4124206"/>
          </a:xfrm>
          <a:prstGeom prst="rect">
            <a:avLst/>
          </a:prstGeom>
        </p:spPr>
        <p:txBody>
          <a:bodyPr wrap="square">
            <a:spAutoFit/>
          </a:bodyPr>
          <a:lstStyle/>
          <a:p>
            <a:r>
              <a:rPr lang="en-US" b="1" u="sng" dirty="0"/>
              <a:t>Repetition of instructions: </a:t>
            </a:r>
          </a:p>
          <a:p>
            <a:endParaRPr lang="en-US" dirty="0"/>
          </a:p>
          <a:p>
            <a:r>
              <a:rPr lang="en-US" dirty="0"/>
              <a:t>Below you see a symbolic representation of the task to be completed.</a:t>
            </a:r>
          </a:p>
          <a:p>
            <a:r>
              <a:rPr lang="en-US" b="1" dirty="0"/>
              <a:t>The task consists of two parts:</a:t>
            </a:r>
          </a:p>
          <a:p>
            <a:endParaRPr lang="en-US" b="1" dirty="0"/>
          </a:p>
          <a:p>
            <a:pPr marL="285750" indent="-285750">
              <a:spcAft>
                <a:spcPts val="600"/>
              </a:spcAft>
              <a:buFont typeface="Wingdings" panose="05000000000000000000" pitchFamily="2" charset="2"/>
              <a:buChar char="v"/>
            </a:pPr>
            <a:r>
              <a:rPr lang="en-US" b="1" dirty="0"/>
              <a:t>Alternately tap </a:t>
            </a:r>
            <a:r>
              <a:rPr lang="en-US" dirty="0"/>
              <a:t>the </a:t>
            </a:r>
            <a:r>
              <a:rPr lang="en-US" b="1" dirty="0">
                <a:solidFill>
                  <a:srgbClr val="C0504D"/>
                </a:solidFill>
              </a:rPr>
              <a:t>red circle </a:t>
            </a:r>
            <a:r>
              <a:rPr lang="en-US" dirty="0"/>
              <a:t>and</a:t>
            </a:r>
            <a:r>
              <a:rPr lang="en-US" b="1" dirty="0"/>
              <a:t> </a:t>
            </a:r>
            <a:r>
              <a:rPr lang="en-US" dirty="0"/>
              <a:t>one of the five </a:t>
            </a:r>
            <a:r>
              <a:rPr lang="en-US" b="1" dirty="0">
                <a:solidFill>
                  <a:srgbClr val="7F7F7F"/>
                </a:solidFill>
              </a:rPr>
              <a:t>gray circles </a:t>
            </a:r>
            <a:r>
              <a:rPr lang="en-US" dirty="0"/>
              <a:t>using the stylus.</a:t>
            </a:r>
            <a:br>
              <a:rPr lang="en-US" dirty="0"/>
            </a:br>
            <a:r>
              <a:rPr lang="en-US" dirty="0"/>
              <a:t>Work your way through the gray circles </a:t>
            </a:r>
            <a:r>
              <a:rPr lang="en-US" b="1" dirty="0">
                <a:solidFill>
                  <a:srgbClr val="7F7F7F"/>
                </a:solidFill>
              </a:rPr>
              <a:t>from left to right</a:t>
            </a:r>
            <a:r>
              <a:rPr lang="en-US" dirty="0"/>
              <a:t>, and </a:t>
            </a:r>
            <a:r>
              <a:rPr lang="en-US" b="1" dirty="0">
                <a:solidFill>
                  <a:srgbClr val="C0504D"/>
                </a:solidFill>
              </a:rPr>
              <a:t>start</a:t>
            </a:r>
            <a:r>
              <a:rPr lang="en-US" b="1" dirty="0"/>
              <a:t> </a:t>
            </a:r>
            <a:r>
              <a:rPr lang="en-US" dirty="0"/>
              <a:t>and</a:t>
            </a:r>
            <a:r>
              <a:rPr lang="en-US" b="1" dirty="0"/>
              <a:t> </a:t>
            </a:r>
            <a:r>
              <a:rPr lang="en-US" b="1" dirty="0">
                <a:solidFill>
                  <a:srgbClr val="C0504D"/>
                </a:solidFill>
              </a:rPr>
              <a:t>end</a:t>
            </a:r>
            <a:r>
              <a:rPr lang="en-US" dirty="0"/>
              <a:t> with the red circle.</a:t>
            </a:r>
          </a:p>
          <a:p>
            <a:r>
              <a:rPr lang="en-US" dirty="0"/>
              <a:t>      It is important that you comply with this specified order.</a:t>
            </a:r>
          </a:p>
          <a:p>
            <a:endParaRPr lang="en-US" dirty="0"/>
          </a:p>
          <a:p>
            <a:pPr marL="285750" indent="-285750">
              <a:buFont typeface="Wingdings" panose="05000000000000000000" pitchFamily="2" charset="2"/>
              <a:buChar char="v"/>
            </a:pPr>
            <a:endParaRPr lang="en-US" dirty="0"/>
          </a:p>
          <a:p>
            <a:pPr marL="285750" indent="-285750">
              <a:spcAft>
                <a:spcPts val="600"/>
              </a:spcAft>
              <a:buFont typeface="Wingdings" panose="05000000000000000000" pitchFamily="2" charset="2"/>
              <a:buChar char="v"/>
            </a:pPr>
            <a:r>
              <a:rPr lang="en-US" b="1" dirty="0"/>
              <a:t>Simultaneously </a:t>
            </a:r>
            <a:r>
              <a:rPr lang="en-US" dirty="0"/>
              <a:t>with each tap,</a:t>
            </a:r>
            <a:r>
              <a:rPr lang="en-US" b="1" dirty="0"/>
              <a:t> press the space bar </a:t>
            </a:r>
            <a:r>
              <a:rPr lang="en-US" dirty="0"/>
              <a:t>with the index finger of your other hand.</a:t>
            </a:r>
          </a:p>
          <a:p>
            <a:r>
              <a:rPr lang="en-US" dirty="0"/>
              <a:t>      Make sure to press the space bar all the way down.</a:t>
            </a:r>
          </a:p>
        </p:txBody>
      </p:sp>
      <p:grpSp>
        <p:nvGrpSpPr>
          <p:cNvPr id="77" name="Gruppieren 76">
            <a:extLst>
              <a:ext uri="{FF2B5EF4-FFF2-40B4-BE49-F238E27FC236}">
                <a16:creationId xmlns:a16="http://schemas.microsoft.com/office/drawing/2014/main" id="{522621B0-DD27-4E1D-BE6E-985458775CE3}"/>
              </a:ext>
            </a:extLst>
          </p:cNvPr>
          <p:cNvGrpSpPr>
            <a:grpSpLocks noChangeAspect="1"/>
          </p:cNvGrpSpPr>
          <p:nvPr/>
        </p:nvGrpSpPr>
        <p:grpSpPr>
          <a:xfrm>
            <a:off x="6300192" y="3911023"/>
            <a:ext cx="703217" cy="569327"/>
            <a:chOff x="2228034" y="2144757"/>
            <a:chExt cx="1311628" cy="1061900"/>
          </a:xfrm>
        </p:grpSpPr>
        <p:sp>
          <p:nvSpPr>
            <p:cNvPr id="78" name="Rechteck: abgerundete Ecken 77">
              <a:extLst>
                <a:ext uri="{FF2B5EF4-FFF2-40B4-BE49-F238E27FC236}">
                  <a16:creationId xmlns:a16="http://schemas.microsoft.com/office/drawing/2014/main" id="{86E98D96-00C4-4114-A4C3-5C5F6F80A1A8}"/>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79" name="Gruppieren 78">
              <a:extLst>
                <a:ext uri="{FF2B5EF4-FFF2-40B4-BE49-F238E27FC236}">
                  <a16:creationId xmlns:a16="http://schemas.microsoft.com/office/drawing/2014/main" id="{D7D8C99B-0176-457A-8BB4-CE847C00935A}"/>
                </a:ext>
              </a:extLst>
            </p:cNvPr>
            <p:cNvGrpSpPr>
              <a:grpSpLocks noChangeAspect="1"/>
            </p:cNvGrpSpPr>
            <p:nvPr/>
          </p:nvGrpSpPr>
          <p:grpSpPr>
            <a:xfrm>
              <a:off x="2702911" y="2190589"/>
              <a:ext cx="322289" cy="322289"/>
              <a:chOff x="1088874" y="1937857"/>
              <a:chExt cx="914400" cy="914400"/>
            </a:xfrm>
          </p:grpSpPr>
          <p:sp>
            <p:nvSpPr>
              <p:cNvPr id="81" name="Bogen 80">
                <a:extLst>
                  <a:ext uri="{FF2B5EF4-FFF2-40B4-BE49-F238E27FC236}">
                    <a16:creationId xmlns:a16="http://schemas.microsoft.com/office/drawing/2014/main" id="{9C6C42DC-FE26-4809-AA1B-EA6344EC9E6B}"/>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82" name="Bogen 81">
                <a:extLst>
                  <a:ext uri="{FF2B5EF4-FFF2-40B4-BE49-F238E27FC236}">
                    <a16:creationId xmlns:a16="http://schemas.microsoft.com/office/drawing/2014/main" id="{C5E2C75E-F5D9-4142-BDAA-9A72EFC47EF5}"/>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83" name="Bogen 82">
                <a:extLst>
                  <a:ext uri="{FF2B5EF4-FFF2-40B4-BE49-F238E27FC236}">
                    <a16:creationId xmlns:a16="http://schemas.microsoft.com/office/drawing/2014/main" id="{8E70209B-64AB-44A6-B2ED-4AE45D68A1D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80" name="Grafik 79" descr="Nach rechts zeigender Finger, Handrücken mit einfarbiger Füllung">
              <a:extLst>
                <a:ext uri="{FF2B5EF4-FFF2-40B4-BE49-F238E27FC236}">
                  <a16:creationId xmlns:a16="http://schemas.microsoft.com/office/drawing/2014/main" id="{F6AA9DEE-AEA9-4146-A1A3-481BAC84DA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grpSp>
        <p:nvGrpSpPr>
          <p:cNvPr id="84" name="Gruppieren 83">
            <a:extLst>
              <a:ext uri="{FF2B5EF4-FFF2-40B4-BE49-F238E27FC236}">
                <a16:creationId xmlns:a16="http://schemas.microsoft.com/office/drawing/2014/main" id="{3ADBF863-095C-437E-B2ED-FE2410582A04}"/>
              </a:ext>
            </a:extLst>
          </p:cNvPr>
          <p:cNvGrpSpPr>
            <a:grpSpLocks noChangeAspect="1"/>
          </p:cNvGrpSpPr>
          <p:nvPr/>
        </p:nvGrpSpPr>
        <p:grpSpPr>
          <a:xfrm>
            <a:off x="3319168" y="4941168"/>
            <a:ext cx="2505663" cy="1512000"/>
            <a:chOff x="1760400" y="1360800"/>
            <a:chExt cx="5619600" cy="3391047"/>
          </a:xfrm>
        </p:grpSpPr>
        <p:sp>
          <p:nvSpPr>
            <p:cNvPr id="85" name="Flussdiagramm: Verbinder 84">
              <a:extLst>
                <a:ext uri="{FF2B5EF4-FFF2-40B4-BE49-F238E27FC236}">
                  <a16:creationId xmlns:a16="http://schemas.microsoft.com/office/drawing/2014/main" id="{E45194B9-4343-44F3-93DB-73E5BC9EE4A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Flussdiagramm: Verbinder 85">
              <a:extLst>
                <a:ext uri="{FF2B5EF4-FFF2-40B4-BE49-F238E27FC236}">
                  <a16:creationId xmlns:a16="http://schemas.microsoft.com/office/drawing/2014/main" id="{B7CAF22F-81A6-48F5-BFA1-BE4928680339}"/>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Flussdiagramm: Verbinder 86">
              <a:extLst>
                <a:ext uri="{FF2B5EF4-FFF2-40B4-BE49-F238E27FC236}">
                  <a16:creationId xmlns:a16="http://schemas.microsoft.com/office/drawing/2014/main" id="{59B126F8-4816-4AE6-AAFC-1A3FEDB396CA}"/>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Flussdiagramm: Verbinder 87">
              <a:extLst>
                <a:ext uri="{FF2B5EF4-FFF2-40B4-BE49-F238E27FC236}">
                  <a16:creationId xmlns:a16="http://schemas.microsoft.com/office/drawing/2014/main" id="{3BAB0D0F-A48D-4CE4-90A2-AB872DFD710A}"/>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Flussdiagramm: Verbinder 88">
              <a:extLst>
                <a:ext uri="{FF2B5EF4-FFF2-40B4-BE49-F238E27FC236}">
                  <a16:creationId xmlns:a16="http://schemas.microsoft.com/office/drawing/2014/main" id="{CFCF912B-812D-49C2-B8FB-B0DB3BE6B7C3}"/>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Flussdiagramm: Verbinder 89">
              <a:extLst>
                <a:ext uri="{FF2B5EF4-FFF2-40B4-BE49-F238E27FC236}">
                  <a16:creationId xmlns:a16="http://schemas.microsoft.com/office/drawing/2014/main" id="{DC7EFABA-727E-4F7A-9DFE-C7CA81336FDF}"/>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5" name="Gruppieren 34">
            <a:extLst>
              <a:ext uri="{FF2B5EF4-FFF2-40B4-BE49-F238E27FC236}">
                <a16:creationId xmlns:a16="http://schemas.microsoft.com/office/drawing/2014/main" id="{FC844FCF-E326-4938-88B3-D7F3D83CC660}"/>
              </a:ext>
            </a:extLst>
          </p:cNvPr>
          <p:cNvGrpSpPr>
            <a:grpSpLocks noChangeAspect="1"/>
          </p:cNvGrpSpPr>
          <p:nvPr/>
        </p:nvGrpSpPr>
        <p:grpSpPr>
          <a:xfrm>
            <a:off x="7009759" y="2567487"/>
            <a:ext cx="406732" cy="453038"/>
            <a:chOff x="4184655" y="1692997"/>
            <a:chExt cx="1906332" cy="2123348"/>
          </a:xfrm>
        </p:grpSpPr>
        <p:pic>
          <p:nvPicPr>
            <p:cNvPr id="36" name="Grafik 35" descr="Bleistift mit einfarbiger Füllung">
              <a:extLst>
                <a:ext uri="{FF2B5EF4-FFF2-40B4-BE49-F238E27FC236}">
                  <a16:creationId xmlns:a16="http://schemas.microsoft.com/office/drawing/2014/main" id="{BDBFB0DA-9A56-4DAD-9AE0-A640F1402359}"/>
                </a:ext>
              </a:extLst>
            </p:cNvPr>
            <p:cNvPicPr preferRelativeResize="0">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7" name="Gruppieren 36">
              <a:extLst>
                <a:ext uri="{FF2B5EF4-FFF2-40B4-BE49-F238E27FC236}">
                  <a16:creationId xmlns:a16="http://schemas.microsoft.com/office/drawing/2014/main" id="{54AE6D03-BE89-4AAB-8DD8-024F83FE45BE}"/>
                </a:ext>
              </a:extLst>
            </p:cNvPr>
            <p:cNvGrpSpPr/>
            <p:nvPr/>
          </p:nvGrpSpPr>
          <p:grpSpPr>
            <a:xfrm>
              <a:off x="4550400" y="3041655"/>
              <a:ext cx="43200" cy="774690"/>
              <a:chOff x="3385929" y="4336972"/>
              <a:chExt cx="57150" cy="774690"/>
            </a:xfrm>
            <a:solidFill>
              <a:schemeClr val="tx1"/>
            </a:solidFill>
          </p:grpSpPr>
          <p:sp>
            <p:nvSpPr>
              <p:cNvPr id="45" name="Rechteck: abgerundete Ecken 44">
                <a:extLst>
                  <a:ext uri="{FF2B5EF4-FFF2-40B4-BE49-F238E27FC236}">
                    <a16:creationId xmlns:a16="http://schemas.microsoft.com/office/drawing/2014/main" id="{6575FA9A-D030-4FF1-ACB4-29879FC564E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6" name="Rechteck: abgerundete Ecken 45">
                <a:extLst>
                  <a:ext uri="{FF2B5EF4-FFF2-40B4-BE49-F238E27FC236}">
                    <a16:creationId xmlns:a16="http://schemas.microsoft.com/office/drawing/2014/main" id="{37BE8ED6-9293-4DD8-8729-EA6D905DBF4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8" name="Gruppieren 37">
              <a:extLst>
                <a:ext uri="{FF2B5EF4-FFF2-40B4-BE49-F238E27FC236}">
                  <a16:creationId xmlns:a16="http://schemas.microsoft.com/office/drawing/2014/main" id="{EB7B01CE-E053-4ACC-A5FF-1454421765E8}"/>
                </a:ext>
              </a:extLst>
            </p:cNvPr>
            <p:cNvGrpSpPr/>
            <p:nvPr/>
          </p:nvGrpSpPr>
          <p:grpSpPr>
            <a:xfrm rot="5400000">
              <a:off x="4550400" y="3041655"/>
              <a:ext cx="43200" cy="774690"/>
              <a:chOff x="3385929" y="4336972"/>
              <a:chExt cx="57150" cy="774690"/>
            </a:xfrm>
            <a:solidFill>
              <a:schemeClr val="tx1"/>
            </a:solidFill>
          </p:grpSpPr>
          <p:sp>
            <p:nvSpPr>
              <p:cNvPr id="43" name="Rechteck: abgerundete Ecken 42">
                <a:extLst>
                  <a:ext uri="{FF2B5EF4-FFF2-40B4-BE49-F238E27FC236}">
                    <a16:creationId xmlns:a16="http://schemas.microsoft.com/office/drawing/2014/main" id="{FA4664CE-F172-4AF2-AA19-6F328E3ABAC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4" name="Rechteck: abgerundete Ecken 43">
                <a:extLst>
                  <a:ext uri="{FF2B5EF4-FFF2-40B4-BE49-F238E27FC236}">
                    <a16:creationId xmlns:a16="http://schemas.microsoft.com/office/drawing/2014/main" id="{CD11780C-7FB4-43BA-9912-5A70EB46A42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9" name="Rechteck: abgerundete Ecken 38">
              <a:extLst>
                <a:ext uri="{FF2B5EF4-FFF2-40B4-BE49-F238E27FC236}">
                  <a16:creationId xmlns:a16="http://schemas.microsoft.com/office/drawing/2014/main" id="{43243AFC-D103-4AB2-B458-32ED694C338B}"/>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0" name="Gruppieren 39">
              <a:extLst>
                <a:ext uri="{FF2B5EF4-FFF2-40B4-BE49-F238E27FC236}">
                  <a16:creationId xmlns:a16="http://schemas.microsoft.com/office/drawing/2014/main" id="{40ADB8B7-444E-4254-AA8E-8418DD011814}"/>
                </a:ext>
              </a:extLst>
            </p:cNvPr>
            <p:cNvGrpSpPr/>
            <p:nvPr/>
          </p:nvGrpSpPr>
          <p:grpSpPr>
            <a:xfrm rot="8100000">
              <a:off x="4550400" y="3041655"/>
              <a:ext cx="43200" cy="774690"/>
              <a:chOff x="3385929" y="4336972"/>
              <a:chExt cx="57150" cy="774690"/>
            </a:xfrm>
            <a:solidFill>
              <a:schemeClr val="tx1"/>
            </a:solidFill>
          </p:grpSpPr>
          <p:sp>
            <p:nvSpPr>
              <p:cNvPr id="41" name="Rechteck: abgerundete Ecken 40">
                <a:extLst>
                  <a:ext uri="{FF2B5EF4-FFF2-40B4-BE49-F238E27FC236}">
                    <a16:creationId xmlns:a16="http://schemas.microsoft.com/office/drawing/2014/main" id="{611BDD1D-8931-4C54-8023-F786A452C3F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2" name="Rechteck: abgerundete Ecken 41">
                <a:extLst>
                  <a:ext uri="{FF2B5EF4-FFF2-40B4-BE49-F238E27FC236}">
                    <a16:creationId xmlns:a16="http://schemas.microsoft.com/office/drawing/2014/main" id="{63F28B5B-6532-4A86-A560-76EEDB2B672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31" name="Abgerundetes Rechteck 2">
            <a:extLst>
              <a:ext uri="{FF2B5EF4-FFF2-40B4-BE49-F238E27FC236}">
                <a16:creationId xmlns:a16="http://schemas.microsoft.com/office/drawing/2014/main" id="{7C692F3F-D27F-4A6E-AD5C-E5E47553C826}"/>
              </a:ext>
            </a:extLst>
          </p:cNvPr>
          <p:cNvSpPr/>
          <p:nvPr/>
        </p:nvSpPr>
        <p:spPr>
          <a:xfrm>
            <a:off x="575566" y="6161448"/>
            <a:ext cx="1620170" cy="57992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repeat</a:t>
            </a:r>
            <a:r>
              <a:rPr lang="de-DE" dirty="0"/>
              <a:t> </a:t>
            </a:r>
            <a:r>
              <a:rPr lang="de-DE" dirty="0" err="1"/>
              <a:t>animation</a:t>
            </a:r>
            <a:endParaRPr lang="de-DE" dirty="0"/>
          </a:p>
        </p:txBody>
      </p:sp>
    </p:spTree>
    <p:extLst>
      <p:ext uri="{BB962C8B-B14F-4D97-AF65-F5344CB8AC3E}">
        <p14:creationId xmlns:p14="http://schemas.microsoft.com/office/powerpoint/2010/main" val="3575935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0B1A6F85-A1F8-4A12-A459-5F24642BDA48}"/>
              </a:ext>
            </a:extLst>
          </p:cNvPr>
          <p:cNvSpPr/>
          <p:nvPr/>
        </p:nvSpPr>
        <p:spPr>
          <a:xfrm>
            <a:off x="611560" y="4236854"/>
            <a:ext cx="7920880" cy="576064"/>
          </a:xfrm>
          <a:prstGeom prst="rect">
            <a:avLst/>
          </a:prstGeom>
          <a:solidFill>
            <a:srgbClr val="FFF3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 name="Rechteck 1">
            <a:extLst>
              <a:ext uri="{FF2B5EF4-FFF2-40B4-BE49-F238E27FC236}">
                <a16:creationId xmlns:a16="http://schemas.microsoft.com/office/drawing/2014/main" id="{74E42853-7D2E-42F6-936E-5720C3A21350}"/>
              </a:ext>
            </a:extLst>
          </p:cNvPr>
          <p:cNvSpPr/>
          <p:nvPr/>
        </p:nvSpPr>
        <p:spPr>
          <a:xfrm>
            <a:off x="620561" y="1997839"/>
            <a:ext cx="7902878" cy="2862322"/>
          </a:xfrm>
          <a:prstGeom prst="rect">
            <a:avLst/>
          </a:prstGeom>
        </p:spPr>
        <p:txBody>
          <a:bodyPr wrap="square">
            <a:spAutoFit/>
          </a:bodyPr>
          <a:lstStyle/>
          <a:p>
            <a:r>
              <a:rPr lang="en-US" dirty="0">
                <a:cs typeface="Calibri" panose="020F0502020204030204" pitchFamily="34" charset="0"/>
              </a:rPr>
              <a:t>It is important that you actually </a:t>
            </a:r>
            <a:r>
              <a:rPr lang="en-US" b="1" dirty="0">
                <a:cs typeface="Calibri" panose="020F0502020204030204" pitchFamily="34" charset="0"/>
              </a:rPr>
              <a:t>hit</a:t>
            </a:r>
            <a:r>
              <a:rPr lang="en-US" dirty="0">
                <a:cs typeface="Calibri" panose="020F0502020204030204" pitchFamily="34" charset="0"/>
              </a:rPr>
              <a:t> the circles with the stylus. It does not matter where exactly you hit the circles (e.g., in the middle or at the edge).</a:t>
            </a:r>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r>
              <a:rPr lang="en-US" dirty="0">
                <a:cs typeface="Calibri" panose="020F0502020204030204" pitchFamily="34" charset="0"/>
              </a:rPr>
              <a:t>Try to perform the movements as </a:t>
            </a:r>
            <a:r>
              <a:rPr lang="en-US" b="1" dirty="0">
                <a:cs typeface="Calibri" panose="020F0502020204030204" pitchFamily="34" charset="0"/>
              </a:rPr>
              <a:t>quickly and accurately </a:t>
            </a:r>
            <a:r>
              <a:rPr lang="en-US" dirty="0">
                <a:cs typeface="Calibri" panose="020F0502020204030204" pitchFamily="34" charset="0"/>
              </a:rPr>
              <a:t>as possible.</a:t>
            </a:r>
          </a:p>
          <a:p>
            <a:endParaRPr lang="de-AT" dirty="0">
              <a:cs typeface="Calibri" panose="020F0502020204030204" pitchFamily="34" charset="0"/>
            </a:endParaRPr>
          </a:p>
          <a:p>
            <a:r>
              <a:rPr lang="en-US" dirty="0"/>
              <a:t>Both the </a:t>
            </a:r>
            <a:r>
              <a:rPr lang="en-US" u="sng" dirty="0"/>
              <a:t>time</a:t>
            </a:r>
            <a:r>
              <a:rPr lang="en-US" dirty="0"/>
              <a:t> and the accuracy (</a:t>
            </a:r>
            <a:r>
              <a:rPr lang="en-US" u="sng" dirty="0"/>
              <a:t>actually hitting </a:t>
            </a:r>
            <a:r>
              <a:rPr lang="en-US" dirty="0"/>
              <a:t>the circles), together with the simultaneous </a:t>
            </a:r>
            <a:r>
              <a:rPr lang="en-US" u="sng" dirty="0"/>
              <a:t>key press</a:t>
            </a:r>
            <a:r>
              <a:rPr lang="en-US" dirty="0"/>
              <a:t>, determine your </a:t>
            </a:r>
            <a:r>
              <a:rPr lang="en-US" b="1" dirty="0"/>
              <a:t>performance</a:t>
            </a:r>
            <a:r>
              <a:rPr lang="de-AT" dirty="0"/>
              <a:t>.</a:t>
            </a:r>
            <a:endParaRPr lang="de-DE" dirty="0">
              <a:cs typeface="Calibri" panose="020F0502020204030204" pitchFamily="34" charset="0"/>
            </a:endParaRPr>
          </a:p>
        </p:txBody>
      </p:sp>
      <p:sp>
        <p:nvSpPr>
          <p:cNvPr id="39" name="Abgerundetes Rechteck 2">
            <a:extLst>
              <a:ext uri="{FF2B5EF4-FFF2-40B4-BE49-F238E27FC236}">
                <a16:creationId xmlns:a16="http://schemas.microsoft.com/office/drawing/2014/main" id="{05B5D0C7-2F22-4D23-A354-21FD03F0F003}"/>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53" name="Flussdiagramm: Verbinder 52">
            <a:extLst>
              <a:ext uri="{FF2B5EF4-FFF2-40B4-BE49-F238E27FC236}">
                <a16:creationId xmlns:a16="http://schemas.microsoft.com/office/drawing/2014/main" id="{36329442-1F5F-4F9D-BB4C-C468504960E8}"/>
              </a:ext>
            </a:extLst>
          </p:cNvPr>
          <p:cNvSpPr/>
          <p:nvPr/>
        </p:nvSpPr>
        <p:spPr>
          <a:xfrm>
            <a:off x="728810" y="2942536"/>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4" name="Flussdiagramm: Verbinder 53">
            <a:extLst>
              <a:ext uri="{FF2B5EF4-FFF2-40B4-BE49-F238E27FC236}">
                <a16:creationId xmlns:a16="http://schemas.microsoft.com/office/drawing/2014/main" id="{F971BDE8-0F7E-4ED6-A4B5-EAE3B88FA716}"/>
              </a:ext>
            </a:extLst>
          </p:cNvPr>
          <p:cNvSpPr/>
          <p:nvPr/>
        </p:nvSpPr>
        <p:spPr>
          <a:xfrm>
            <a:off x="1772906" y="2942536"/>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Flussdiagramm: Verbinder 54">
            <a:extLst>
              <a:ext uri="{FF2B5EF4-FFF2-40B4-BE49-F238E27FC236}">
                <a16:creationId xmlns:a16="http://schemas.microsoft.com/office/drawing/2014/main" id="{4BBA4765-5548-44FB-8743-B64C4C5922B7}"/>
              </a:ext>
            </a:extLst>
          </p:cNvPr>
          <p:cNvSpPr/>
          <p:nvPr/>
        </p:nvSpPr>
        <p:spPr>
          <a:xfrm>
            <a:off x="2817002" y="2942536"/>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6" name="Grafik 12" descr="Häkchen mit einfarbiger Füllung">
            <a:extLst>
              <a:ext uri="{FF2B5EF4-FFF2-40B4-BE49-F238E27FC236}">
                <a16:creationId xmlns:a16="http://schemas.microsoft.com/office/drawing/2014/main" id="{A207EE84-3387-4A65-B816-824BE5F86F2E}"/>
              </a:ext>
            </a:extLst>
          </p:cNvPr>
          <p:cNvSpPr>
            <a:spLocks noChangeAspect="1"/>
          </p:cNvSpPr>
          <p:nvPr/>
        </p:nvSpPr>
        <p:spPr>
          <a:xfrm>
            <a:off x="1090308" y="2923670"/>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sp>
        <p:nvSpPr>
          <p:cNvPr id="57" name="Grafik 14" descr="Schließen mit einfarbiger Füllung">
            <a:extLst>
              <a:ext uri="{FF2B5EF4-FFF2-40B4-BE49-F238E27FC236}">
                <a16:creationId xmlns:a16="http://schemas.microsoft.com/office/drawing/2014/main" id="{16887FD5-E2C2-4330-A734-847F0A8E401E}"/>
              </a:ext>
            </a:extLst>
          </p:cNvPr>
          <p:cNvSpPr>
            <a:spLocks noChangeAspect="1"/>
          </p:cNvSpPr>
          <p:nvPr/>
        </p:nvSpPr>
        <p:spPr>
          <a:xfrm>
            <a:off x="3206535" y="2916816"/>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sp>
        <p:nvSpPr>
          <p:cNvPr id="58" name="Grafik 12" descr="Häkchen mit einfarbiger Füllung">
            <a:extLst>
              <a:ext uri="{FF2B5EF4-FFF2-40B4-BE49-F238E27FC236}">
                <a16:creationId xmlns:a16="http://schemas.microsoft.com/office/drawing/2014/main" id="{EDF43252-8265-4480-8882-EC027EA26700}"/>
              </a:ext>
            </a:extLst>
          </p:cNvPr>
          <p:cNvSpPr>
            <a:spLocks noChangeAspect="1"/>
          </p:cNvSpPr>
          <p:nvPr/>
        </p:nvSpPr>
        <p:spPr>
          <a:xfrm>
            <a:off x="2134404" y="2917322"/>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grpSp>
        <p:nvGrpSpPr>
          <p:cNvPr id="59" name="Gruppieren 58">
            <a:extLst>
              <a:ext uri="{FF2B5EF4-FFF2-40B4-BE49-F238E27FC236}">
                <a16:creationId xmlns:a16="http://schemas.microsoft.com/office/drawing/2014/main" id="{7D3B9691-37FB-4435-8DBE-D47D38E40B2B}"/>
              </a:ext>
            </a:extLst>
          </p:cNvPr>
          <p:cNvGrpSpPr>
            <a:grpSpLocks noChangeAspect="1"/>
          </p:cNvGrpSpPr>
          <p:nvPr/>
        </p:nvGrpSpPr>
        <p:grpSpPr>
          <a:xfrm>
            <a:off x="2726853" y="2869537"/>
            <a:ext cx="452485" cy="504000"/>
            <a:chOff x="4184655" y="1692997"/>
            <a:chExt cx="1906332" cy="2123348"/>
          </a:xfrm>
        </p:grpSpPr>
        <p:pic>
          <p:nvPicPr>
            <p:cNvPr id="60" name="Grafik 59" descr="Bleistift mit einfarbiger Füllung">
              <a:extLst>
                <a:ext uri="{FF2B5EF4-FFF2-40B4-BE49-F238E27FC236}">
                  <a16:creationId xmlns:a16="http://schemas.microsoft.com/office/drawing/2014/main" id="{CF08DFE2-51B4-4946-B19A-CA88158D1187}"/>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61" name="Gruppieren 60">
              <a:extLst>
                <a:ext uri="{FF2B5EF4-FFF2-40B4-BE49-F238E27FC236}">
                  <a16:creationId xmlns:a16="http://schemas.microsoft.com/office/drawing/2014/main" id="{B1B2B65C-E56F-4CA9-8D09-D1BB410E6348}"/>
                </a:ext>
              </a:extLst>
            </p:cNvPr>
            <p:cNvGrpSpPr/>
            <p:nvPr/>
          </p:nvGrpSpPr>
          <p:grpSpPr>
            <a:xfrm>
              <a:off x="4550400" y="3041655"/>
              <a:ext cx="43200" cy="774690"/>
              <a:chOff x="3385929" y="4336972"/>
              <a:chExt cx="57150" cy="774690"/>
            </a:xfrm>
            <a:solidFill>
              <a:schemeClr val="tx1"/>
            </a:solidFill>
          </p:grpSpPr>
          <p:sp>
            <p:nvSpPr>
              <p:cNvPr id="109" name="Rechteck: abgerundete Ecken 108">
                <a:extLst>
                  <a:ext uri="{FF2B5EF4-FFF2-40B4-BE49-F238E27FC236}">
                    <a16:creationId xmlns:a16="http://schemas.microsoft.com/office/drawing/2014/main" id="{15FAFEFF-BCF2-4311-93A2-BF8CA812F70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10" name="Rechteck: abgerundete Ecken 109">
                <a:extLst>
                  <a:ext uri="{FF2B5EF4-FFF2-40B4-BE49-F238E27FC236}">
                    <a16:creationId xmlns:a16="http://schemas.microsoft.com/office/drawing/2014/main" id="{AD759A6F-4B94-4BBB-A8B2-BEE689374AE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62" name="Gruppieren 61">
              <a:extLst>
                <a:ext uri="{FF2B5EF4-FFF2-40B4-BE49-F238E27FC236}">
                  <a16:creationId xmlns:a16="http://schemas.microsoft.com/office/drawing/2014/main" id="{47CE585D-4674-45CB-B19A-75F22777B29B}"/>
                </a:ext>
              </a:extLst>
            </p:cNvPr>
            <p:cNvGrpSpPr/>
            <p:nvPr/>
          </p:nvGrpSpPr>
          <p:grpSpPr>
            <a:xfrm rot="5400000">
              <a:off x="4550400" y="3041655"/>
              <a:ext cx="43200" cy="774690"/>
              <a:chOff x="3385929" y="4336972"/>
              <a:chExt cx="57150" cy="774690"/>
            </a:xfrm>
            <a:solidFill>
              <a:schemeClr val="tx1"/>
            </a:solidFill>
          </p:grpSpPr>
          <p:sp>
            <p:nvSpPr>
              <p:cNvPr id="107" name="Rechteck: abgerundete Ecken 106">
                <a:extLst>
                  <a:ext uri="{FF2B5EF4-FFF2-40B4-BE49-F238E27FC236}">
                    <a16:creationId xmlns:a16="http://schemas.microsoft.com/office/drawing/2014/main" id="{AB54AEEA-8A85-4ECA-A1EB-34C1D84C78D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08" name="Rechteck: abgerundete Ecken 107">
                <a:extLst>
                  <a:ext uri="{FF2B5EF4-FFF2-40B4-BE49-F238E27FC236}">
                    <a16:creationId xmlns:a16="http://schemas.microsoft.com/office/drawing/2014/main" id="{C99F2BE4-E966-42B8-8DE4-370ADD58C31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63" name="Rechteck: abgerundete Ecken 62">
              <a:extLst>
                <a:ext uri="{FF2B5EF4-FFF2-40B4-BE49-F238E27FC236}">
                  <a16:creationId xmlns:a16="http://schemas.microsoft.com/office/drawing/2014/main" id="{0820B756-5881-4381-979E-1CE065CF5CE1}"/>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64" name="Gruppieren 63">
              <a:extLst>
                <a:ext uri="{FF2B5EF4-FFF2-40B4-BE49-F238E27FC236}">
                  <a16:creationId xmlns:a16="http://schemas.microsoft.com/office/drawing/2014/main" id="{87398CE1-0931-4F58-A868-E52416BD4D04}"/>
                </a:ext>
              </a:extLst>
            </p:cNvPr>
            <p:cNvGrpSpPr/>
            <p:nvPr/>
          </p:nvGrpSpPr>
          <p:grpSpPr>
            <a:xfrm rot="8100000">
              <a:off x="4550400" y="3041655"/>
              <a:ext cx="43200" cy="774690"/>
              <a:chOff x="3385929" y="4336972"/>
              <a:chExt cx="57150" cy="774690"/>
            </a:xfrm>
            <a:solidFill>
              <a:schemeClr val="tx1"/>
            </a:solidFill>
          </p:grpSpPr>
          <p:sp>
            <p:nvSpPr>
              <p:cNvPr id="65" name="Rechteck: abgerundete Ecken 64">
                <a:extLst>
                  <a:ext uri="{FF2B5EF4-FFF2-40B4-BE49-F238E27FC236}">
                    <a16:creationId xmlns:a16="http://schemas.microsoft.com/office/drawing/2014/main" id="{11674E45-54CD-44C6-B9AD-99E5098E21F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6" name="Rechteck: abgerundete Ecken 65">
                <a:extLst>
                  <a:ext uri="{FF2B5EF4-FFF2-40B4-BE49-F238E27FC236}">
                    <a16:creationId xmlns:a16="http://schemas.microsoft.com/office/drawing/2014/main" id="{39B636DC-0DE3-4131-9110-366B0DA2FE8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111" name="Flussdiagramm: Verbinder 110">
            <a:extLst>
              <a:ext uri="{FF2B5EF4-FFF2-40B4-BE49-F238E27FC236}">
                <a16:creationId xmlns:a16="http://schemas.microsoft.com/office/drawing/2014/main" id="{210D06A8-FEEF-4D28-B1CE-192D87783813}"/>
              </a:ext>
            </a:extLst>
          </p:cNvPr>
          <p:cNvSpPr/>
          <p:nvPr/>
        </p:nvSpPr>
        <p:spPr>
          <a:xfrm>
            <a:off x="3863777" y="2942536"/>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nvGrpSpPr>
          <p:cNvPr id="112" name="Gruppieren 111">
            <a:extLst>
              <a:ext uri="{FF2B5EF4-FFF2-40B4-BE49-F238E27FC236}">
                <a16:creationId xmlns:a16="http://schemas.microsoft.com/office/drawing/2014/main" id="{70F9321D-ADB2-4DBC-89DD-B789F762F1A9}"/>
              </a:ext>
            </a:extLst>
          </p:cNvPr>
          <p:cNvGrpSpPr>
            <a:grpSpLocks noChangeAspect="1"/>
          </p:cNvGrpSpPr>
          <p:nvPr/>
        </p:nvGrpSpPr>
        <p:grpSpPr>
          <a:xfrm>
            <a:off x="1778307" y="2824483"/>
            <a:ext cx="452486" cy="503999"/>
            <a:chOff x="4184655" y="1692997"/>
            <a:chExt cx="1906332" cy="2123348"/>
          </a:xfrm>
        </p:grpSpPr>
        <p:pic>
          <p:nvPicPr>
            <p:cNvPr id="113" name="Grafik 112" descr="Bleistift mit einfarbiger Füllung">
              <a:extLst>
                <a:ext uri="{FF2B5EF4-FFF2-40B4-BE49-F238E27FC236}">
                  <a16:creationId xmlns:a16="http://schemas.microsoft.com/office/drawing/2014/main" id="{630CA14C-F83B-4832-B25E-7109DEF55706}"/>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114" name="Gruppieren 113">
              <a:extLst>
                <a:ext uri="{FF2B5EF4-FFF2-40B4-BE49-F238E27FC236}">
                  <a16:creationId xmlns:a16="http://schemas.microsoft.com/office/drawing/2014/main" id="{9B0ADB0A-0D17-4944-BAB0-40D894CAED58}"/>
                </a:ext>
              </a:extLst>
            </p:cNvPr>
            <p:cNvGrpSpPr/>
            <p:nvPr/>
          </p:nvGrpSpPr>
          <p:grpSpPr>
            <a:xfrm>
              <a:off x="4550400" y="3041655"/>
              <a:ext cx="43200" cy="774690"/>
              <a:chOff x="3385929" y="4336972"/>
              <a:chExt cx="57150" cy="774690"/>
            </a:xfrm>
            <a:solidFill>
              <a:schemeClr val="tx1"/>
            </a:solidFill>
          </p:grpSpPr>
          <p:sp>
            <p:nvSpPr>
              <p:cNvPr id="122" name="Rechteck: abgerundete Ecken 121">
                <a:extLst>
                  <a:ext uri="{FF2B5EF4-FFF2-40B4-BE49-F238E27FC236}">
                    <a16:creationId xmlns:a16="http://schemas.microsoft.com/office/drawing/2014/main" id="{6A604F39-0658-4160-9BBC-C0259A012C3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23" name="Rechteck: abgerundete Ecken 122">
                <a:extLst>
                  <a:ext uri="{FF2B5EF4-FFF2-40B4-BE49-F238E27FC236}">
                    <a16:creationId xmlns:a16="http://schemas.microsoft.com/office/drawing/2014/main" id="{BC5610A5-216F-41D2-A36F-19C6B106556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15" name="Gruppieren 114">
              <a:extLst>
                <a:ext uri="{FF2B5EF4-FFF2-40B4-BE49-F238E27FC236}">
                  <a16:creationId xmlns:a16="http://schemas.microsoft.com/office/drawing/2014/main" id="{C1F7121C-CFD1-4D32-A655-E8C31D8F7F86}"/>
                </a:ext>
              </a:extLst>
            </p:cNvPr>
            <p:cNvGrpSpPr/>
            <p:nvPr/>
          </p:nvGrpSpPr>
          <p:grpSpPr>
            <a:xfrm rot="5400000">
              <a:off x="4550400" y="3041655"/>
              <a:ext cx="43200" cy="774690"/>
              <a:chOff x="3385929" y="4336972"/>
              <a:chExt cx="57150" cy="774690"/>
            </a:xfrm>
            <a:solidFill>
              <a:schemeClr val="tx1"/>
            </a:solidFill>
          </p:grpSpPr>
          <p:sp>
            <p:nvSpPr>
              <p:cNvPr id="120" name="Rechteck: abgerundete Ecken 119">
                <a:extLst>
                  <a:ext uri="{FF2B5EF4-FFF2-40B4-BE49-F238E27FC236}">
                    <a16:creationId xmlns:a16="http://schemas.microsoft.com/office/drawing/2014/main" id="{622B216C-45F6-458B-865F-EC8519AE111B}"/>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21" name="Rechteck: abgerundete Ecken 120">
                <a:extLst>
                  <a:ext uri="{FF2B5EF4-FFF2-40B4-BE49-F238E27FC236}">
                    <a16:creationId xmlns:a16="http://schemas.microsoft.com/office/drawing/2014/main" id="{36BD2B8E-5907-46D0-865C-745E4B5C43F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16" name="Rechteck: abgerundete Ecken 115">
              <a:extLst>
                <a:ext uri="{FF2B5EF4-FFF2-40B4-BE49-F238E27FC236}">
                  <a16:creationId xmlns:a16="http://schemas.microsoft.com/office/drawing/2014/main" id="{4D2E5C95-30B7-41F2-A03D-21EAEBDFA7DA}"/>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17" name="Gruppieren 116">
              <a:extLst>
                <a:ext uri="{FF2B5EF4-FFF2-40B4-BE49-F238E27FC236}">
                  <a16:creationId xmlns:a16="http://schemas.microsoft.com/office/drawing/2014/main" id="{0B3BF130-FB4A-49A8-8320-4975EA5AA2BF}"/>
                </a:ext>
              </a:extLst>
            </p:cNvPr>
            <p:cNvGrpSpPr/>
            <p:nvPr/>
          </p:nvGrpSpPr>
          <p:grpSpPr>
            <a:xfrm rot="8100000">
              <a:off x="4550400" y="3041655"/>
              <a:ext cx="43200" cy="774690"/>
              <a:chOff x="3385929" y="4336972"/>
              <a:chExt cx="57150" cy="774690"/>
            </a:xfrm>
            <a:solidFill>
              <a:schemeClr val="tx1"/>
            </a:solidFill>
          </p:grpSpPr>
          <p:sp>
            <p:nvSpPr>
              <p:cNvPr id="118" name="Rechteck: abgerundete Ecken 117">
                <a:extLst>
                  <a:ext uri="{FF2B5EF4-FFF2-40B4-BE49-F238E27FC236}">
                    <a16:creationId xmlns:a16="http://schemas.microsoft.com/office/drawing/2014/main" id="{ED69B983-2535-44E1-AB2A-CD0EECA1FEC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19" name="Rechteck: abgerundete Ecken 118">
                <a:extLst>
                  <a:ext uri="{FF2B5EF4-FFF2-40B4-BE49-F238E27FC236}">
                    <a16:creationId xmlns:a16="http://schemas.microsoft.com/office/drawing/2014/main" id="{823D78EE-1923-4256-9C02-20A59A96C77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124" name="Gruppieren 123">
            <a:extLst>
              <a:ext uri="{FF2B5EF4-FFF2-40B4-BE49-F238E27FC236}">
                <a16:creationId xmlns:a16="http://schemas.microsoft.com/office/drawing/2014/main" id="{C4616D07-1429-40E0-8C2A-F9D3B69FD1EA}"/>
              </a:ext>
            </a:extLst>
          </p:cNvPr>
          <p:cNvGrpSpPr>
            <a:grpSpLocks noChangeAspect="1"/>
          </p:cNvGrpSpPr>
          <p:nvPr/>
        </p:nvGrpSpPr>
        <p:grpSpPr>
          <a:xfrm>
            <a:off x="820870" y="2721620"/>
            <a:ext cx="452485" cy="504000"/>
            <a:chOff x="4184655" y="1692997"/>
            <a:chExt cx="1906332" cy="2123348"/>
          </a:xfrm>
        </p:grpSpPr>
        <p:pic>
          <p:nvPicPr>
            <p:cNvPr id="125" name="Grafik 124" descr="Bleistift mit einfarbiger Füllung">
              <a:extLst>
                <a:ext uri="{FF2B5EF4-FFF2-40B4-BE49-F238E27FC236}">
                  <a16:creationId xmlns:a16="http://schemas.microsoft.com/office/drawing/2014/main" id="{438E29B1-B1CA-4356-98B4-EF58EA7AFC7C}"/>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126" name="Gruppieren 125">
              <a:extLst>
                <a:ext uri="{FF2B5EF4-FFF2-40B4-BE49-F238E27FC236}">
                  <a16:creationId xmlns:a16="http://schemas.microsoft.com/office/drawing/2014/main" id="{D51FDFF9-A5DE-426A-ADE8-89FC84A94F43}"/>
                </a:ext>
              </a:extLst>
            </p:cNvPr>
            <p:cNvGrpSpPr/>
            <p:nvPr/>
          </p:nvGrpSpPr>
          <p:grpSpPr>
            <a:xfrm>
              <a:off x="4550400" y="3041655"/>
              <a:ext cx="43200" cy="774690"/>
              <a:chOff x="3385929" y="4336972"/>
              <a:chExt cx="57150" cy="774690"/>
            </a:xfrm>
            <a:solidFill>
              <a:schemeClr val="tx1"/>
            </a:solidFill>
          </p:grpSpPr>
          <p:sp>
            <p:nvSpPr>
              <p:cNvPr id="134" name="Rechteck: abgerundete Ecken 133">
                <a:extLst>
                  <a:ext uri="{FF2B5EF4-FFF2-40B4-BE49-F238E27FC236}">
                    <a16:creationId xmlns:a16="http://schemas.microsoft.com/office/drawing/2014/main" id="{FB269BD9-BD3F-4C37-A9ED-EA04A1DE6F2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5" name="Rechteck: abgerundete Ecken 134">
                <a:extLst>
                  <a:ext uri="{FF2B5EF4-FFF2-40B4-BE49-F238E27FC236}">
                    <a16:creationId xmlns:a16="http://schemas.microsoft.com/office/drawing/2014/main" id="{9BD457F1-8F54-45C7-B93E-26D9CDDCC7BD}"/>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27" name="Gruppieren 126">
              <a:extLst>
                <a:ext uri="{FF2B5EF4-FFF2-40B4-BE49-F238E27FC236}">
                  <a16:creationId xmlns:a16="http://schemas.microsoft.com/office/drawing/2014/main" id="{6B1B904B-8C5F-46B6-BFAF-5042C2095D10}"/>
                </a:ext>
              </a:extLst>
            </p:cNvPr>
            <p:cNvGrpSpPr/>
            <p:nvPr/>
          </p:nvGrpSpPr>
          <p:grpSpPr>
            <a:xfrm rot="5400000">
              <a:off x="4550400" y="3041655"/>
              <a:ext cx="43200" cy="774690"/>
              <a:chOff x="3385929" y="4336972"/>
              <a:chExt cx="57150" cy="774690"/>
            </a:xfrm>
            <a:solidFill>
              <a:schemeClr val="tx1"/>
            </a:solidFill>
          </p:grpSpPr>
          <p:sp>
            <p:nvSpPr>
              <p:cNvPr id="132" name="Rechteck: abgerundete Ecken 131">
                <a:extLst>
                  <a:ext uri="{FF2B5EF4-FFF2-40B4-BE49-F238E27FC236}">
                    <a16:creationId xmlns:a16="http://schemas.microsoft.com/office/drawing/2014/main" id="{E1011CCF-5D85-417D-B4AA-9ED0A7DC125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3" name="Rechteck: abgerundete Ecken 132">
                <a:extLst>
                  <a:ext uri="{FF2B5EF4-FFF2-40B4-BE49-F238E27FC236}">
                    <a16:creationId xmlns:a16="http://schemas.microsoft.com/office/drawing/2014/main" id="{AFEFBFDF-6865-40A3-A7CE-F4C338EABFE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28" name="Rechteck: abgerundete Ecken 127">
              <a:extLst>
                <a:ext uri="{FF2B5EF4-FFF2-40B4-BE49-F238E27FC236}">
                  <a16:creationId xmlns:a16="http://schemas.microsoft.com/office/drawing/2014/main" id="{958AB76D-602E-49A1-8358-1B87465794EE}"/>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29" name="Gruppieren 128">
              <a:extLst>
                <a:ext uri="{FF2B5EF4-FFF2-40B4-BE49-F238E27FC236}">
                  <a16:creationId xmlns:a16="http://schemas.microsoft.com/office/drawing/2014/main" id="{78244050-AC4A-48FC-8913-75E588F41400}"/>
                </a:ext>
              </a:extLst>
            </p:cNvPr>
            <p:cNvGrpSpPr/>
            <p:nvPr/>
          </p:nvGrpSpPr>
          <p:grpSpPr>
            <a:xfrm rot="8100000">
              <a:off x="4550400" y="3041655"/>
              <a:ext cx="43200" cy="774690"/>
              <a:chOff x="3385929" y="4336972"/>
              <a:chExt cx="57150" cy="774690"/>
            </a:xfrm>
            <a:solidFill>
              <a:schemeClr val="tx1"/>
            </a:solidFill>
          </p:grpSpPr>
          <p:sp>
            <p:nvSpPr>
              <p:cNvPr id="130" name="Rechteck: abgerundete Ecken 129">
                <a:extLst>
                  <a:ext uri="{FF2B5EF4-FFF2-40B4-BE49-F238E27FC236}">
                    <a16:creationId xmlns:a16="http://schemas.microsoft.com/office/drawing/2014/main" id="{C0F4FDB5-1BE6-43E5-ADE5-FB69220B710F}"/>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1" name="Rechteck: abgerundete Ecken 130">
                <a:extLst>
                  <a:ext uri="{FF2B5EF4-FFF2-40B4-BE49-F238E27FC236}">
                    <a16:creationId xmlns:a16="http://schemas.microsoft.com/office/drawing/2014/main" id="{18FFF31D-DACF-4A13-94E1-D9425663247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136" name="Gruppieren 135">
            <a:extLst>
              <a:ext uri="{FF2B5EF4-FFF2-40B4-BE49-F238E27FC236}">
                <a16:creationId xmlns:a16="http://schemas.microsoft.com/office/drawing/2014/main" id="{28FF298D-176E-43AD-8326-05D7AA1109EF}"/>
              </a:ext>
            </a:extLst>
          </p:cNvPr>
          <p:cNvGrpSpPr>
            <a:grpSpLocks noChangeAspect="1"/>
          </p:cNvGrpSpPr>
          <p:nvPr/>
        </p:nvGrpSpPr>
        <p:grpSpPr>
          <a:xfrm>
            <a:off x="4094115" y="2975089"/>
            <a:ext cx="452485" cy="504000"/>
            <a:chOff x="4184655" y="1692997"/>
            <a:chExt cx="1906332" cy="2123348"/>
          </a:xfrm>
        </p:grpSpPr>
        <p:pic>
          <p:nvPicPr>
            <p:cNvPr id="137" name="Grafik 136" descr="Bleistift mit einfarbiger Füllung">
              <a:extLst>
                <a:ext uri="{FF2B5EF4-FFF2-40B4-BE49-F238E27FC236}">
                  <a16:creationId xmlns:a16="http://schemas.microsoft.com/office/drawing/2014/main" id="{7EDA2FFC-3279-495B-9467-4C5DF33D79C4}"/>
                </a:ext>
              </a:extLst>
            </p:cNvPr>
            <p:cNvPicPr preferRelativeResize="0">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138" name="Gruppieren 137">
              <a:extLst>
                <a:ext uri="{FF2B5EF4-FFF2-40B4-BE49-F238E27FC236}">
                  <a16:creationId xmlns:a16="http://schemas.microsoft.com/office/drawing/2014/main" id="{1DA2A0A8-92DB-4FB1-AA97-D83AF776F6B3}"/>
                </a:ext>
              </a:extLst>
            </p:cNvPr>
            <p:cNvGrpSpPr/>
            <p:nvPr/>
          </p:nvGrpSpPr>
          <p:grpSpPr>
            <a:xfrm>
              <a:off x="4550400" y="3041655"/>
              <a:ext cx="43200" cy="774690"/>
              <a:chOff x="3385929" y="4336972"/>
              <a:chExt cx="57150" cy="774690"/>
            </a:xfrm>
            <a:solidFill>
              <a:schemeClr val="tx1"/>
            </a:solidFill>
          </p:grpSpPr>
          <p:sp>
            <p:nvSpPr>
              <p:cNvPr id="146" name="Rechteck: abgerundete Ecken 145">
                <a:extLst>
                  <a:ext uri="{FF2B5EF4-FFF2-40B4-BE49-F238E27FC236}">
                    <a16:creationId xmlns:a16="http://schemas.microsoft.com/office/drawing/2014/main" id="{7620B2D9-7118-41DE-90FC-1B1116EBCB2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47" name="Rechteck: abgerundete Ecken 146">
                <a:extLst>
                  <a:ext uri="{FF2B5EF4-FFF2-40B4-BE49-F238E27FC236}">
                    <a16:creationId xmlns:a16="http://schemas.microsoft.com/office/drawing/2014/main" id="{2AC1DF81-1D5C-4097-B1D1-09C89D06F9A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39" name="Gruppieren 138">
              <a:extLst>
                <a:ext uri="{FF2B5EF4-FFF2-40B4-BE49-F238E27FC236}">
                  <a16:creationId xmlns:a16="http://schemas.microsoft.com/office/drawing/2014/main" id="{6ACE192B-6A2D-48E8-AF02-DCB2EB55ABD3}"/>
                </a:ext>
              </a:extLst>
            </p:cNvPr>
            <p:cNvGrpSpPr/>
            <p:nvPr/>
          </p:nvGrpSpPr>
          <p:grpSpPr>
            <a:xfrm rot="5400000">
              <a:off x="4550400" y="3041655"/>
              <a:ext cx="43200" cy="774690"/>
              <a:chOff x="3385929" y="4336972"/>
              <a:chExt cx="57150" cy="774690"/>
            </a:xfrm>
            <a:solidFill>
              <a:schemeClr val="tx1"/>
            </a:solidFill>
          </p:grpSpPr>
          <p:sp>
            <p:nvSpPr>
              <p:cNvPr id="144" name="Rechteck: abgerundete Ecken 143">
                <a:extLst>
                  <a:ext uri="{FF2B5EF4-FFF2-40B4-BE49-F238E27FC236}">
                    <a16:creationId xmlns:a16="http://schemas.microsoft.com/office/drawing/2014/main" id="{AE9550C3-C068-4CD0-A6C4-FE7321965F66}"/>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45" name="Rechteck: abgerundete Ecken 144">
                <a:extLst>
                  <a:ext uri="{FF2B5EF4-FFF2-40B4-BE49-F238E27FC236}">
                    <a16:creationId xmlns:a16="http://schemas.microsoft.com/office/drawing/2014/main" id="{56149852-502C-4E83-BC35-D0CC802C9A1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40" name="Rechteck: abgerundete Ecken 139">
              <a:extLst>
                <a:ext uri="{FF2B5EF4-FFF2-40B4-BE49-F238E27FC236}">
                  <a16:creationId xmlns:a16="http://schemas.microsoft.com/office/drawing/2014/main" id="{77866E62-142D-4D08-9331-31C773573876}"/>
                </a:ext>
              </a:extLst>
            </p:cNvPr>
            <p:cNvSpPr/>
            <p:nvPr/>
          </p:nvSpPr>
          <p:spPr>
            <a:xfrm rot="2700000">
              <a:off x="4352873" y="3518528"/>
              <a:ext cx="43200" cy="216000"/>
            </a:xfrm>
            <a:prstGeom prst="round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41" name="Gruppieren 140">
              <a:extLst>
                <a:ext uri="{FF2B5EF4-FFF2-40B4-BE49-F238E27FC236}">
                  <a16:creationId xmlns:a16="http://schemas.microsoft.com/office/drawing/2014/main" id="{5ED08FA8-2CAC-43D0-80AE-C41A0F7B8CC0}"/>
                </a:ext>
              </a:extLst>
            </p:cNvPr>
            <p:cNvGrpSpPr/>
            <p:nvPr/>
          </p:nvGrpSpPr>
          <p:grpSpPr>
            <a:xfrm rot="8100000">
              <a:off x="4550400" y="3041655"/>
              <a:ext cx="43200" cy="774690"/>
              <a:chOff x="3385929" y="4336972"/>
              <a:chExt cx="57150" cy="774690"/>
            </a:xfrm>
            <a:solidFill>
              <a:schemeClr val="tx1"/>
            </a:solidFill>
          </p:grpSpPr>
          <p:sp>
            <p:nvSpPr>
              <p:cNvPr id="142" name="Rechteck: abgerundete Ecken 141">
                <a:extLst>
                  <a:ext uri="{FF2B5EF4-FFF2-40B4-BE49-F238E27FC236}">
                    <a16:creationId xmlns:a16="http://schemas.microsoft.com/office/drawing/2014/main" id="{8784ED43-245C-402C-8B55-CC6E4521F2B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43" name="Rechteck: abgerundete Ecken 142">
                <a:extLst>
                  <a:ext uri="{FF2B5EF4-FFF2-40B4-BE49-F238E27FC236}">
                    <a16:creationId xmlns:a16="http://schemas.microsoft.com/office/drawing/2014/main" id="{1966ADE8-04C1-4EC1-8916-046BF0CD50BB}"/>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148" name="Grafik 14" descr="Schließen mit einfarbiger Füllung">
            <a:extLst>
              <a:ext uri="{FF2B5EF4-FFF2-40B4-BE49-F238E27FC236}">
                <a16:creationId xmlns:a16="http://schemas.microsoft.com/office/drawing/2014/main" id="{69045950-316C-4862-8A44-FFB520DB3A0F}"/>
              </a:ext>
            </a:extLst>
          </p:cNvPr>
          <p:cNvSpPr>
            <a:spLocks noChangeAspect="1"/>
          </p:cNvSpPr>
          <p:nvPr/>
        </p:nvSpPr>
        <p:spPr>
          <a:xfrm>
            <a:off x="4254417" y="2939663"/>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spTree>
    <p:extLst>
      <p:ext uri="{BB962C8B-B14F-4D97-AF65-F5344CB8AC3E}">
        <p14:creationId xmlns:p14="http://schemas.microsoft.com/office/powerpoint/2010/main" val="2318557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4E42853-7D2E-42F6-936E-5720C3A21350}"/>
              </a:ext>
            </a:extLst>
          </p:cNvPr>
          <p:cNvSpPr/>
          <p:nvPr/>
        </p:nvSpPr>
        <p:spPr>
          <a:xfrm>
            <a:off x="620561" y="2648498"/>
            <a:ext cx="7902878" cy="1477328"/>
          </a:xfrm>
          <a:prstGeom prst="rect">
            <a:avLst/>
          </a:prstGeom>
        </p:spPr>
        <p:txBody>
          <a:bodyPr wrap="square">
            <a:spAutoFit/>
          </a:bodyPr>
          <a:lstStyle/>
          <a:p>
            <a:r>
              <a:rPr lang="en-US" dirty="0"/>
              <a:t>As soon as you start the trial, a </a:t>
            </a:r>
            <a:r>
              <a:rPr lang="en-US" b="1" dirty="0"/>
              <a:t>countdown</a:t>
            </a:r>
            <a:r>
              <a:rPr lang="en-US" dirty="0"/>
              <a:t> will appear. You will then already see the circles you are supposed to tap. The size of the gray circles may vary from trial to trial.</a:t>
            </a:r>
          </a:p>
          <a:p>
            <a:endParaRPr lang="en-US" dirty="0"/>
          </a:p>
          <a:p>
            <a:r>
              <a:rPr lang="en-US" dirty="0"/>
              <a:t>Begin promptly as soon as the countdown has disappeared.</a:t>
            </a:r>
          </a:p>
        </p:txBody>
      </p:sp>
      <p:sp>
        <p:nvSpPr>
          <p:cNvPr id="39" name="Abgerundetes Rechteck 2">
            <a:extLst>
              <a:ext uri="{FF2B5EF4-FFF2-40B4-BE49-F238E27FC236}">
                <a16:creationId xmlns:a16="http://schemas.microsoft.com/office/drawing/2014/main" id="{C85F2344-852C-4C68-B248-29699A2C6E8C}"/>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414501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4E42853-7D2E-42F6-936E-5720C3A21350}"/>
              </a:ext>
            </a:extLst>
          </p:cNvPr>
          <p:cNvSpPr/>
          <p:nvPr/>
        </p:nvSpPr>
        <p:spPr>
          <a:xfrm>
            <a:off x="703821" y="1659862"/>
            <a:ext cx="7736359" cy="3538276"/>
          </a:xfrm>
          <a:prstGeom prst="rect">
            <a:avLst/>
          </a:prstGeom>
        </p:spPr>
        <p:txBody>
          <a:bodyPr wrap="square">
            <a:spAutoFit/>
          </a:bodyPr>
          <a:lstStyle/>
          <a:p>
            <a:pPr>
              <a:lnSpc>
                <a:spcPct val="107000"/>
              </a:lnSpc>
            </a:pPr>
            <a:r>
              <a:rPr lang="en-US" dirty="0"/>
              <a:t>During the task, </a:t>
            </a:r>
            <a:r>
              <a:rPr lang="en-US" b="1" dirty="0"/>
              <a:t>keep</a:t>
            </a:r>
            <a:r>
              <a:rPr lang="en-US" dirty="0"/>
              <a:t> the hand you're tapping with on the stylus, and keep the index finger of your other hand on the space bar.</a:t>
            </a:r>
          </a:p>
          <a:p>
            <a:pPr>
              <a:lnSpc>
                <a:spcPct val="107000"/>
              </a:lnSpc>
            </a:pPr>
            <a:endPar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Do </a:t>
            </a:r>
            <a:r>
              <a:rPr lang="de-AT" b="1" u="sng" dirty="0">
                <a:solidFill>
                  <a:srgbClr val="000000"/>
                </a:solidFill>
                <a:latin typeface="Calibri" panose="020F0502020204030204" pitchFamily="34" charset="0"/>
                <a:ea typeface="Calibri" panose="020F0502020204030204" pitchFamily="34" charset="0"/>
                <a:cs typeface="Times New Roman" panose="02020603050405020304" pitchFamily="18" charset="0"/>
              </a:rPr>
              <a:t>not</a:t>
            </a: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de-AT" b="1"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correct</a:t>
            </a: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de-AT"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your</a:t>
            </a:r>
            <a:r>
              <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rPr>
              <a:t> taps: </a:t>
            </a:r>
          </a:p>
          <a:p>
            <a:pPr>
              <a:lnSpc>
                <a:spcPct val="107000"/>
              </a:lnSpc>
            </a:pPr>
            <a:r>
              <a:rPr lang="en-US" dirty="0"/>
              <a:t>If you miss a circle, just continue right away!</a:t>
            </a: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b="1" dirty="0"/>
              <a:t>Always</a:t>
            </a:r>
            <a:r>
              <a:rPr lang="en-US" dirty="0"/>
              <a:t> </a:t>
            </a:r>
            <a:r>
              <a:rPr lang="en-US" b="1" dirty="0"/>
              <a:t>lift</a:t>
            </a:r>
            <a:r>
              <a:rPr lang="en-US" dirty="0"/>
              <a:t> the stylus off the screen after each tap!</a:t>
            </a:r>
          </a:p>
          <a:p>
            <a:pPr>
              <a:lnSpc>
                <a:spcPct val="107000"/>
              </a:lnSpc>
            </a:pPr>
            <a:r>
              <a:rPr lang="de-AT" sz="1600" dirty="0">
                <a:effectLst/>
                <a:latin typeface="Calibri" panose="020F0502020204030204" pitchFamily="34" charset="0"/>
                <a:ea typeface="Calibri" panose="020F0502020204030204" pitchFamily="34" charset="0"/>
                <a:cs typeface="Times New Roman" panose="02020603050405020304" pitchFamily="18" charset="0"/>
              </a:rPr>
              <a:t>(do not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drag</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stylus</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across</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1600" dirty="0">
                <a:effectLst/>
                <a:latin typeface="Calibri" panose="020F0502020204030204" pitchFamily="34" charset="0"/>
                <a:ea typeface="Calibri" panose="020F0502020204030204" pitchFamily="34" charset="0"/>
                <a:cs typeface="Times New Roman" panose="02020603050405020304" pitchFamily="18" charset="0"/>
              </a:rPr>
              <a:t> screen)</a:t>
            </a:r>
            <a:endParaRPr lang="de-A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de-AT" sz="1600" b="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Reminder</a:t>
            </a:r>
            <a:r>
              <a:rPr lang="de-AT" sz="16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600" dirty="0"/>
              <a:t>Use the stylus with your preferred hand and do not rest your hand on the screen. Press the space bar with the index finger of your spare hand.</a:t>
            </a:r>
            <a:endParaRPr lang="de-AT"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Abgerundetes Rechteck 2">
            <a:extLst>
              <a:ext uri="{FF2B5EF4-FFF2-40B4-BE49-F238E27FC236}">
                <a16:creationId xmlns:a16="http://schemas.microsoft.com/office/drawing/2014/main" id="{8AED86DE-5582-4AD6-8192-D13BCE81F97C}"/>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1284952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0B068D-07A9-4297-984F-3D8FDCA9AF4A}"/>
              </a:ext>
            </a:extLst>
          </p:cNvPr>
          <p:cNvSpPr txBox="1"/>
          <p:nvPr/>
        </p:nvSpPr>
        <p:spPr>
          <a:xfrm>
            <a:off x="683568" y="908720"/>
            <a:ext cx="7488832" cy="984885"/>
          </a:xfrm>
          <a:prstGeom prst="rect">
            <a:avLst/>
          </a:prstGeom>
          <a:noFill/>
        </p:spPr>
        <p:txBody>
          <a:bodyPr wrap="square" rtlCol="0">
            <a:spAutoFit/>
          </a:bodyPr>
          <a:lstStyle/>
          <a:p>
            <a:pPr>
              <a:spcAft>
                <a:spcPts val="600"/>
              </a:spcAft>
            </a:pPr>
            <a:r>
              <a:rPr lang="de-AT" sz="1600" b="1" dirty="0" err="1"/>
              <a:t>Please</a:t>
            </a:r>
            <a:r>
              <a:rPr lang="de-AT" sz="1600" b="1" dirty="0"/>
              <a:t> tick </a:t>
            </a:r>
            <a:r>
              <a:rPr lang="de-AT" sz="1600" b="1" dirty="0" err="1"/>
              <a:t>the</a:t>
            </a:r>
            <a:r>
              <a:rPr lang="de-AT" sz="1600" b="1" dirty="0"/>
              <a:t> </a:t>
            </a:r>
            <a:r>
              <a:rPr lang="de-AT" sz="1600" b="1" dirty="0" err="1"/>
              <a:t>correct</a:t>
            </a:r>
            <a:r>
              <a:rPr lang="de-AT" sz="1600" b="1" dirty="0"/>
              <a:t> </a:t>
            </a:r>
            <a:r>
              <a:rPr lang="de-AT" sz="1600" b="1" dirty="0" err="1"/>
              <a:t>statements</a:t>
            </a:r>
            <a:r>
              <a:rPr lang="de-AT" sz="1600" b="1" dirty="0"/>
              <a:t>: </a:t>
            </a:r>
          </a:p>
          <a:p>
            <a:pPr>
              <a:spcAft>
                <a:spcPts val="600"/>
              </a:spcAft>
            </a:pPr>
            <a:endParaRPr lang="de-AT" sz="1600" dirty="0"/>
          </a:p>
          <a:p>
            <a:pPr>
              <a:spcAft>
                <a:spcPts val="900"/>
              </a:spcAft>
            </a:pPr>
            <a:r>
              <a:rPr lang="de-AT" sz="1600" dirty="0"/>
              <a:t>In </a:t>
            </a:r>
            <a:r>
              <a:rPr lang="de-AT" sz="1600" dirty="0" err="1"/>
              <a:t>the</a:t>
            </a:r>
            <a:r>
              <a:rPr lang="de-AT" sz="1600" dirty="0"/>
              <a:t> </a:t>
            </a:r>
            <a:r>
              <a:rPr lang="de-AT" sz="1600" dirty="0" err="1"/>
              <a:t>following</a:t>
            </a:r>
            <a:r>
              <a:rPr lang="de-AT" sz="1600" dirty="0"/>
              <a:t> </a:t>
            </a:r>
            <a:r>
              <a:rPr lang="de-AT" sz="1600" dirty="0" err="1"/>
              <a:t>task</a:t>
            </a:r>
            <a:r>
              <a:rPr lang="de-AT" sz="1600" dirty="0"/>
              <a:t>…</a:t>
            </a:r>
          </a:p>
        </p:txBody>
      </p:sp>
      <p:sp>
        <p:nvSpPr>
          <p:cNvPr id="3" name="Abgerundetes Rechteck 2">
            <a:extLst>
              <a:ext uri="{FF2B5EF4-FFF2-40B4-BE49-F238E27FC236}">
                <a16:creationId xmlns:a16="http://schemas.microsoft.com/office/drawing/2014/main" id="{C7FFA3BA-012B-408B-8B69-8E35BA634F64}"/>
              </a:ext>
            </a:extLst>
          </p:cNvPr>
          <p:cNvSpPr/>
          <p:nvPr/>
        </p:nvSpPr>
        <p:spPr>
          <a:xfrm>
            <a:off x="5817842" y="6161448"/>
            <a:ext cx="2642592" cy="457200"/>
          </a:xfrm>
          <a:prstGeom prst="roundRect">
            <a:avLst/>
          </a:prstGeom>
          <a:solidFill>
            <a:schemeClr val="accent3">
              <a:lumMod val="20000"/>
              <a:lumOff val="80000"/>
            </a:schemeClr>
          </a:solid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submit</a:t>
            </a:r>
            <a:r>
              <a:rPr lang="de-DE" dirty="0"/>
              <a:t> </a:t>
            </a:r>
            <a:r>
              <a:rPr lang="de-DE" dirty="0" err="1"/>
              <a:t>answer</a:t>
            </a:r>
            <a:endParaRPr lang="de-DE" dirty="0"/>
          </a:p>
        </p:txBody>
      </p:sp>
      <p:sp>
        <p:nvSpPr>
          <p:cNvPr id="4" name="Abgerundetes Rechteck 2">
            <a:extLst>
              <a:ext uri="{FF2B5EF4-FFF2-40B4-BE49-F238E27FC236}">
                <a16:creationId xmlns:a16="http://schemas.microsoft.com/office/drawing/2014/main" id="{5EA24EC1-40B8-492D-AB8E-570E7238E6A7}"/>
              </a:ext>
            </a:extLst>
          </p:cNvPr>
          <p:cNvSpPr/>
          <p:nvPr/>
        </p:nvSpPr>
        <p:spPr>
          <a:xfrm>
            <a:off x="683568" y="6161448"/>
            <a:ext cx="2642592" cy="457200"/>
          </a:xfrm>
          <a:prstGeom prst="roundRect">
            <a:avLst/>
          </a:prstGeom>
          <a:solidFill>
            <a:schemeClr val="accent2">
              <a:lumMod val="60000"/>
              <a:lumOff val="40000"/>
              <a:alpha val="20000"/>
            </a:schemeClr>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t>back </a:t>
            </a:r>
            <a:r>
              <a:rPr lang="de-DE" dirty="0" err="1"/>
              <a:t>to</a:t>
            </a:r>
            <a:r>
              <a:rPr lang="de-DE" dirty="0"/>
              <a:t> </a:t>
            </a:r>
            <a:r>
              <a:rPr lang="de-DE" dirty="0" err="1"/>
              <a:t>instructions</a:t>
            </a:r>
            <a:endParaRPr lang="de-DE" dirty="0"/>
          </a:p>
        </p:txBody>
      </p:sp>
      <p:sp>
        <p:nvSpPr>
          <p:cNvPr id="5" name="Abgerundetes Rechteck 2">
            <a:extLst>
              <a:ext uri="{FF2B5EF4-FFF2-40B4-BE49-F238E27FC236}">
                <a16:creationId xmlns:a16="http://schemas.microsoft.com/office/drawing/2014/main" id="{1D835AF7-7D39-4AC9-B7DD-8730080F602F}"/>
              </a:ext>
            </a:extLst>
          </p:cNvPr>
          <p:cNvSpPr>
            <a:spLocks noChangeAspect="1"/>
          </p:cNvSpPr>
          <p:nvPr/>
        </p:nvSpPr>
        <p:spPr>
          <a:xfrm>
            <a:off x="739308" y="2056808"/>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6" name="Abgerundetes Rechteck 2">
            <a:extLst>
              <a:ext uri="{FF2B5EF4-FFF2-40B4-BE49-F238E27FC236}">
                <a16:creationId xmlns:a16="http://schemas.microsoft.com/office/drawing/2014/main" id="{02C0D464-50FA-4A55-80C1-B064F46DC834}"/>
              </a:ext>
            </a:extLst>
          </p:cNvPr>
          <p:cNvSpPr>
            <a:spLocks noChangeAspect="1"/>
          </p:cNvSpPr>
          <p:nvPr/>
        </p:nvSpPr>
        <p:spPr>
          <a:xfrm>
            <a:off x="739308" y="2454092"/>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7" name="Abgerundetes Rechteck 2">
            <a:extLst>
              <a:ext uri="{FF2B5EF4-FFF2-40B4-BE49-F238E27FC236}">
                <a16:creationId xmlns:a16="http://schemas.microsoft.com/office/drawing/2014/main" id="{F62AE5B3-4404-4BDD-BA54-F3AD0271A052}"/>
              </a:ext>
            </a:extLst>
          </p:cNvPr>
          <p:cNvSpPr>
            <a:spLocks noChangeAspect="1"/>
          </p:cNvSpPr>
          <p:nvPr/>
        </p:nvSpPr>
        <p:spPr>
          <a:xfrm>
            <a:off x="739308" y="2851376"/>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8" name="Abgerundetes Rechteck 2">
            <a:extLst>
              <a:ext uri="{FF2B5EF4-FFF2-40B4-BE49-F238E27FC236}">
                <a16:creationId xmlns:a16="http://schemas.microsoft.com/office/drawing/2014/main" id="{48309F08-F5E9-4D65-AC78-72FDEC184BA6}"/>
              </a:ext>
            </a:extLst>
          </p:cNvPr>
          <p:cNvSpPr>
            <a:spLocks noChangeAspect="1"/>
          </p:cNvSpPr>
          <p:nvPr/>
        </p:nvSpPr>
        <p:spPr>
          <a:xfrm>
            <a:off x="739308" y="4043228"/>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9" name="Abgerundetes Rechteck 2">
            <a:extLst>
              <a:ext uri="{FF2B5EF4-FFF2-40B4-BE49-F238E27FC236}">
                <a16:creationId xmlns:a16="http://schemas.microsoft.com/office/drawing/2014/main" id="{B91EE08D-09BF-405A-AA97-EE1E14311387}"/>
              </a:ext>
            </a:extLst>
          </p:cNvPr>
          <p:cNvSpPr>
            <a:spLocks noChangeAspect="1"/>
          </p:cNvSpPr>
          <p:nvPr/>
        </p:nvSpPr>
        <p:spPr>
          <a:xfrm>
            <a:off x="739308" y="3248660"/>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10" name="Textfeld 9">
            <a:extLst>
              <a:ext uri="{FF2B5EF4-FFF2-40B4-BE49-F238E27FC236}">
                <a16:creationId xmlns:a16="http://schemas.microsoft.com/office/drawing/2014/main" id="{9DB7C6A8-20DD-40D7-89A1-3FEE16DB155A}"/>
              </a:ext>
            </a:extLst>
          </p:cNvPr>
          <p:cNvSpPr txBox="1"/>
          <p:nvPr/>
        </p:nvSpPr>
        <p:spPr>
          <a:xfrm>
            <a:off x="1043608" y="908720"/>
            <a:ext cx="7200800" cy="3424014"/>
          </a:xfrm>
          <a:prstGeom prst="rect">
            <a:avLst/>
          </a:prstGeom>
          <a:noFill/>
        </p:spPr>
        <p:txBody>
          <a:bodyPr wrap="square" rtlCol="0">
            <a:spAutoFit/>
          </a:bodyPr>
          <a:lstStyle/>
          <a:p>
            <a:pPr>
              <a:spcAft>
                <a:spcPts val="900"/>
              </a:spcAft>
            </a:pPr>
            <a:endParaRPr lang="de-AT" sz="1600" dirty="0"/>
          </a:p>
          <a:p>
            <a:pPr>
              <a:spcAft>
                <a:spcPts val="900"/>
              </a:spcAft>
            </a:pPr>
            <a:endParaRPr lang="de-AT" sz="1600" dirty="0"/>
          </a:p>
          <a:p>
            <a:pPr>
              <a:spcAft>
                <a:spcPts val="900"/>
              </a:spcAft>
            </a:pPr>
            <a:endParaRPr lang="de-AT" sz="1600" dirty="0"/>
          </a:p>
          <a:p>
            <a:pPr>
              <a:spcAft>
                <a:spcPts val="1200"/>
              </a:spcAft>
            </a:pPr>
            <a:r>
              <a:rPr lang="en-US" sz="1600" dirty="0"/>
              <a:t>you are expected to correct your taps if you miss a circle.</a:t>
            </a:r>
          </a:p>
          <a:p>
            <a:pPr>
              <a:spcAft>
                <a:spcPts val="1200"/>
              </a:spcAft>
            </a:pPr>
            <a:r>
              <a:rPr lang="de-AT" sz="1600" dirty="0" err="1"/>
              <a:t>you</a:t>
            </a:r>
            <a:r>
              <a:rPr lang="de-AT" sz="1600" dirty="0"/>
              <a:t> </a:t>
            </a:r>
            <a:r>
              <a:rPr lang="de-AT" sz="1600" dirty="0" err="1"/>
              <a:t>imagine</a:t>
            </a:r>
            <a:r>
              <a:rPr lang="de-AT" sz="1600" dirty="0"/>
              <a:t> </a:t>
            </a:r>
            <a:r>
              <a:rPr lang="de-AT" sz="1600" dirty="0" err="1"/>
              <a:t>tapping</a:t>
            </a:r>
            <a:r>
              <a:rPr lang="de-AT" sz="1600" dirty="0"/>
              <a:t> </a:t>
            </a:r>
            <a:r>
              <a:rPr lang="de-AT" sz="1600" dirty="0" err="1"/>
              <a:t>the</a:t>
            </a:r>
            <a:r>
              <a:rPr lang="de-AT" sz="1600" dirty="0"/>
              <a:t> </a:t>
            </a:r>
            <a:r>
              <a:rPr lang="de-AT" sz="1600" dirty="0" err="1"/>
              <a:t>circles</a:t>
            </a:r>
            <a:r>
              <a:rPr lang="de-AT" sz="1600" dirty="0"/>
              <a:t>. </a:t>
            </a:r>
          </a:p>
          <a:p>
            <a:pPr>
              <a:spcAft>
                <a:spcPts val="1200"/>
              </a:spcAft>
            </a:pPr>
            <a:r>
              <a:rPr lang="de-AT" sz="1600" dirty="0" err="1"/>
              <a:t>you</a:t>
            </a:r>
            <a:r>
              <a:rPr lang="de-AT" sz="1600" dirty="0"/>
              <a:t> </a:t>
            </a:r>
            <a:r>
              <a:rPr lang="de-AT" sz="1600" dirty="0" err="1"/>
              <a:t>start</a:t>
            </a:r>
            <a:r>
              <a:rPr lang="de-AT" sz="1600" dirty="0"/>
              <a:t> and end on </a:t>
            </a:r>
            <a:r>
              <a:rPr lang="de-AT" sz="1600" dirty="0" err="1"/>
              <a:t>the</a:t>
            </a:r>
            <a:r>
              <a:rPr lang="de-AT" sz="1600" dirty="0"/>
              <a:t> </a:t>
            </a:r>
            <a:r>
              <a:rPr lang="de-AT" sz="1600" dirty="0" err="1"/>
              <a:t>red</a:t>
            </a:r>
            <a:r>
              <a:rPr lang="de-AT" sz="1600" dirty="0"/>
              <a:t> </a:t>
            </a:r>
            <a:r>
              <a:rPr lang="de-AT" sz="1600" dirty="0" err="1"/>
              <a:t>circle</a:t>
            </a:r>
            <a:r>
              <a:rPr lang="de-AT" sz="1600" dirty="0"/>
              <a:t>.   </a:t>
            </a:r>
          </a:p>
          <a:p>
            <a:pPr>
              <a:spcAft>
                <a:spcPts val="1200"/>
              </a:spcAft>
            </a:pPr>
            <a:r>
              <a:rPr lang="en-US" sz="1600" dirty="0"/>
              <a:t>the order in which you tap the circles is up to you.</a:t>
            </a:r>
          </a:p>
          <a:p>
            <a:pPr>
              <a:spcAft>
                <a:spcPts val="1200"/>
              </a:spcAft>
            </a:pPr>
            <a:r>
              <a:rPr lang="en-US" sz="1600" dirty="0"/>
              <a:t>you may drag the stylus across the screen to reach the next circle.</a:t>
            </a:r>
          </a:p>
          <a:p>
            <a:pPr>
              <a:spcAft>
                <a:spcPts val="1200"/>
              </a:spcAft>
            </a:pPr>
            <a:r>
              <a:rPr lang="de-AT" sz="1600" dirty="0" err="1"/>
              <a:t>you</a:t>
            </a:r>
            <a:r>
              <a:rPr lang="de-AT" sz="1600" dirty="0"/>
              <a:t> press </a:t>
            </a:r>
            <a:r>
              <a:rPr lang="de-AT" sz="1600" dirty="0" err="1"/>
              <a:t>the</a:t>
            </a:r>
            <a:r>
              <a:rPr lang="de-AT" sz="1600" dirty="0"/>
              <a:t> </a:t>
            </a:r>
            <a:r>
              <a:rPr lang="de-AT" sz="1600" dirty="0" err="1"/>
              <a:t>space</a:t>
            </a:r>
            <a:r>
              <a:rPr lang="de-AT" sz="1600" dirty="0"/>
              <a:t> bar </a:t>
            </a:r>
            <a:r>
              <a:rPr lang="de-AT" sz="1600" dirty="0" err="1"/>
              <a:t>simultaneously</a:t>
            </a:r>
            <a:r>
              <a:rPr lang="de-AT" sz="1600" dirty="0"/>
              <a:t> </a:t>
            </a:r>
            <a:r>
              <a:rPr lang="de-AT" sz="1600" dirty="0" err="1"/>
              <a:t>with</a:t>
            </a:r>
            <a:r>
              <a:rPr lang="de-AT" sz="1600" dirty="0"/>
              <a:t> </a:t>
            </a:r>
            <a:r>
              <a:rPr lang="de-AT" sz="1600" dirty="0" err="1"/>
              <a:t>each</a:t>
            </a:r>
            <a:r>
              <a:rPr lang="de-AT" sz="1600" dirty="0"/>
              <a:t> tap.  </a:t>
            </a:r>
          </a:p>
        </p:txBody>
      </p:sp>
      <p:sp>
        <p:nvSpPr>
          <p:cNvPr id="11" name="Abgerundetes Rechteck 2">
            <a:extLst>
              <a:ext uri="{FF2B5EF4-FFF2-40B4-BE49-F238E27FC236}">
                <a16:creationId xmlns:a16="http://schemas.microsoft.com/office/drawing/2014/main" id="{913BB5BE-956B-4CBC-BAA1-EC7BB5302185}"/>
              </a:ext>
            </a:extLst>
          </p:cNvPr>
          <p:cNvSpPr>
            <a:spLocks noChangeAspect="1"/>
          </p:cNvSpPr>
          <p:nvPr/>
        </p:nvSpPr>
        <p:spPr>
          <a:xfrm>
            <a:off x="739308" y="3645944"/>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Tree>
    <p:extLst>
      <p:ext uri="{BB962C8B-B14F-4D97-AF65-F5344CB8AC3E}">
        <p14:creationId xmlns:p14="http://schemas.microsoft.com/office/powerpoint/2010/main" val="1067206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354238" y="2649844"/>
            <a:ext cx="8435524" cy="1533946"/>
          </a:xfrm>
          <a:prstGeom prst="rect">
            <a:avLst/>
          </a:prstGeom>
        </p:spPr>
        <p:txBody>
          <a:bodyPr wrap="square">
            <a:spAutoFit/>
          </a:bodyPr>
          <a:lstStyle/>
          <a:p>
            <a:pPr algn="ctr">
              <a:lnSpc>
                <a:spcPct val="107000"/>
              </a:lnSpc>
            </a:pPr>
            <a:r>
              <a:rPr lang="de-DE" sz="2400" b="1" dirty="0">
                <a:solidFill>
                  <a:srgbClr val="C00000"/>
                </a:solidFill>
              </a:rPr>
              <a:t>ERROR</a:t>
            </a:r>
          </a:p>
          <a:p>
            <a:pPr algn="ctr"/>
            <a:endParaRPr lang="en-US" sz="2400" dirty="0"/>
          </a:p>
          <a:p>
            <a:pPr algn="ctr"/>
            <a:r>
              <a:rPr lang="en-US" sz="2200" dirty="0"/>
              <a:t>Unfortunately, your answers were not entirely correct.</a:t>
            </a:r>
            <a:br>
              <a:rPr lang="en-US" sz="2200" dirty="0"/>
            </a:br>
            <a:r>
              <a:rPr lang="en-US" sz="2200" dirty="0"/>
              <a:t>Please read the instructions again carefully.</a:t>
            </a:r>
          </a:p>
        </p:txBody>
      </p:sp>
      <p:sp>
        <p:nvSpPr>
          <p:cNvPr id="16" name="Abgerundetes Rechteck 2">
            <a:extLst>
              <a:ext uri="{FF2B5EF4-FFF2-40B4-BE49-F238E27FC236}">
                <a16:creationId xmlns:a16="http://schemas.microsoft.com/office/drawing/2014/main" id="{81DEC8E4-D6DC-4095-8993-86E832E1E63B}"/>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4001035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451636" y="2182505"/>
            <a:ext cx="8240729" cy="2893100"/>
          </a:xfrm>
          <a:prstGeom prst="rect">
            <a:avLst/>
          </a:prstGeom>
          <a:noFill/>
        </p:spPr>
        <p:txBody>
          <a:bodyPr wrap="square" rtlCol="0">
            <a:spAutoFit/>
          </a:bodyPr>
          <a:lstStyle/>
          <a:p>
            <a:pPr algn="ctr"/>
            <a:r>
              <a:rPr lang="de-DE" sz="2800" b="1" dirty="0">
                <a:solidFill>
                  <a:schemeClr val="accent3"/>
                </a:solidFill>
              </a:rPr>
              <a:t>CORRECT</a:t>
            </a:r>
          </a:p>
          <a:p>
            <a:pPr algn="ctr"/>
            <a:endParaRPr lang="de-DE" sz="2800" dirty="0"/>
          </a:p>
          <a:p>
            <a:pPr algn="ctr"/>
            <a:r>
              <a:rPr lang="en-US" sz="2400" dirty="0"/>
              <a:t>You will now complete four practice trials.</a:t>
            </a:r>
          </a:p>
          <a:p>
            <a:pPr algn="ctr"/>
            <a:endParaRPr lang="en-US" sz="2400" dirty="0"/>
          </a:p>
          <a:p>
            <a:pPr algn="ctr"/>
            <a:endParaRPr lang="en-US" dirty="0"/>
          </a:p>
          <a:p>
            <a:pPr algn="ctr"/>
            <a:r>
              <a:rPr lang="en-US" b="1" dirty="0"/>
              <a:t>Reminder:</a:t>
            </a:r>
            <a:r>
              <a:rPr lang="en-US" dirty="0"/>
              <a:t> Tap the circles as quickly as possible in the correct order, and make sure to hit every circle. Press the space bar simultaneously with each tap.</a:t>
            </a:r>
          </a:p>
          <a:p>
            <a:pPr algn="ctr"/>
            <a:endParaRPr lang="de-DE" sz="2400" dirty="0"/>
          </a:p>
        </p:txBody>
      </p:sp>
      <p:sp>
        <p:nvSpPr>
          <p:cNvPr id="9" name="Abgerundetes Rechteck 2">
            <a:extLst>
              <a:ext uri="{FF2B5EF4-FFF2-40B4-BE49-F238E27FC236}">
                <a16:creationId xmlns:a16="http://schemas.microsoft.com/office/drawing/2014/main" id="{587ABB40-B558-48F2-AF30-767455032B36}"/>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3389320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bgerundetes Rechteck 2">
            <a:extLst>
              <a:ext uri="{FF2B5EF4-FFF2-40B4-BE49-F238E27FC236}">
                <a16:creationId xmlns:a16="http://schemas.microsoft.com/office/drawing/2014/main" id="{FCD83868-A5E8-43D6-AA49-51467E2FDA00}"/>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4" name="Textfeld 3">
            <a:extLst>
              <a:ext uri="{FF2B5EF4-FFF2-40B4-BE49-F238E27FC236}">
                <a16:creationId xmlns:a16="http://schemas.microsoft.com/office/drawing/2014/main" id="{9A1B3341-48E4-487E-998F-1B04F516159C}"/>
              </a:ext>
            </a:extLst>
          </p:cNvPr>
          <p:cNvSpPr txBox="1"/>
          <p:nvPr/>
        </p:nvSpPr>
        <p:spPr>
          <a:xfrm>
            <a:off x="421305" y="2474893"/>
            <a:ext cx="8301390" cy="1938992"/>
          </a:xfrm>
          <a:prstGeom prst="rect">
            <a:avLst/>
          </a:prstGeom>
          <a:noFill/>
        </p:spPr>
        <p:txBody>
          <a:bodyPr wrap="square" rtlCol="0">
            <a:spAutoFit/>
          </a:bodyPr>
          <a:lstStyle/>
          <a:p>
            <a:pPr algn="ctr"/>
            <a:r>
              <a:rPr lang="de-DE" sz="2800" b="1" dirty="0">
                <a:solidFill>
                  <a:srgbClr val="C00000"/>
                </a:solidFill>
              </a:rPr>
              <a:t>REMINDER</a:t>
            </a:r>
          </a:p>
          <a:p>
            <a:pPr algn="ctr"/>
            <a:endParaRPr lang="de-DE" dirty="0"/>
          </a:p>
          <a:p>
            <a:pPr algn="ctr">
              <a:spcAft>
                <a:spcPts val="1200"/>
              </a:spcAft>
            </a:pPr>
            <a:r>
              <a:rPr lang="en-US" dirty="0"/>
              <a:t>Tap the circles as </a:t>
            </a:r>
            <a:r>
              <a:rPr lang="en-US" b="1" dirty="0"/>
              <a:t>quickly</a:t>
            </a:r>
            <a:r>
              <a:rPr lang="en-US" dirty="0"/>
              <a:t> as possible in the </a:t>
            </a:r>
            <a:r>
              <a:rPr lang="en-US" b="1" dirty="0"/>
              <a:t>correct order</a:t>
            </a:r>
            <a:r>
              <a:rPr lang="en-US" dirty="0"/>
              <a:t>.</a:t>
            </a:r>
          </a:p>
          <a:p>
            <a:pPr algn="ctr">
              <a:spcAft>
                <a:spcPts val="1200"/>
              </a:spcAft>
            </a:pPr>
            <a:r>
              <a:rPr lang="en-US" dirty="0"/>
              <a:t>Make sure to </a:t>
            </a:r>
            <a:r>
              <a:rPr lang="en-US" b="1" dirty="0"/>
              <a:t>hit every circle</a:t>
            </a:r>
            <a:r>
              <a:rPr lang="en-US" dirty="0"/>
              <a:t>.</a:t>
            </a:r>
          </a:p>
          <a:p>
            <a:pPr algn="ctr">
              <a:spcAft>
                <a:spcPts val="1200"/>
              </a:spcAft>
            </a:pPr>
            <a:r>
              <a:rPr lang="en-US" dirty="0"/>
              <a:t>Press the space bar </a:t>
            </a:r>
            <a:r>
              <a:rPr lang="en-US" b="1" dirty="0"/>
              <a:t>simultaneously with each tap</a:t>
            </a:r>
            <a:r>
              <a:rPr lang="en-US" dirty="0"/>
              <a:t>.</a:t>
            </a:r>
            <a:endParaRPr lang="de-DE" dirty="0"/>
          </a:p>
        </p:txBody>
      </p:sp>
    </p:spTree>
    <p:extLst>
      <p:ext uri="{BB962C8B-B14F-4D97-AF65-F5344CB8AC3E}">
        <p14:creationId xmlns:p14="http://schemas.microsoft.com/office/powerpoint/2010/main" val="387076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bgerundetes Rechteck 2">
            <a:extLst>
              <a:ext uri="{FF2B5EF4-FFF2-40B4-BE49-F238E27FC236}">
                <a16:creationId xmlns:a16="http://schemas.microsoft.com/office/drawing/2014/main" id="{DEB2808A-D040-400D-9D05-0930FD3BEBFA}"/>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4" name="Textfeld 3">
            <a:extLst>
              <a:ext uri="{FF2B5EF4-FFF2-40B4-BE49-F238E27FC236}">
                <a16:creationId xmlns:a16="http://schemas.microsoft.com/office/drawing/2014/main" id="{F1A23D74-145E-47D9-A096-6B6542C098F2}"/>
              </a:ext>
            </a:extLst>
          </p:cNvPr>
          <p:cNvSpPr txBox="1"/>
          <p:nvPr/>
        </p:nvSpPr>
        <p:spPr>
          <a:xfrm>
            <a:off x="1706376" y="2490282"/>
            <a:ext cx="5731248" cy="2215991"/>
          </a:xfrm>
          <a:prstGeom prst="rect">
            <a:avLst/>
          </a:prstGeom>
          <a:noFill/>
        </p:spPr>
        <p:txBody>
          <a:bodyPr wrap="none" rtlCol="0">
            <a:spAutoFit/>
          </a:bodyPr>
          <a:lstStyle/>
          <a:p>
            <a:pPr algn="ctr"/>
            <a:r>
              <a:rPr lang="de-DE" sz="2800" b="1" dirty="0">
                <a:solidFill>
                  <a:srgbClr val="F79646"/>
                </a:solidFill>
              </a:rPr>
              <a:t>NOW IT COUNTS!</a:t>
            </a:r>
          </a:p>
          <a:p>
            <a:pPr algn="ctr"/>
            <a:endParaRPr lang="de-DE" sz="2200" b="1" dirty="0"/>
          </a:p>
          <a:p>
            <a:pPr algn="ctr"/>
            <a:r>
              <a:rPr lang="en-US" sz="2200" dirty="0"/>
              <a:t>You will now complete a block of 15 trials. </a:t>
            </a:r>
          </a:p>
          <a:p>
            <a:pPr algn="ctr"/>
            <a:r>
              <a:rPr lang="en-US" sz="2200" dirty="0"/>
              <a:t>Each of them counts.</a:t>
            </a:r>
          </a:p>
          <a:p>
            <a:pPr algn="ctr"/>
            <a:endParaRPr lang="en-US" sz="2200" dirty="0"/>
          </a:p>
          <a:p>
            <a:pPr algn="ctr"/>
            <a:r>
              <a:rPr lang="en-US" sz="2200" dirty="0"/>
              <a:t>You will not receive any feedback on these trials.</a:t>
            </a:r>
          </a:p>
        </p:txBody>
      </p:sp>
    </p:spTree>
    <p:extLst>
      <p:ext uri="{BB962C8B-B14F-4D97-AF65-F5344CB8AC3E}">
        <p14:creationId xmlns:p14="http://schemas.microsoft.com/office/powerpoint/2010/main" val="2190208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ssdiagramm: Verbinder 1">
            <a:extLst>
              <a:ext uri="{FF2B5EF4-FFF2-40B4-BE49-F238E27FC236}">
                <a16:creationId xmlns:a16="http://schemas.microsoft.com/office/drawing/2014/main" id="{FD6567D6-F09E-478E-B00A-23BA831776D5}"/>
              </a:ext>
            </a:extLst>
          </p:cNvPr>
          <p:cNvSpPr>
            <a:spLocks noChangeAspect="1"/>
          </p:cNvSpPr>
          <p:nvPr/>
        </p:nvSpPr>
        <p:spPr>
          <a:xfrm>
            <a:off x="4192200" y="6322622"/>
            <a:ext cx="759600" cy="759516"/>
          </a:xfrm>
          <a:prstGeom prst="flowChartConnecto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AT" sz="1100" b="1" dirty="0">
              <a:solidFill>
                <a:schemeClr val="tx1"/>
              </a:solidFill>
            </a:endParaRPr>
          </a:p>
        </p:txBody>
      </p:sp>
      <p:grpSp>
        <p:nvGrpSpPr>
          <p:cNvPr id="18" name="Gruppieren 17">
            <a:extLst>
              <a:ext uri="{FF2B5EF4-FFF2-40B4-BE49-F238E27FC236}">
                <a16:creationId xmlns:a16="http://schemas.microsoft.com/office/drawing/2014/main" id="{D65E774A-9070-438D-BBAF-38F3D7CEF61E}"/>
              </a:ext>
            </a:extLst>
          </p:cNvPr>
          <p:cNvGrpSpPr>
            <a:grpSpLocks noChangeAspect="1"/>
          </p:cNvGrpSpPr>
          <p:nvPr/>
        </p:nvGrpSpPr>
        <p:grpSpPr>
          <a:xfrm>
            <a:off x="1763688" y="4365104"/>
            <a:ext cx="285940" cy="288000"/>
            <a:chOff x="5940869" y="2276879"/>
            <a:chExt cx="1039546" cy="1025549"/>
          </a:xfrm>
          <a:blipFill>
            <a:blip r:embed="rId3"/>
            <a:tile tx="0" ty="0" sx="100000" sy="100000" flip="none" algn="tl"/>
          </a:blipFill>
        </p:grpSpPr>
        <p:sp>
          <p:nvSpPr>
            <p:cNvPr id="4" name="Welle 3">
              <a:extLst>
                <a:ext uri="{FF2B5EF4-FFF2-40B4-BE49-F238E27FC236}">
                  <a16:creationId xmlns:a16="http://schemas.microsoft.com/office/drawing/2014/main" id="{F66AB30B-C471-452D-875A-780A7777A6EC}"/>
                </a:ext>
              </a:extLst>
            </p:cNvPr>
            <p:cNvSpPr/>
            <p:nvPr/>
          </p:nvSpPr>
          <p:spPr>
            <a:xfrm rot="11871007" flipV="1">
              <a:off x="6214015" y="2292500"/>
              <a:ext cx="766400" cy="603450"/>
            </a:xfrm>
            <a:prstGeom prst="wave">
              <a:avLst/>
            </a:prstGeom>
            <a:blipFill>
              <a:blip r:embed="rId4"/>
              <a:stretch>
                <a:fillRect/>
              </a:stretch>
            </a:blipFill>
            <a:ln w="158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cxnSp>
          <p:nvCxnSpPr>
            <p:cNvPr id="6" name="Gerader Verbinder 5">
              <a:extLst>
                <a:ext uri="{FF2B5EF4-FFF2-40B4-BE49-F238E27FC236}">
                  <a16:creationId xmlns:a16="http://schemas.microsoft.com/office/drawing/2014/main" id="{6A49DD5C-C70D-4769-BD61-C7535DB64258}"/>
                </a:ext>
              </a:extLst>
            </p:cNvPr>
            <p:cNvCxnSpPr>
              <a:cxnSpLocks/>
            </p:cNvCxnSpPr>
            <p:nvPr/>
          </p:nvCxnSpPr>
          <p:spPr>
            <a:xfrm flipV="1">
              <a:off x="5940869" y="2276879"/>
              <a:ext cx="360283" cy="1025549"/>
            </a:xfrm>
            <a:prstGeom prst="line">
              <a:avLst/>
            </a:prstGeom>
            <a:grpFill/>
            <a:ln w="158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7" name="Textfeld 6">
            <a:extLst>
              <a:ext uri="{FF2B5EF4-FFF2-40B4-BE49-F238E27FC236}">
                <a16:creationId xmlns:a16="http://schemas.microsoft.com/office/drawing/2014/main" id="{ED0F87D6-76B4-44E7-8A31-3F040CFEF530}"/>
              </a:ext>
            </a:extLst>
          </p:cNvPr>
          <p:cNvSpPr txBox="1"/>
          <p:nvPr/>
        </p:nvSpPr>
        <p:spPr>
          <a:xfrm>
            <a:off x="5147767" y="6391622"/>
            <a:ext cx="1682448" cy="369332"/>
          </a:xfrm>
          <a:prstGeom prst="rect">
            <a:avLst/>
          </a:prstGeom>
          <a:noFill/>
        </p:spPr>
        <p:txBody>
          <a:bodyPr wrap="none" rtlCol="0">
            <a:spAutoFit/>
          </a:bodyPr>
          <a:lstStyle/>
          <a:p>
            <a:pPr algn="ctr"/>
            <a:r>
              <a:rPr lang="de-DE" i="1" dirty="0"/>
              <a:t>Start </a:t>
            </a:r>
            <a:r>
              <a:rPr lang="de-DE" i="1" dirty="0" err="1"/>
              <a:t>by</a:t>
            </a:r>
            <a:r>
              <a:rPr lang="de-DE" i="1" dirty="0"/>
              <a:t> </a:t>
            </a:r>
            <a:r>
              <a:rPr lang="de-DE" i="1" dirty="0" err="1"/>
              <a:t>tapping</a:t>
            </a:r>
            <a:endParaRPr lang="de-DE" b="1" i="1" dirty="0"/>
          </a:p>
        </p:txBody>
      </p:sp>
    </p:spTree>
    <p:extLst>
      <p:ext uri="{BB962C8B-B14F-4D97-AF65-F5344CB8AC3E}">
        <p14:creationId xmlns:p14="http://schemas.microsoft.com/office/powerpoint/2010/main" val="2664892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E14A5E66-C7C7-4997-9420-546CDBC02B1B}"/>
              </a:ext>
            </a:extLst>
          </p:cNvPr>
          <p:cNvSpPr txBox="1"/>
          <p:nvPr/>
        </p:nvSpPr>
        <p:spPr>
          <a:xfrm>
            <a:off x="2483768" y="3645024"/>
            <a:ext cx="1512081" cy="369332"/>
          </a:xfrm>
          <a:prstGeom prst="rect">
            <a:avLst/>
          </a:prstGeom>
          <a:noFill/>
        </p:spPr>
        <p:txBody>
          <a:bodyPr wrap="none" rtlCol="0">
            <a:spAutoFit/>
          </a:bodyPr>
          <a:lstStyle/>
          <a:p>
            <a:r>
              <a:rPr lang="de-AT" dirty="0">
                <a:highlight>
                  <a:srgbClr val="FFFF00"/>
                </a:highlight>
              </a:rPr>
              <a:t>CRFT: </a:t>
            </a:r>
            <a:r>
              <a:rPr lang="de-AT" dirty="0" err="1">
                <a:highlight>
                  <a:srgbClr val="FFFF00"/>
                </a:highlight>
              </a:rPr>
              <a:t>Imagery</a:t>
            </a:r>
            <a:endParaRPr lang="en-US" dirty="0">
              <a:highlight>
                <a:srgbClr val="FFFF00"/>
              </a:highlight>
            </a:endParaRPr>
          </a:p>
        </p:txBody>
      </p:sp>
    </p:spTree>
    <p:extLst>
      <p:ext uri="{BB962C8B-B14F-4D97-AF65-F5344CB8AC3E}">
        <p14:creationId xmlns:p14="http://schemas.microsoft.com/office/powerpoint/2010/main" val="2303487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bgerundetes Rechteck 2">
            <a:extLst>
              <a:ext uri="{FF2B5EF4-FFF2-40B4-BE49-F238E27FC236}">
                <a16:creationId xmlns:a16="http://schemas.microsoft.com/office/drawing/2014/main" id="{5CC25705-EAE7-4C1B-A8C2-05E63EED66AC}"/>
              </a:ext>
            </a:extLst>
          </p:cNvPr>
          <p:cNvSpPr/>
          <p:nvPr/>
        </p:nvSpPr>
        <p:spPr>
          <a:xfrm>
            <a:off x="6876256" y="6161448"/>
            <a:ext cx="1706488"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start</a:t>
            </a:r>
            <a:r>
              <a:rPr lang="de-DE" dirty="0"/>
              <a:t> </a:t>
            </a:r>
            <a:r>
              <a:rPr lang="de-DE" dirty="0" err="1"/>
              <a:t>animation</a:t>
            </a:r>
            <a:endParaRPr lang="de-DE" dirty="0"/>
          </a:p>
        </p:txBody>
      </p:sp>
      <p:sp>
        <p:nvSpPr>
          <p:cNvPr id="47" name="Rechteck 46">
            <a:extLst>
              <a:ext uri="{FF2B5EF4-FFF2-40B4-BE49-F238E27FC236}">
                <a16:creationId xmlns:a16="http://schemas.microsoft.com/office/drawing/2014/main" id="{81C0477F-6759-4F01-BB30-D7BAFB1ADF38}"/>
              </a:ext>
            </a:extLst>
          </p:cNvPr>
          <p:cNvSpPr/>
          <p:nvPr/>
        </p:nvSpPr>
        <p:spPr>
          <a:xfrm>
            <a:off x="575566" y="188640"/>
            <a:ext cx="8388922" cy="4614661"/>
          </a:xfrm>
          <a:prstGeom prst="rect">
            <a:avLst/>
          </a:prstGeom>
        </p:spPr>
        <p:txBody>
          <a:bodyPr wrap="square">
            <a:spAutoFit/>
          </a:bodyPr>
          <a:lstStyle/>
          <a:p>
            <a:r>
              <a:rPr lang="en-US" dirty="0"/>
              <a:t>Below you see a symbolic representation of the task to be completed.</a:t>
            </a:r>
          </a:p>
          <a:p>
            <a:r>
              <a:rPr lang="en-US" b="1" dirty="0"/>
              <a:t>The task consists of two parts:</a:t>
            </a: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600"/>
              </a:spcAft>
              <a:buFont typeface="Wingdings" panose="05000000000000000000" pitchFamily="2" charset="2"/>
              <a:buChar char="v"/>
            </a:pPr>
            <a:r>
              <a:rPr lang="en-US" b="1" dirty="0"/>
              <a:t>Imagine </a:t>
            </a:r>
            <a:r>
              <a:rPr lang="en-US" dirty="0"/>
              <a:t>moving your hand to </a:t>
            </a:r>
            <a:r>
              <a:rPr lang="en-US" b="1" dirty="0"/>
              <a:t>alternately tap </a:t>
            </a:r>
            <a:r>
              <a:rPr lang="en-US" dirty="0"/>
              <a:t>the </a:t>
            </a:r>
            <a:r>
              <a:rPr lang="en-US" b="1" dirty="0">
                <a:solidFill>
                  <a:srgbClr val="C0504D"/>
                </a:solidFill>
              </a:rPr>
              <a:t>red circle </a:t>
            </a:r>
            <a:r>
              <a:rPr lang="en-US" dirty="0"/>
              <a:t>and</a:t>
            </a:r>
            <a:r>
              <a:rPr lang="en-US" b="1" dirty="0"/>
              <a:t> </a:t>
            </a:r>
            <a:r>
              <a:rPr lang="en-US" dirty="0"/>
              <a:t>one of the five </a:t>
            </a:r>
            <a:r>
              <a:rPr lang="en-US" b="1" dirty="0">
                <a:solidFill>
                  <a:srgbClr val="7F7F7F"/>
                </a:solidFill>
              </a:rPr>
              <a:t>gray circles </a:t>
            </a:r>
            <a:r>
              <a:rPr lang="en-US" dirty="0"/>
              <a:t>using the stylus. Imagine how the movement looks (as if you were seeing through your own eyes). Additionally, imagine what it feels like to move your hand and tap each circle—without actually performing a movement.</a:t>
            </a:r>
            <a:br>
              <a:rPr lang="en-US" dirty="0"/>
            </a:br>
            <a:r>
              <a:rPr lang="en-US" dirty="0"/>
              <a:t>Work your way through the gray circles </a:t>
            </a:r>
            <a:r>
              <a:rPr lang="en-US" b="1" dirty="0">
                <a:solidFill>
                  <a:srgbClr val="7F7F7F"/>
                </a:solidFill>
              </a:rPr>
              <a:t>from left to right</a:t>
            </a:r>
            <a:r>
              <a:rPr lang="en-US" dirty="0"/>
              <a:t>, and </a:t>
            </a:r>
            <a:r>
              <a:rPr lang="en-US" b="1" dirty="0">
                <a:solidFill>
                  <a:srgbClr val="C0504D"/>
                </a:solidFill>
              </a:rPr>
              <a:t>start</a:t>
            </a:r>
            <a:r>
              <a:rPr lang="en-US" b="1" dirty="0"/>
              <a:t> </a:t>
            </a:r>
            <a:r>
              <a:rPr lang="en-US" dirty="0"/>
              <a:t>and</a:t>
            </a:r>
            <a:r>
              <a:rPr lang="en-US" b="1" dirty="0"/>
              <a:t> </a:t>
            </a:r>
            <a:r>
              <a:rPr lang="en-US" b="1" dirty="0">
                <a:solidFill>
                  <a:srgbClr val="C0504D"/>
                </a:solidFill>
              </a:rPr>
              <a:t>end</a:t>
            </a:r>
            <a:r>
              <a:rPr lang="en-US" dirty="0"/>
              <a:t> with the red circle.</a:t>
            </a:r>
          </a:p>
          <a:p>
            <a:pPr>
              <a:lnSpc>
                <a:spcPct val="107000"/>
              </a:lnSpc>
            </a:pPr>
            <a:r>
              <a:rPr lang="en-US" dirty="0"/>
              <a:t>      It is important that you comply with this specified order.</a:t>
            </a:r>
          </a:p>
          <a:p>
            <a:pPr>
              <a:lnSpc>
                <a:spcPct val="107000"/>
              </a:lnSpc>
            </a:pPr>
            <a:endParaRPr lang="de-AT" sz="2000" dirty="0">
              <a:latin typeface="Calibri" panose="020F0502020204030204" pitchFamily="34" charset="0"/>
              <a:ea typeface="Calibri" panose="020F0502020204030204" pitchFamily="34" charset="0"/>
              <a:cs typeface="Times New Roman" panose="02020603050405020304" pitchFamily="18" charset="0"/>
            </a:endParaRPr>
          </a:p>
          <a:p>
            <a:pPr marL="285750" indent="-285750">
              <a:spcAft>
                <a:spcPts val="600"/>
              </a:spcAft>
              <a:buFont typeface="Wingdings" panose="05000000000000000000" pitchFamily="2" charset="2"/>
              <a:buChar char="v"/>
            </a:pPr>
            <a:r>
              <a:rPr lang="en-US" b="1" dirty="0"/>
              <a:t>Simultaneously </a:t>
            </a:r>
            <a:r>
              <a:rPr lang="en-US" dirty="0"/>
              <a:t>with each tap,</a:t>
            </a:r>
            <a:r>
              <a:rPr lang="en-US" b="1" dirty="0"/>
              <a:t> press the space bar </a:t>
            </a:r>
            <a:r>
              <a:rPr lang="en-US" dirty="0"/>
              <a:t>with the index finger of your other hand.</a:t>
            </a:r>
          </a:p>
          <a:p>
            <a:r>
              <a:rPr lang="en-US" dirty="0"/>
              <a:t>      Make sure to press the space bar all the way down.</a:t>
            </a:r>
          </a:p>
          <a:p>
            <a:pPr>
              <a:lnSpc>
                <a:spcPct val="107000"/>
              </a:lnSpc>
            </a:pPr>
            <a:endParaRPr lang="de-AT"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84" name="Gruppieren 83">
            <a:extLst>
              <a:ext uri="{FF2B5EF4-FFF2-40B4-BE49-F238E27FC236}">
                <a16:creationId xmlns:a16="http://schemas.microsoft.com/office/drawing/2014/main" id="{3ADBF863-095C-437E-B2ED-FE2410582A04}"/>
              </a:ext>
            </a:extLst>
          </p:cNvPr>
          <p:cNvGrpSpPr>
            <a:grpSpLocks noChangeAspect="1"/>
          </p:cNvGrpSpPr>
          <p:nvPr/>
        </p:nvGrpSpPr>
        <p:grpSpPr>
          <a:xfrm>
            <a:off x="3319168" y="4941168"/>
            <a:ext cx="2505663" cy="1512000"/>
            <a:chOff x="1760400" y="1360800"/>
            <a:chExt cx="5619600" cy="3391047"/>
          </a:xfrm>
        </p:grpSpPr>
        <p:sp>
          <p:nvSpPr>
            <p:cNvPr id="85" name="Flussdiagramm: Verbinder 84">
              <a:extLst>
                <a:ext uri="{FF2B5EF4-FFF2-40B4-BE49-F238E27FC236}">
                  <a16:creationId xmlns:a16="http://schemas.microsoft.com/office/drawing/2014/main" id="{E45194B9-4343-44F3-93DB-73E5BC9EE4A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Flussdiagramm: Verbinder 85">
              <a:extLst>
                <a:ext uri="{FF2B5EF4-FFF2-40B4-BE49-F238E27FC236}">
                  <a16:creationId xmlns:a16="http://schemas.microsoft.com/office/drawing/2014/main" id="{B7CAF22F-81A6-48F5-BFA1-BE4928680339}"/>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Flussdiagramm: Verbinder 86">
              <a:extLst>
                <a:ext uri="{FF2B5EF4-FFF2-40B4-BE49-F238E27FC236}">
                  <a16:creationId xmlns:a16="http://schemas.microsoft.com/office/drawing/2014/main" id="{59B126F8-4816-4AE6-AAFC-1A3FEDB396CA}"/>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Flussdiagramm: Verbinder 87">
              <a:extLst>
                <a:ext uri="{FF2B5EF4-FFF2-40B4-BE49-F238E27FC236}">
                  <a16:creationId xmlns:a16="http://schemas.microsoft.com/office/drawing/2014/main" id="{3BAB0D0F-A48D-4CE4-90A2-AB872DFD710A}"/>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Flussdiagramm: Verbinder 88">
              <a:extLst>
                <a:ext uri="{FF2B5EF4-FFF2-40B4-BE49-F238E27FC236}">
                  <a16:creationId xmlns:a16="http://schemas.microsoft.com/office/drawing/2014/main" id="{CFCF912B-812D-49C2-B8FB-B0DB3BE6B7C3}"/>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Flussdiagramm: Verbinder 89">
              <a:extLst>
                <a:ext uri="{FF2B5EF4-FFF2-40B4-BE49-F238E27FC236}">
                  <a16:creationId xmlns:a16="http://schemas.microsoft.com/office/drawing/2014/main" id="{DC7EFABA-727E-4F7A-9DFE-C7CA81336FDF}"/>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37" name="Denkblase: wolkenförmig 36">
            <a:extLst>
              <a:ext uri="{FF2B5EF4-FFF2-40B4-BE49-F238E27FC236}">
                <a16:creationId xmlns:a16="http://schemas.microsoft.com/office/drawing/2014/main" id="{3276F354-0E4E-4220-BADB-84F19DF1EAFD}"/>
              </a:ext>
            </a:extLst>
          </p:cNvPr>
          <p:cNvSpPr>
            <a:spLocks noChangeAspect="1"/>
          </p:cNvSpPr>
          <p:nvPr/>
        </p:nvSpPr>
        <p:spPr>
          <a:xfrm rot="432628">
            <a:off x="6401113" y="2651922"/>
            <a:ext cx="633559" cy="500617"/>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grpSp>
        <p:nvGrpSpPr>
          <p:cNvPr id="38" name="Gruppieren 37">
            <a:extLst>
              <a:ext uri="{FF2B5EF4-FFF2-40B4-BE49-F238E27FC236}">
                <a16:creationId xmlns:a16="http://schemas.microsoft.com/office/drawing/2014/main" id="{87DF695F-9E18-4861-9DC8-693090F7FA5B}"/>
              </a:ext>
            </a:extLst>
          </p:cNvPr>
          <p:cNvGrpSpPr>
            <a:grpSpLocks noChangeAspect="1"/>
          </p:cNvGrpSpPr>
          <p:nvPr/>
        </p:nvGrpSpPr>
        <p:grpSpPr>
          <a:xfrm>
            <a:off x="6558680" y="2706030"/>
            <a:ext cx="352292" cy="392400"/>
            <a:chOff x="4184655" y="1692997"/>
            <a:chExt cx="1906332" cy="2123348"/>
          </a:xfrm>
          <a:solidFill>
            <a:schemeClr val="accent5">
              <a:lumMod val="60000"/>
              <a:lumOff val="40000"/>
            </a:schemeClr>
          </a:solidFill>
        </p:grpSpPr>
        <p:pic>
          <p:nvPicPr>
            <p:cNvPr id="39" name="Grafik 38" descr="Bleistift mit einfarbiger Füllung">
              <a:extLst>
                <a:ext uri="{FF2B5EF4-FFF2-40B4-BE49-F238E27FC236}">
                  <a16:creationId xmlns:a16="http://schemas.microsoft.com/office/drawing/2014/main" id="{B6C37C41-5846-4A6C-9218-5A547A5C3AF3}"/>
                </a:ext>
              </a:extLst>
            </p:cNvPr>
            <p:cNvPicPr preferRelativeResize="0">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4326104" y="1692997"/>
              <a:ext cx="1764883" cy="1764000"/>
            </a:xfrm>
            <a:prstGeom prst="rect">
              <a:avLst/>
            </a:prstGeom>
          </p:spPr>
        </p:pic>
        <p:grpSp>
          <p:nvGrpSpPr>
            <p:cNvPr id="40" name="Gruppieren 39">
              <a:extLst>
                <a:ext uri="{FF2B5EF4-FFF2-40B4-BE49-F238E27FC236}">
                  <a16:creationId xmlns:a16="http://schemas.microsoft.com/office/drawing/2014/main" id="{1C052CAF-123A-4D24-95B1-538144828E76}"/>
                </a:ext>
              </a:extLst>
            </p:cNvPr>
            <p:cNvGrpSpPr/>
            <p:nvPr/>
          </p:nvGrpSpPr>
          <p:grpSpPr>
            <a:xfrm>
              <a:off x="4550400" y="3041655"/>
              <a:ext cx="43200" cy="774690"/>
              <a:chOff x="3385929" y="4336972"/>
              <a:chExt cx="57150" cy="774690"/>
            </a:xfrm>
            <a:grpFill/>
          </p:grpSpPr>
          <p:sp>
            <p:nvSpPr>
              <p:cNvPr id="63" name="Rechteck: abgerundete Ecken 62">
                <a:extLst>
                  <a:ext uri="{FF2B5EF4-FFF2-40B4-BE49-F238E27FC236}">
                    <a16:creationId xmlns:a16="http://schemas.microsoft.com/office/drawing/2014/main" id="{820BCFD5-9B4E-4BE2-8E41-8FCF335CD50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4" name="Rechteck: abgerundete Ecken 63">
                <a:extLst>
                  <a:ext uri="{FF2B5EF4-FFF2-40B4-BE49-F238E27FC236}">
                    <a16:creationId xmlns:a16="http://schemas.microsoft.com/office/drawing/2014/main" id="{6FE9FCA7-D663-41AF-95DC-8D7CEB23DAD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1" name="Gruppieren 40">
              <a:extLst>
                <a:ext uri="{FF2B5EF4-FFF2-40B4-BE49-F238E27FC236}">
                  <a16:creationId xmlns:a16="http://schemas.microsoft.com/office/drawing/2014/main" id="{0E8B707D-33D3-4B07-AD4C-B928E1F4E30A}"/>
                </a:ext>
              </a:extLst>
            </p:cNvPr>
            <p:cNvGrpSpPr/>
            <p:nvPr/>
          </p:nvGrpSpPr>
          <p:grpSpPr>
            <a:xfrm rot="5400000">
              <a:off x="4550400" y="3041655"/>
              <a:ext cx="43200" cy="774690"/>
              <a:chOff x="3385929" y="4336972"/>
              <a:chExt cx="57150" cy="774690"/>
            </a:xfrm>
            <a:grpFill/>
          </p:grpSpPr>
          <p:sp>
            <p:nvSpPr>
              <p:cNvPr id="46" name="Rechteck: abgerundete Ecken 45">
                <a:extLst>
                  <a:ext uri="{FF2B5EF4-FFF2-40B4-BE49-F238E27FC236}">
                    <a16:creationId xmlns:a16="http://schemas.microsoft.com/office/drawing/2014/main" id="{E09CBAA0-CB37-4881-9D96-885CF26C08D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2" name="Rechteck: abgerundete Ecken 61">
                <a:extLst>
                  <a:ext uri="{FF2B5EF4-FFF2-40B4-BE49-F238E27FC236}">
                    <a16:creationId xmlns:a16="http://schemas.microsoft.com/office/drawing/2014/main" id="{FFD99FEB-58EF-4CB8-BF35-2793009D232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42" name="Rechteck: abgerundete Ecken 41">
              <a:extLst>
                <a:ext uri="{FF2B5EF4-FFF2-40B4-BE49-F238E27FC236}">
                  <a16:creationId xmlns:a16="http://schemas.microsoft.com/office/drawing/2014/main" id="{5EC60BEC-9BD4-4B85-ADEC-66B976B1100D}"/>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3" name="Gruppieren 42">
              <a:extLst>
                <a:ext uri="{FF2B5EF4-FFF2-40B4-BE49-F238E27FC236}">
                  <a16:creationId xmlns:a16="http://schemas.microsoft.com/office/drawing/2014/main" id="{A4B6012B-CC63-460A-B409-FEA600556CCD}"/>
                </a:ext>
              </a:extLst>
            </p:cNvPr>
            <p:cNvGrpSpPr/>
            <p:nvPr/>
          </p:nvGrpSpPr>
          <p:grpSpPr>
            <a:xfrm rot="8100000">
              <a:off x="4550400" y="3041655"/>
              <a:ext cx="43200" cy="774690"/>
              <a:chOff x="3385929" y="4336972"/>
              <a:chExt cx="57150" cy="774690"/>
            </a:xfrm>
            <a:grpFill/>
          </p:grpSpPr>
          <p:sp>
            <p:nvSpPr>
              <p:cNvPr id="44" name="Rechteck: abgerundete Ecken 43">
                <a:extLst>
                  <a:ext uri="{FF2B5EF4-FFF2-40B4-BE49-F238E27FC236}">
                    <a16:creationId xmlns:a16="http://schemas.microsoft.com/office/drawing/2014/main" id="{045453E2-76FB-42D7-A6AD-EFFFAF0E4A2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5" name="Rechteck: abgerundete Ecken 44">
                <a:extLst>
                  <a:ext uri="{FF2B5EF4-FFF2-40B4-BE49-F238E27FC236}">
                    <a16:creationId xmlns:a16="http://schemas.microsoft.com/office/drawing/2014/main" id="{C19A814C-7D2D-4C4A-969F-78055A89DFC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31" name="Gruppieren 30">
            <a:extLst>
              <a:ext uri="{FF2B5EF4-FFF2-40B4-BE49-F238E27FC236}">
                <a16:creationId xmlns:a16="http://schemas.microsoft.com/office/drawing/2014/main" id="{78BACE7B-D24C-4BD8-9C8A-BB6554DE0800}"/>
              </a:ext>
            </a:extLst>
          </p:cNvPr>
          <p:cNvGrpSpPr>
            <a:grpSpLocks noChangeAspect="1"/>
          </p:cNvGrpSpPr>
          <p:nvPr/>
        </p:nvGrpSpPr>
        <p:grpSpPr>
          <a:xfrm>
            <a:off x="6126503" y="3924241"/>
            <a:ext cx="703217" cy="569327"/>
            <a:chOff x="2228034" y="2144757"/>
            <a:chExt cx="1311628" cy="1061900"/>
          </a:xfrm>
        </p:grpSpPr>
        <p:sp>
          <p:nvSpPr>
            <p:cNvPr id="32" name="Rechteck: abgerundete Ecken 31">
              <a:extLst>
                <a:ext uri="{FF2B5EF4-FFF2-40B4-BE49-F238E27FC236}">
                  <a16:creationId xmlns:a16="http://schemas.microsoft.com/office/drawing/2014/main" id="{9F8F1787-FC2E-4432-8C03-1324F66B8726}"/>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33" name="Gruppieren 32">
              <a:extLst>
                <a:ext uri="{FF2B5EF4-FFF2-40B4-BE49-F238E27FC236}">
                  <a16:creationId xmlns:a16="http://schemas.microsoft.com/office/drawing/2014/main" id="{3392A0E3-4E06-4613-A5E7-DFC95C2D490B}"/>
                </a:ext>
              </a:extLst>
            </p:cNvPr>
            <p:cNvGrpSpPr>
              <a:grpSpLocks noChangeAspect="1"/>
            </p:cNvGrpSpPr>
            <p:nvPr/>
          </p:nvGrpSpPr>
          <p:grpSpPr>
            <a:xfrm>
              <a:off x="2702911" y="2190589"/>
              <a:ext cx="322289" cy="322289"/>
              <a:chOff x="1088874" y="1937857"/>
              <a:chExt cx="914400" cy="914400"/>
            </a:xfrm>
          </p:grpSpPr>
          <p:sp>
            <p:nvSpPr>
              <p:cNvPr id="35" name="Bogen 34">
                <a:extLst>
                  <a:ext uri="{FF2B5EF4-FFF2-40B4-BE49-F238E27FC236}">
                    <a16:creationId xmlns:a16="http://schemas.microsoft.com/office/drawing/2014/main" id="{27C8EF55-AE89-4153-9C2F-395C4F9D070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36" name="Bogen 35">
                <a:extLst>
                  <a:ext uri="{FF2B5EF4-FFF2-40B4-BE49-F238E27FC236}">
                    <a16:creationId xmlns:a16="http://schemas.microsoft.com/office/drawing/2014/main" id="{AA1BE12A-F2DB-4B4C-AF76-A5F8F6094557}"/>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8" name="Bogen 47">
                <a:extLst>
                  <a:ext uri="{FF2B5EF4-FFF2-40B4-BE49-F238E27FC236}">
                    <a16:creationId xmlns:a16="http://schemas.microsoft.com/office/drawing/2014/main" id="{3EC39405-7B9A-4985-BE8D-2D9F82795649}"/>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34" name="Grafik 33" descr="Nach rechts zeigender Finger, Handrücken mit einfarbiger Füllung">
              <a:extLst>
                <a:ext uri="{FF2B5EF4-FFF2-40B4-BE49-F238E27FC236}">
                  <a16:creationId xmlns:a16="http://schemas.microsoft.com/office/drawing/2014/main" id="{10AF7BF3-9CFF-43D9-B0C4-9272C42F23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Tree>
    <p:extLst>
      <p:ext uri="{BB962C8B-B14F-4D97-AF65-F5344CB8AC3E}">
        <p14:creationId xmlns:p14="http://schemas.microsoft.com/office/powerpoint/2010/main" val="3430934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31A629B5-0A50-4CFC-8AE1-53BB82EFADB5}"/>
              </a:ext>
            </a:extLst>
          </p:cNvPr>
          <p:cNvGrpSpPr>
            <a:grpSpLocks noChangeAspect="1"/>
          </p:cNvGrpSpPr>
          <p:nvPr/>
        </p:nvGrpSpPr>
        <p:grpSpPr>
          <a:xfrm>
            <a:off x="2240650" y="1992882"/>
            <a:ext cx="4680000" cy="2824078"/>
            <a:chOff x="1760400" y="1360800"/>
            <a:chExt cx="5619600" cy="3391047"/>
          </a:xfrm>
        </p:grpSpPr>
        <p:sp>
          <p:nvSpPr>
            <p:cNvPr id="3" name="Flussdiagramm: Verbinder 2">
              <a:extLst>
                <a:ext uri="{FF2B5EF4-FFF2-40B4-BE49-F238E27FC236}">
                  <a16:creationId xmlns:a16="http://schemas.microsoft.com/office/drawing/2014/main" id="{96ACAB6A-AEC8-4A35-9647-0080C4B88DBF}"/>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 name="Flussdiagramm: Verbinder 3">
              <a:extLst>
                <a:ext uri="{FF2B5EF4-FFF2-40B4-BE49-F238E27FC236}">
                  <a16:creationId xmlns:a16="http://schemas.microsoft.com/office/drawing/2014/main" id="{1B306AD7-7B1B-47D3-BFD0-3B14CDA14FCE}"/>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2CE65F1-A1B0-4454-BE0F-4D3F86829F6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B5EA1D0-F3A5-40D3-BE19-072C743391F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Flussdiagramm: Verbinder 6">
              <a:extLst>
                <a:ext uri="{FF2B5EF4-FFF2-40B4-BE49-F238E27FC236}">
                  <a16:creationId xmlns:a16="http://schemas.microsoft.com/office/drawing/2014/main" id="{130508ED-C08E-421D-84A0-EA9835B6CC50}"/>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Flussdiagramm: Verbinder 7">
              <a:extLst>
                <a:ext uri="{FF2B5EF4-FFF2-40B4-BE49-F238E27FC236}">
                  <a16:creationId xmlns:a16="http://schemas.microsoft.com/office/drawing/2014/main" id="{B2E53EEB-EFC5-4B85-A294-16984A6BE6E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435705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31A629B5-0A50-4CFC-8AE1-53BB82EFADB5}"/>
              </a:ext>
            </a:extLst>
          </p:cNvPr>
          <p:cNvGrpSpPr>
            <a:grpSpLocks noChangeAspect="1"/>
          </p:cNvGrpSpPr>
          <p:nvPr/>
        </p:nvGrpSpPr>
        <p:grpSpPr>
          <a:xfrm>
            <a:off x="2240650" y="1992882"/>
            <a:ext cx="4680000" cy="2824078"/>
            <a:chOff x="1760400" y="1360800"/>
            <a:chExt cx="5619600" cy="3391047"/>
          </a:xfrm>
        </p:grpSpPr>
        <p:sp>
          <p:nvSpPr>
            <p:cNvPr id="3" name="Flussdiagramm: Verbinder 2">
              <a:extLst>
                <a:ext uri="{FF2B5EF4-FFF2-40B4-BE49-F238E27FC236}">
                  <a16:creationId xmlns:a16="http://schemas.microsoft.com/office/drawing/2014/main" id="{96ACAB6A-AEC8-4A35-9647-0080C4B88DBF}"/>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 name="Flussdiagramm: Verbinder 3">
              <a:extLst>
                <a:ext uri="{FF2B5EF4-FFF2-40B4-BE49-F238E27FC236}">
                  <a16:creationId xmlns:a16="http://schemas.microsoft.com/office/drawing/2014/main" id="{1B306AD7-7B1B-47D3-BFD0-3B14CDA14FCE}"/>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 name="Flussdiagramm: Verbinder 4">
              <a:extLst>
                <a:ext uri="{FF2B5EF4-FFF2-40B4-BE49-F238E27FC236}">
                  <a16:creationId xmlns:a16="http://schemas.microsoft.com/office/drawing/2014/main" id="{C2CE65F1-A1B0-4454-BE0F-4D3F86829F6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 name="Flussdiagramm: Verbinder 5">
              <a:extLst>
                <a:ext uri="{FF2B5EF4-FFF2-40B4-BE49-F238E27FC236}">
                  <a16:creationId xmlns:a16="http://schemas.microsoft.com/office/drawing/2014/main" id="{9B5EA1D0-F3A5-40D3-BE19-072C743391F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Flussdiagramm: Verbinder 6">
              <a:extLst>
                <a:ext uri="{FF2B5EF4-FFF2-40B4-BE49-F238E27FC236}">
                  <a16:creationId xmlns:a16="http://schemas.microsoft.com/office/drawing/2014/main" id="{130508ED-C08E-421D-84A0-EA9835B6CC50}"/>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Flussdiagramm: Verbinder 7">
              <a:extLst>
                <a:ext uri="{FF2B5EF4-FFF2-40B4-BE49-F238E27FC236}">
                  <a16:creationId xmlns:a16="http://schemas.microsoft.com/office/drawing/2014/main" id="{B2E53EEB-EFC5-4B85-A294-16984A6BE6E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21" name="Gruppieren 20">
            <a:extLst>
              <a:ext uri="{FF2B5EF4-FFF2-40B4-BE49-F238E27FC236}">
                <a16:creationId xmlns:a16="http://schemas.microsoft.com/office/drawing/2014/main" id="{19B2256E-4A7F-4078-BDDD-80B8095FA518}"/>
              </a:ext>
            </a:extLst>
          </p:cNvPr>
          <p:cNvGrpSpPr>
            <a:grpSpLocks noChangeAspect="1"/>
          </p:cNvGrpSpPr>
          <p:nvPr/>
        </p:nvGrpSpPr>
        <p:grpSpPr>
          <a:xfrm>
            <a:off x="4229042" y="5085184"/>
            <a:ext cx="703217" cy="569327"/>
            <a:chOff x="2228034" y="2144757"/>
            <a:chExt cx="1311628" cy="1061900"/>
          </a:xfrm>
        </p:grpSpPr>
        <p:sp>
          <p:nvSpPr>
            <p:cNvPr id="22" name="Rechteck: abgerundete Ecken 21">
              <a:extLst>
                <a:ext uri="{FF2B5EF4-FFF2-40B4-BE49-F238E27FC236}">
                  <a16:creationId xmlns:a16="http://schemas.microsoft.com/office/drawing/2014/main" id="{A15015CF-8C15-4F9F-9C81-FB45839F3CF2}"/>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23" name="Gruppieren 22">
              <a:extLst>
                <a:ext uri="{FF2B5EF4-FFF2-40B4-BE49-F238E27FC236}">
                  <a16:creationId xmlns:a16="http://schemas.microsoft.com/office/drawing/2014/main" id="{B3DD9535-4C9C-44C7-AE55-767F41059901}"/>
                </a:ext>
              </a:extLst>
            </p:cNvPr>
            <p:cNvGrpSpPr>
              <a:grpSpLocks noChangeAspect="1"/>
            </p:cNvGrpSpPr>
            <p:nvPr/>
          </p:nvGrpSpPr>
          <p:grpSpPr>
            <a:xfrm>
              <a:off x="2702911" y="2190589"/>
              <a:ext cx="322289" cy="322289"/>
              <a:chOff x="1088874" y="1937857"/>
              <a:chExt cx="914400" cy="914400"/>
            </a:xfrm>
          </p:grpSpPr>
          <p:sp>
            <p:nvSpPr>
              <p:cNvPr id="25" name="Bogen 24">
                <a:extLst>
                  <a:ext uri="{FF2B5EF4-FFF2-40B4-BE49-F238E27FC236}">
                    <a16:creationId xmlns:a16="http://schemas.microsoft.com/office/drawing/2014/main" id="{5D735436-790F-4B3F-BF84-4AB289532F21}"/>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26" name="Bogen 25">
                <a:extLst>
                  <a:ext uri="{FF2B5EF4-FFF2-40B4-BE49-F238E27FC236}">
                    <a16:creationId xmlns:a16="http://schemas.microsoft.com/office/drawing/2014/main" id="{A6B15C6B-D341-45FF-88FC-7D2BE9545C70}"/>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27" name="Bogen 26">
                <a:extLst>
                  <a:ext uri="{FF2B5EF4-FFF2-40B4-BE49-F238E27FC236}">
                    <a16:creationId xmlns:a16="http://schemas.microsoft.com/office/drawing/2014/main" id="{8DFCB562-A0A6-4CF8-833D-5F0B37BD09C0}"/>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24" name="Grafik 23" descr="Nach rechts zeigender Finger, Handrücken mit einfarbiger Füllung">
              <a:extLst>
                <a:ext uri="{FF2B5EF4-FFF2-40B4-BE49-F238E27FC236}">
                  <a16:creationId xmlns:a16="http://schemas.microsoft.com/office/drawing/2014/main" id="{ECAE2190-CB56-42A0-8662-D540ACF1F9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0" name="Freihandform: Form 49">
            <a:extLst>
              <a:ext uri="{FF2B5EF4-FFF2-40B4-BE49-F238E27FC236}">
                <a16:creationId xmlns:a16="http://schemas.microsoft.com/office/drawing/2014/main" id="{C898A897-95DF-4F4C-A53E-E9DF7E377937}"/>
              </a:ext>
            </a:extLst>
          </p:cNvPr>
          <p:cNvSpPr/>
          <p:nvPr/>
        </p:nvSpPr>
        <p:spPr>
          <a:xfrm rot="10361777">
            <a:off x="4298003" y="4456616"/>
            <a:ext cx="776187" cy="615449"/>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8" name="Gruppieren 27">
            <a:extLst>
              <a:ext uri="{FF2B5EF4-FFF2-40B4-BE49-F238E27FC236}">
                <a16:creationId xmlns:a16="http://schemas.microsoft.com/office/drawing/2014/main" id="{80322985-F9A9-4ECB-830B-0A8C25823DE4}"/>
              </a:ext>
            </a:extLst>
          </p:cNvPr>
          <p:cNvGrpSpPr>
            <a:grpSpLocks noChangeAspect="1"/>
          </p:cNvGrpSpPr>
          <p:nvPr/>
        </p:nvGrpSpPr>
        <p:grpSpPr>
          <a:xfrm>
            <a:off x="4494153" y="4114233"/>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68125B74-9427-4AE0-BDD4-CFA1FE661A1E}"/>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E838203F-5AB0-43CC-AD6A-9045CD73051D}"/>
                </a:ext>
              </a:extLst>
            </p:cNvPr>
            <p:cNvGrpSpPr/>
            <p:nvPr/>
          </p:nvGrpSpPr>
          <p:grpSpPr>
            <a:xfrm>
              <a:off x="4550400" y="3041655"/>
              <a:ext cx="43200" cy="774690"/>
              <a:chOff x="3385929" y="4336972"/>
              <a:chExt cx="57150" cy="774690"/>
            </a:xfrm>
            <a:grpFill/>
          </p:grpSpPr>
          <p:sp>
            <p:nvSpPr>
              <p:cNvPr id="39" name="Rechteck: abgerundete Ecken 38">
                <a:extLst>
                  <a:ext uri="{FF2B5EF4-FFF2-40B4-BE49-F238E27FC236}">
                    <a16:creationId xmlns:a16="http://schemas.microsoft.com/office/drawing/2014/main" id="{E7198325-B775-4759-A6A1-A9D7693DFEE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9" name="Rechteck: abgerundete Ecken 48">
                <a:extLst>
                  <a:ext uri="{FF2B5EF4-FFF2-40B4-BE49-F238E27FC236}">
                    <a16:creationId xmlns:a16="http://schemas.microsoft.com/office/drawing/2014/main" id="{17BCB485-980C-408F-A84B-003197AD0254}"/>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C024CE84-7534-4A3D-92D1-41ABB2CC2F8E}"/>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6FE65584-4A9A-4F58-9C30-2F3036A1A4E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C183D6EF-0492-4193-87CE-384F33BC1DA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2960FB02-DAA8-406F-801A-AB0D61914A5F}"/>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7DC0D5C9-73DB-4AFC-A699-F8B55358418A}"/>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69E16825-37E2-4C08-B38A-05FCF99993DF}"/>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73185C44-8CF2-445C-8D7E-A8668953699B}"/>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837363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uppieren 50">
            <a:extLst>
              <a:ext uri="{FF2B5EF4-FFF2-40B4-BE49-F238E27FC236}">
                <a16:creationId xmlns:a16="http://schemas.microsoft.com/office/drawing/2014/main" id="{52768BB7-CCC5-4597-867C-142BBA46B6B1}"/>
              </a:ext>
            </a:extLst>
          </p:cNvPr>
          <p:cNvGrpSpPr>
            <a:grpSpLocks noChangeAspect="1"/>
          </p:cNvGrpSpPr>
          <p:nvPr/>
        </p:nvGrpSpPr>
        <p:grpSpPr>
          <a:xfrm>
            <a:off x="2240650" y="1992882"/>
            <a:ext cx="4680000" cy="2824078"/>
            <a:chOff x="1760400" y="1360800"/>
            <a:chExt cx="5619600" cy="3391047"/>
          </a:xfrm>
        </p:grpSpPr>
        <p:sp>
          <p:nvSpPr>
            <p:cNvPr id="52" name="Flussdiagramm: Verbinder 51">
              <a:extLst>
                <a:ext uri="{FF2B5EF4-FFF2-40B4-BE49-F238E27FC236}">
                  <a16:creationId xmlns:a16="http://schemas.microsoft.com/office/drawing/2014/main" id="{83D55941-2953-4FA3-994C-305A05A00882}"/>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3" name="Flussdiagramm: Verbinder 52">
              <a:extLst>
                <a:ext uri="{FF2B5EF4-FFF2-40B4-BE49-F238E27FC236}">
                  <a16:creationId xmlns:a16="http://schemas.microsoft.com/office/drawing/2014/main" id="{15B5F99D-42B5-4390-B7FF-2B48EE331BE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4" name="Flussdiagramm: Verbinder 53">
              <a:extLst>
                <a:ext uri="{FF2B5EF4-FFF2-40B4-BE49-F238E27FC236}">
                  <a16:creationId xmlns:a16="http://schemas.microsoft.com/office/drawing/2014/main" id="{C60698E6-FC46-4524-B961-409D3D9D0A0B}"/>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Flussdiagramm: Verbinder 54">
              <a:extLst>
                <a:ext uri="{FF2B5EF4-FFF2-40B4-BE49-F238E27FC236}">
                  <a16:creationId xmlns:a16="http://schemas.microsoft.com/office/drawing/2014/main" id="{29C43812-71BA-44FD-9F42-A8C18EFFB959}"/>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Flussdiagramm: Verbinder 57">
              <a:extLst>
                <a:ext uri="{FF2B5EF4-FFF2-40B4-BE49-F238E27FC236}">
                  <a16:creationId xmlns:a16="http://schemas.microsoft.com/office/drawing/2014/main" id="{3322529C-15AA-4240-B97D-8B660B86E31E}"/>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9" name="Flussdiagramm: Verbinder 58">
              <a:extLst>
                <a:ext uri="{FF2B5EF4-FFF2-40B4-BE49-F238E27FC236}">
                  <a16:creationId xmlns:a16="http://schemas.microsoft.com/office/drawing/2014/main" id="{112902CF-6A79-44DF-B146-984EA38832A1}"/>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38" name="Bogen 37">
            <a:extLst>
              <a:ext uri="{FF2B5EF4-FFF2-40B4-BE49-F238E27FC236}">
                <a16:creationId xmlns:a16="http://schemas.microsoft.com/office/drawing/2014/main" id="{56207753-DDB5-4FD6-B7C7-87D76462B870}"/>
              </a:ext>
            </a:extLst>
          </p:cNvPr>
          <p:cNvSpPr/>
          <p:nvPr/>
        </p:nvSpPr>
        <p:spPr>
          <a:xfrm rot="17659167" flipV="1">
            <a:off x="2667587" y="2871075"/>
            <a:ext cx="1359447" cy="2579112"/>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grpSp>
        <p:nvGrpSpPr>
          <p:cNvPr id="60" name="Gruppieren 59">
            <a:extLst>
              <a:ext uri="{FF2B5EF4-FFF2-40B4-BE49-F238E27FC236}">
                <a16:creationId xmlns:a16="http://schemas.microsoft.com/office/drawing/2014/main" id="{F82B807B-DD10-4581-BB30-BC272CEC9ED7}"/>
              </a:ext>
            </a:extLst>
          </p:cNvPr>
          <p:cNvGrpSpPr>
            <a:grpSpLocks noChangeAspect="1"/>
          </p:cNvGrpSpPr>
          <p:nvPr/>
        </p:nvGrpSpPr>
        <p:grpSpPr>
          <a:xfrm>
            <a:off x="1315603" y="3289694"/>
            <a:ext cx="703217" cy="569327"/>
            <a:chOff x="2228034" y="2144757"/>
            <a:chExt cx="1311628" cy="1061900"/>
          </a:xfrm>
        </p:grpSpPr>
        <p:sp>
          <p:nvSpPr>
            <p:cNvPr id="61" name="Rechteck: abgerundete Ecken 60">
              <a:extLst>
                <a:ext uri="{FF2B5EF4-FFF2-40B4-BE49-F238E27FC236}">
                  <a16:creationId xmlns:a16="http://schemas.microsoft.com/office/drawing/2014/main" id="{8E23DD55-02A7-43EA-864A-F80D0CAA3624}"/>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62" name="Gruppieren 61">
              <a:extLst>
                <a:ext uri="{FF2B5EF4-FFF2-40B4-BE49-F238E27FC236}">
                  <a16:creationId xmlns:a16="http://schemas.microsoft.com/office/drawing/2014/main" id="{6D9F6CA7-6CBD-4226-9442-6D843E47C6E6}"/>
                </a:ext>
              </a:extLst>
            </p:cNvPr>
            <p:cNvGrpSpPr>
              <a:grpSpLocks noChangeAspect="1"/>
            </p:cNvGrpSpPr>
            <p:nvPr/>
          </p:nvGrpSpPr>
          <p:grpSpPr>
            <a:xfrm>
              <a:off x="2702911" y="2190589"/>
              <a:ext cx="322289" cy="322289"/>
              <a:chOff x="1088874" y="1937857"/>
              <a:chExt cx="914400" cy="914400"/>
            </a:xfrm>
          </p:grpSpPr>
          <p:sp>
            <p:nvSpPr>
              <p:cNvPr id="64" name="Bogen 63">
                <a:extLst>
                  <a:ext uri="{FF2B5EF4-FFF2-40B4-BE49-F238E27FC236}">
                    <a16:creationId xmlns:a16="http://schemas.microsoft.com/office/drawing/2014/main" id="{9066A28C-8D9C-495F-9E9D-79E0497AC3D8}"/>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65" name="Bogen 64">
                <a:extLst>
                  <a:ext uri="{FF2B5EF4-FFF2-40B4-BE49-F238E27FC236}">
                    <a16:creationId xmlns:a16="http://schemas.microsoft.com/office/drawing/2014/main" id="{CF049C60-0D6C-4731-9055-A345DB8AF1C4}"/>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66" name="Bogen 65">
                <a:extLst>
                  <a:ext uri="{FF2B5EF4-FFF2-40B4-BE49-F238E27FC236}">
                    <a16:creationId xmlns:a16="http://schemas.microsoft.com/office/drawing/2014/main" id="{3764C572-3666-463C-9652-51BA2ED08E94}"/>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63" name="Grafik 62" descr="Nach rechts zeigender Finger, Handrücken mit einfarbiger Füllung">
              <a:extLst>
                <a:ext uri="{FF2B5EF4-FFF2-40B4-BE49-F238E27FC236}">
                  <a16:creationId xmlns:a16="http://schemas.microsoft.com/office/drawing/2014/main" id="{8E5C0313-DC2B-402D-9A6B-FFFF134A1F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7" name="Freihandform: Form 66">
            <a:extLst>
              <a:ext uri="{FF2B5EF4-FFF2-40B4-BE49-F238E27FC236}">
                <a16:creationId xmlns:a16="http://schemas.microsoft.com/office/drawing/2014/main" id="{3271C3EB-6540-4395-9DCB-D0965012D93A}"/>
              </a:ext>
            </a:extLst>
          </p:cNvPr>
          <p:cNvSpPr/>
          <p:nvPr/>
        </p:nvSpPr>
        <p:spPr>
          <a:xfrm rot="12514958">
            <a:off x="2100548" y="2980694"/>
            <a:ext cx="2828757" cy="1782129"/>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8" name="Gruppieren 27">
            <a:extLst>
              <a:ext uri="{FF2B5EF4-FFF2-40B4-BE49-F238E27FC236}">
                <a16:creationId xmlns:a16="http://schemas.microsoft.com/office/drawing/2014/main" id="{846D8CDD-1A0A-49DD-AC24-F1D034D2309B}"/>
              </a:ext>
            </a:extLst>
          </p:cNvPr>
          <p:cNvGrpSpPr>
            <a:grpSpLocks noChangeAspect="1"/>
          </p:cNvGrpSpPr>
          <p:nvPr/>
        </p:nvGrpSpPr>
        <p:grpSpPr>
          <a:xfrm>
            <a:off x="2335882" y="2799876"/>
            <a:ext cx="648998" cy="722886"/>
            <a:chOff x="4184655" y="1692997"/>
            <a:chExt cx="1906332" cy="2123348"/>
          </a:xfrm>
          <a:solidFill>
            <a:schemeClr val="accent5">
              <a:lumMod val="60000"/>
              <a:lumOff val="40000"/>
            </a:schemeClr>
          </a:solidFill>
        </p:grpSpPr>
        <p:pic>
          <p:nvPicPr>
            <p:cNvPr id="29" name="Grafik 28" descr="Bleistift mit einfarbiger Füllung">
              <a:extLst>
                <a:ext uri="{FF2B5EF4-FFF2-40B4-BE49-F238E27FC236}">
                  <a16:creationId xmlns:a16="http://schemas.microsoft.com/office/drawing/2014/main" id="{A8DF7C43-E5ED-4341-AA67-88FA6818B190}"/>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9" name="Gruppieren 38">
              <a:extLst>
                <a:ext uri="{FF2B5EF4-FFF2-40B4-BE49-F238E27FC236}">
                  <a16:creationId xmlns:a16="http://schemas.microsoft.com/office/drawing/2014/main" id="{E164F415-7E8E-43C1-81C9-BC74AE10FD72}"/>
                </a:ext>
              </a:extLst>
            </p:cNvPr>
            <p:cNvGrpSpPr/>
            <p:nvPr/>
          </p:nvGrpSpPr>
          <p:grpSpPr>
            <a:xfrm>
              <a:off x="4550400" y="3041655"/>
              <a:ext cx="43200" cy="774690"/>
              <a:chOff x="3385929" y="4336972"/>
              <a:chExt cx="57150" cy="774690"/>
            </a:xfrm>
            <a:grpFill/>
          </p:grpSpPr>
          <p:sp>
            <p:nvSpPr>
              <p:cNvPr id="47" name="Rechteck: abgerundete Ecken 46">
                <a:extLst>
                  <a:ext uri="{FF2B5EF4-FFF2-40B4-BE49-F238E27FC236}">
                    <a16:creationId xmlns:a16="http://schemas.microsoft.com/office/drawing/2014/main" id="{DCE7BCCC-F636-4B20-BAC8-A8EA1599451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8" name="Rechteck: abgerundete Ecken 47">
                <a:extLst>
                  <a:ext uri="{FF2B5EF4-FFF2-40B4-BE49-F238E27FC236}">
                    <a16:creationId xmlns:a16="http://schemas.microsoft.com/office/drawing/2014/main" id="{404E6145-3EE2-4CB2-B32C-8005DE1260E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0" name="Gruppieren 39">
              <a:extLst>
                <a:ext uri="{FF2B5EF4-FFF2-40B4-BE49-F238E27FC236}">
                  <a16:creationId xmlns:a16="http://schemas.microsoft.com/office/drawing/2014/main" id="{C6D15451-1793-44D0-9EA7-ED488FA9D853}"/>
                </a:ext>
              </a:extLst>
            </p:cNvPr>
            <p:cNvGrpSpPr/>
            <p:nvPr/>
          </p:nvGrpSpPr>
          <p:grpSpPr>
            <a:xfrm rot="5400000">
              <a:off x="4550400" y="3041655"/>
              <a:ext cx="43200" cy="774690"/>
              <a:chOff x="3385929" y="4336972"/>
              <a:chExt cx="57150" cy="774690"/>
            </a:xfrm>
            <a:grpFill/>
          </p:grpSpPr>
          <p:sp>
            <p:nvSpPr>
              <p:cNvPr id="45" name="Rechteck: abgerundete Ecken 44">
                <a:extLst>
                  <a:ext uri="{FF2B5EF4-FFF2-40B4-BE49-F238E27FC236}">
                    <a16:creationId xmlns:a16="http://schemas.microsoft.com/office/drawing/2014/main" id="{822D1BE6-3F46-42DF-B083-5BB756435FA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6" name="Rechteck: abgerundete Ecken 45">
                <a:extLst>
                  <a:ext uri="{FF2B5EF4-FFF2-40B4-BE49-F238E27FC236}">
                    <a16:creationId xmlns:a16="http://schemas.microsoft.com/office/drawing/2014/main" id="{2438D4E5-094B-4EA3-9C46-D9EEB3F0EE51}"/>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41" name="Rechteck: abgerundete Ecken 40">
              <a:extLst>
                <a:ext uri="{FF2B5EF4-FFF2-40B4-BE49-F238E27FC236}">
                  <a16:creationId xmlns:a16="http://schemas.microsoft.com/office/drawing/2014/main" id="{2C21512C-B96D-436D-9142-261C2532EF5E}"/>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2" name="Gruppieren 41">
              <a:extLst>
                <a:ext uri="{FF2B5EF4-FFF2-40B4-BE49-F238E27FC236}">
                  <a16:creationId xmlns:a16="http://schemas.microsoft.com/office/drawing/2014/main" id="{D9908901-18AA-4F16-8229-088A35F680A7}"/>
                </a:ext>
              </a:extLst>
            </p:cNvPr>
            <p:cNvGrpSpPr/>
            <p:nvPr/>
          </p:nvGrpSpPr>
          <p:grpSpPr>
            <a:xfrm rot="8100000">
              <a:off x="4550400" y="3041655"/>
              <a:ext cx="43200" cy="774690"/>
              <a:chOff x="3385929" y="4336972"/>
              <a:chExt cx="57150" cy="774690"/>
            </a:xfrm>
            <a:grpFill/>
          </p:grpSpPr>
          <p:sp>
            <p:nvSpPr>
              <p:cNvPr id="43" name="Rechteck: abgerundete Ecken 42">
                <a:extLst>
                  <a:ext uri="{FF2B5EF4-FFF2-40B4-BE49-F238E27FC236}">
                    <a16:creationId xmlns:a16="http://schemas.microsoft.com/office/drawing/2014/main" id="{6BF83974-BECA-494F-A514-A01BC98BD268}"/>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4" name="Rechteck: abgerundete Ecken 43">
                <a:extLst>
                  <a:ext uri="{FF2B5EF4-FFF2-40B4-BE49-F238E27FC236}">
                    <a16:creationId xmlns:a16="http://schemas.microsoft.com/office/drawing/2014/main" id="{794C9A1A-AB64-4640-954E-D9B83CBB906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991811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E67869EE-A0D1-4FB8-9E73-068BF095E7BD}"/>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06768CF0-F32F-4689-A28A-F6E3B936A334}"/>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5936BA45-E597-4A1A-975D-8B548F6D88A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E3B9A951-2A14-4240-9A3C-BB3F3956A54D}"/>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8C1B7DCF-7FA5-4EF1-B72F-B3EF9F6F36E2}"/>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A743BE0-EC5E-45F0-A872-01C4433F4CDB}"/>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3FE28599-D248-4BAE-936E-3FEF39BCF6C0}"/>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53" name="Gruppieren 52">
            <a:extLst>
              <a:ext uri="{FF2B5EF4-FFF2-40B4-BE49-F238E27FC236}">
                <a16:creationId xmlns:a16="http://schemas.microsoft.com/office/drawing/2014/main" id="{47634EC0-C4D5-43EE-9CA8-E140B0B991A2}"/>
              </a:ext>
            </a:extLst>
          </p:cNvPr>
          <p:cNvGrpSpPr>
            <a:grpSpLocks noChangeAspect="1"/>
          </p:cNvGrpSpPr>
          <p:nvPr/>
        </p:nvGrpSpPr>
        <p:grpSpPr>
          <a:xfrm>
            <a:off x="4229042" y="5085184"/>
            <a:ext cx="703217" cy="569327"/>
            <a:chOff x="2228034" y="2144757"/>
            <a:chExt cx="1311628" cy="1061900"/>
          </a:xfrm>
        </p:grpSpPr>
        <p:sp>
          <p:nvSpPr>
            <p:cNvPr id="54" name="Rechteck: abgerundete Ecken 53">
              <a:extLst>
                <a:ext uri="{FF2B5EF4-FFF2-40B4-BE49-F238E27FC236}">
                  <a16:creationId xmlns:a16="http://schemas.microsoft.com/office/drawing/2014/main" id="{1130FF0A-F4EF-42D0-8390-47637C2010D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55" name="Gruppieren 54">
              <a:extLst>
                <a:ext uri="{FF2B5EF4-FFF2-40B4-BE49-F238E27FC236}">
                  <a16:creationId xmlns:a16="http://schemas.microsoft.com/office/drawing/2014/main" id="{3EBF6BC0-93C6-427E-BF5C-1A4CC8294142}"/>
                </a:ext>
              </a:extLst>
            </p:cNvPr>
            <p:cNvGrpSpPr>
              <a:grpSpLocks noChangeAspect="1"/>
            </p:cNvGrpSpPr>
            <p:nvPr/>
          </p:nvGrpSpPr>
          <p:grpSpPr>
            <a:xfrm>
              <a:off x="2702911" y="2190589"/>
              <a:ext cx="322289" cy="322289"/>
              <a:chOff x="1088874" y="1937857"/>
              <a:chExt cx="914400" cy="914400"/>
            </a:xfrm>
          </p:grpSpPr>
          <p:sp>
            <p:nvSpPr>
              <p:cNvPr id="57" name="Bogen 56">
                <a:extLst>
                  <a:ext uri="{FF2B5EF4-FFF2-40B4-BE49-F238E27FC236}">
                    <a16:creationId xmlns:a16="http://schemas.microsoft.com/office/drawing/2014/main" id="{647566B8-09ED-4608-85A9-149F33466A0F}"/>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58" name="Bogen 57">
                <a:extLst>
                  <a:ext uri="{FF2B5EF4-FFF2-40B4-BE49-F238E27FC236}">
                    <a16:creationId xmlns:a16="http://schemas.microsoft.com/office/drawing/2014/main" id="{7C9ED091-1EF0-4E78-9250-702745E1943A}"/>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59" name="Bogen 58">
                <a:extLst>
                  <a:ext uri="{FF2B5EF4-FFF2-40B4-BE49-F238E27FC236}">
                    <a16:creationId xmlns:a16="http://schemas.microsoft.com/office/drawing/2014/main" id="{9FDBE79A-2CA1-4265-ADB5-097C6CF2D6EE}"/>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56" name="Grafik 55" descr="Nach rechts zeigender Finger, Handrücken mit einfarbiger Füllung">
              <a:extLst>
                <a:ext uri="{FF2B5EF4-FFF2-40B4-BE49-F238E27FC236}">
                  <a16:creationId xmlns:a16="http://schemas.microsoft.com/office/drawing/2014/main" id="{205516FE-4511-4276-B910-A254214B65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71" name="Bogen 70">
            <a:extLst>
              <a:ext uri="{FF2B5EF4-FFF2-40B4-BE49-F238E27FC236}">
                <a16:creationId xmlns:a16="http://schemas.microsoft.com/office/drawing/2014/main" id="{29470D48-9865-48D2-ABF0-6F5949BEE984}"/>
              </a:ext>
            </a:extLst>
          </p:cNvPr>
          <p:cNvSpPr/>
          <p:nvPr/>
        </p:nvSpPr>
        <p:spPr>
          <a:xfrm rot="7546966" flipH="1" flipV="1">
            <a:off x="2819294" y="2966629"/>
            <a:ext cx="1273272" cy="2633303"/>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72" name="Freihandform: Form 71">
            <a:extLst>
              <a:ext uri="{FF2B5EF4-FFF2-40B4-BE49-F238E27FC236}">
                <a16:creationId xmlns:a16="http://schemas.microsoft.com/office/drawing/2014/main" id="{66A6421F-8556-467E-A95F-6EE38FAE2242}"/>
              </a:ext>
            </a:extLst>
          </p:cNvPr>
          <p:cNvSpPr/>
          <p:nvPr/>
        </p:nvSpPr>
        <p:spPr>
          <a:xfrm rot="12514958">
            <a:off x="2213575" y="3141096"/>
            <a:ext cx="3006103" cy="1911319"/>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1C4D5132-EE66-4349-80A8-7C5797990E79}"/>
              </a:ext>
            </a:extLst>
          </p:cNvPr>
          <p:cNvGrpSpPr>
            <a:grpSpLocks noChangeAspect="1"/>
          </p:cNvGrpSpPr>
          <p:nvPr/>
        </p:nvGrpSpPr>
        <p:grpSpPr>
          <a:xfrm>
            <a:off x="4478387" y="4106350"/>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5E18B41E-D958-40C7-B241-4340DBAFB5F8}"/>
                </a:ext>
              </a:extLst>
            </p:cNvPr>
            <p:cNvPicPr preferRelativeResize="0">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2302C801-299B-44C6-8694-655BC711F36B}"/>
                </a:ext>
              </a:extLst>
            </p:cNvPr>
            <p:cNvGrpSpPr/>
            <p:nvPr/>
          </p:nvGrpSpPr>
          <p:grpSpPr>
            <a:xfrm>
              <a:off x="4550400" y="3041655"/>
              <a:ext cx="43200" cy="774690"/>
              <a:chOff x="3385929" y="4336972"/>
              <a:chExt cx="57150" cy="774690"/>
            </a:xfrm>
            <a:grpFill/>
          </p:grpSpPr>
          <p:sp>
            <p:nvSpPr>
              <p:cNvPr id="40" name="Rechteck: abgerundete Ecken 39">
                <a:extLst>
                  <a:ext uri="{FF2B5EF4-FFF2-40B4-BE49-F238E27FC236}">
                    <a16:creationId xmlns:a16="http://schemas.microsoft.com/office/drawing/2014/main" id="{0A62D0C4-09B5-4A2D-B532-7AF6B8E2577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1" name="Rechteck: abgerundete Ecken 40">
                <a:extLst>
                  <a:ext uri="{FF2B5EF4-FFF2-40B4-BE49-F238E27FC236}">
                    <a16:creationId xmlns:a16="http://schemas.microsoft.com/office/drawing/2014/main" id="{B76DA166-CDDF-4502-A01C-FF2180964694}"/>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9DF23168-503B-4D55-930D-8B8FB90F6346}"/>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C625F96B-E6A1-47D0-A565-D50D0539DAFD}"/>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B9E70F34-DBCB-4ADE-B10B-5325E324BFD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BD8E61A1-FF41-407D-B6E3-D31768757EBD}"/>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F424165B-2163-4C5A-A1EC-31A7FA154CA7}"/>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96E641B2-ADB0-4D7B-9C22-9C7EBD4B608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B7A0C9B7-C868-456B-B983-09007A0B9D4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34814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6512EBBB-592E-4489-8390-20CE0B1C9D96}"/>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AF84C020-AC7E-46AF-993B-23902719D209}"/>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60733E62-1BBC-43F2-83C7-13A629AD15B7}"/>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E080D76A-67BE-4272-84BB-6C085C875EBF}"/>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330242E0-78C7-46C4-A06C-682D599C4819}"/>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D4866A59-A30B-4FB5-8788-9748FDCE8E3C}"/>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44DBFDF3-2855-4105-B154-C2C269559DCB}"/>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41" name="Gruppieren 40">
            <a:extLst>
              <a:ext uri="{FF2B5EF4-FFF2-40B4-BE49-F238E27FC236}">
                <a16:creationId xmlns:a16="http://schemas.microsoft.com/office/drawing/2014/main" id="{C385DE5B-797D-4B1A-BED1-B264CF94BB06}"/>
              </a:ext>
            </a:extLst>
          </p:cNvPr>
          <p:cNvGrpSpPr>
            <a:grpSpLocks noChangeAspect="1"/>
          </p:cNvGrpSpPr>
          <p:nvPr/>
        </p:nvGrpSpPr>
        <p:grpSpPr>
          <a:xfrm>
            <a:off x="2204362" y="2412615"/>
            <a:ext cx="703217" cy="569327"/>
            <a:chOff x="2228034" y="2144757"/>
            <a:chExt cx="1311628" cy="1061900"/>
          </a:xfrm>
        </p:grpSpPr>
        <p:sp>
          <p:nvSpPr>
            <p:cNvPr id="42" name="Rechteck: abgerundete Ecken 41">
              <a:extLst>
                <a:ext uri="{FF2B5EF4-FFF2-40B4-BE49-F238E27FC236}">
                  <a16:creationId xmlns:a16="http://schemas.microsoft.com/office/drawing/2014/main" id="{3A105032-A9E2-44DD-9935-FA0F1FB4464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3" name="Gruppieren 42">
              <a:extLst>
                <a:ext uri="{FF2B5EF4-FFF2-40B4-BE49-F238E27FC236}">
                  <a16:creationId xmlns:a16="http://schemas.microsoft.com/office/drawing/2014/main" id="{CACBCE42-4FC9-4BF8-ABE3-85A6AA52EDDE}"/>
                </a:ext>
              </a:extLst>
            </p:cNvPr>
            <p:cNvGrpSpPr>
              <a:grpSpLocks noChangeAspect="1"/>
            </p:cNvGrpSpPr>
            <p:nvPr/>
          </p:nvGrpSpPr>
          <p:grpSpPr>
            <a:xfrm>
              <a:off x="2702911" y="2190589"/>
              <a:ext cx="322289" cy="322289"/>
              <a:chOff x="1088874" y="1937857"/>
              <a:chExt cx="914400" cy="914400"/>
            </a:xfrm>
          </p:grpSpPr>
          <p:sp>
            <p:nvSpPr>
              <p:cNvPr id="45" name="Bogen 44">
                <a:extLst>
                  <a:ext uri="{FF2B5EF4-FFF2-40B4-BE49-F238E27FC236}">
                    <a16:creationId xmlns:a16="http://schemas.microsoft.com/office/drawing/2014/main" id="{AA149369-E39E-4282-8C58-A84DACB979C7}"/>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E5BF7CB7-37B1-4AFB-8A52-CFA6F28D0003}"/>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7" name="Bogen 46">
                <a:extLst>
                  <a:ext uri="{FF2B5EF4-FFF2-40B4-BE49-F238E27FC236}">
                    <a16:creationId xmlns:a16="http://schemas.microsoft.com/office/drawing/2014/main" id="{48B166FE-8A5F-4977-984C-9C528C5D54D1}"/>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4" name="Grafik 43" descr="Nach rechts zeigender Finger, Handrücken mit einfarbiger Füllung">
              <a:extLst>
                <a:ext uri="{FF2B5EF4-FFF2-40B4-BE49-F238E27FC236}">
                  <a16:creationId xmlns:a16="http://schemas.microsoft.com/office/drawing/2014/main" id="{CEA1002D-8F3F-4939-9B24-2CF625FAF1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1601BB81-A2E3-466B-AF5F-9B0963FA9653}"/>
              </a:ext>
            </a:extLst>
          </p:cNvPr>
          <p:cNvSpPr/>
          <p:nvPr/>
        </p:nvSpPr>
        <p:spPr>
          <a:xfrm rot="19345416" flipV="1">
            <a:off x="3102387" y="2401481"/>
            <a:ext cx="1359447" cy="2579112"/>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1" name="Freihandform: Form 60">
            <a:extLst>
              <a:ext uri="{FF2B5EF4-FFF2-40B4-BE49-F238E27FC236}">
                <a16:creationId xmlns:a16="http://schemas.microsoft.com/office/drawing/2014/main" id="{7B4FDD75-BC43-4745-B069-09528A7C65D8}"/>
              </a:ext>
            </a:extLst>
          </p:cNvPr>
          <p:cNvSpPr/>
          <p:nvPr/>
        </p:nvSpPr>
        <p:spPr>
          <a:xfrm rot="14215977">
            <a:off x="2592857" y="2704080"/>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A71EEDD4-8244-46BF-8FCE-41553DBD78AF}"/>
              </a:ext>
            </a:extLst>
          </p:cNvPr>
          <p:cNvGrpSpPr>
            <a:grpSpLocks noChangeAspect="1"/>
          </p:cNvGrpSpPr>
          <p:nvPr/>
        </p:nvGrpSpPr>
        <p:grpSpPr>
          <a:xfrm>
            <a:off x="3239509" y="1967226"/>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2D0C8C52-6BD9-4733-B738-57E61775E166}"/>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6099760B-1EB1-4E9D-AE6D-8FDABC5CEEF7}"/>
                </a:ext>
              </a:extLst>
            </p:cNvPr>
            <p:cNvGrpSpPr/>
            <p:nvPr/>
          </p:nvGrpSpPr>
          <p:grpSpPr>
            <a:xfrm>
              <a:off x="4550400" y="3041655"/>
              <a:ext cx="43200" cy="774690"/>
              <a:chOff x="3385929" y="4336972"/>
              <a:chExt cx="57150" cy="774690"/>
            </a:xfrm>
            <a:grpFill/>
          </p:grpSpPr>
          <p:sp>
            <p:nvSpPr>
              <p:cNvPr id="40" name="Rechteck: abgerundete Ecken 39">
                <a:extLst>
                  <a:ext uri="{FF2B5EF4-FFF2-40B4-BE49-F238E27FC236}">
                    <a16:creationId xmlns:a16="http://schemas.microsoft.com/office/drawing/2014/main" id="{84CC6F34-2AEC-4BEF-A829-71B0D2DA9ED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8" name="Rechteck: abgerundete Ecken 57">
                <a:extLst>
                  <a:ext uri="{FF2B5EF4-FFF2-40B4-BE49-F238E27FC236}">
                    <a16:creationId xmlns:a16="http://schemas.microsoft.com/office/drawing/2014/main" id="{5878DB46-7950-4061-ACEC-44A643C4747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836EF70E-E0CD-4A63-A94A-D6C7F495E9E3}"/>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08D87260-F228-4B72-894C-F302A3E0F2CB}"/>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EFBADE51-66A3-4794-929F-6F6FCB371AA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BEEA7E87-9D26-4049-9F4C-59EC9EDA2901}"/>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D654DC39-CD69-4DE7-A1DE-21787DCD1856}"/>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100EBDD0-2446-44EB-A468-91BB06BDFB3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56FB9627-05D7-4882-AB5B-84F5A1706FA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890862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F7A34824-A355-4C9E-8F3D-C20C47CCD925}"/>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5DD9E286-8471-4235-9D04-4DCAC339EF7D}"/>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ECAB8C60-F5C5-47D1-96EC-168766361FAD}"/>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13EA3628-BDDD-479D-A98A-AA2C05AAB303}"/>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C70531F0-A862-4D04-AF17-D874EEA4D5E4}"/>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77D303B4-6A72-470F-930A-A12C75422FFA}"/>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7FED837C-6422-48C5-8437-8F9582352B6A}"/>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D661B9B9-074F-48F4-BCBF-49D1F9C3E28E}"/>
              </a:ext>
            </a:extLst>
          </p:cNvPr>
          <p:cNvGrpSpPr>
            <a:grpSpLocks noChangeAspect="1"/>
          </p:cNvGrpSpPr>
          <p:nvPr/>
        </p:nvGrpSpPr>
        <p:grpSpPr>
          <a:xfrm>
            <a:off x="4229042" y="5085184"/>
            <a:ext cx="703217" cy="569327"/>
            <a:chOff x="2228034" y="2144757"/>
            <a:chExt cx="1311628" cy="1061900"/>
          </a:xfrm>
        </p:grpSpPr>
        <p:sp>
          <p:nvSpPr>
            <p:cNvPr id="40" name="Rechteck: abgerundete Ecken 39">
              <a:extLst>
                <a:ext uri="{FF2B5EF4-FFF2-40B4-BE49-F238E27FC236}">
                  <a16:creationId xmlns:a16="http://schemas.microsoft.com/office/drawing/2014/main" id="{84C80B93-8440-49BC-B557-793CE9F8AA9F}"/>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6E64B2C7-E70E-461D-8B52-35B910C38AE1}"/>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EE66629B-1A48-48B4-AB64-32BBDB76284B}"/>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B161D597-D692-4839-BA2E-1CADA34D275D}"/>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5CCAF4E5-6FD3-4A71-9C19-2F0C07D57472}"/>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9E0485B4-11F7-4BC2-9724-C0D84F2787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8" name="Bogen 57">
            <a:extLst>
              <a:ext uri="{FF2B5EF4-FFF2-40B4-BE49-F238E27FC236}">
                <a16:creationId xmlns:a16="http://schemas.microsoft.com/office/drawing/2014/main" id="{9699A8F3-A54F-407F-9550-9AA7F7348300}"/>
              </a:ext>
            </a:extLst>
          </p:cNvPr>
          <p:cNvSpPr/>
          <p:nvPr/>
        </p:nvSpPr>
        <p:spPr>
          <a:xfrm rot="9337979" flipH="1" flipV="1">
            <a:off x="3155223" y="2453386"/>
            <a:ext cx="1273272" cy="2633303"/>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0" name="Freihandform: Form 59">
            <a:extLst>
              <a:ext uri="{FF2B5EF4-FFF2-40B4-BE49-F238E27FC236}">
                <a16:creationId xmlns:a16="http://schemas.microsoft.com/office/drawing/2014/main" id="{E525DDDA-DC18-42F4-9D7E-D02283A463AB}"/>
              </a:ext>
            </a:extLst>
          </p:cNvPr>
          <p:cNvSpPr/>
          <p:nvPr/>
        </p:nvSpPr>
        <p:spPr>
          <a:xfrm rot="14215977">
            <a:off x="2670349" y="2789611"/>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68CF4B94-8345-498B-B961-E316DE142F44}"/>
              </a:ext>
            </a:extLst>
          </p:cNvPr>
          <p:cNvGrpSpPr>
            <a:grpSpLocks noChangeAspect="1"/>
          </p:cNvGrpSpPr>
          <p:nvPr/>
        </p:nvGrpSpPr>
        <p:grpSpPr>
          <a:xfrm>
            <a:off x="4478387" y="4106350"/>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60B30B79-DFDB-4ACA-9B1A-2B50E7678FCD}"/>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9B52DF3C-5044-43A9-961E-67C1F9F4B349}"/>
                </a:ext>
              </a:extLst>
            </p:cNvPr>
            <p:cNvGrpSpPr/>
            <p:nvPr/>
          </p:nvGrpSpPr>
          <p:grpSpPr>
            <a:xfrm>
              <a:off x="4550400" y="3041655"/>
              <a:ext cx="43200" cy="774690"/>
              <a:chOff x="3385929" y="4336972"/>
              <a:chExt cx="57150" cy="774690"/>
            </a:xfrm>
            <a:grpFill/>
          </p:grpSpPr>
          <p:sp>
            <p:nvSpPr>
              <p:cNvPr id="41" name="Rechteck: abgerundete Ecken 40">
                <a:extLst>
                  <a:ext uri="{FF2B5EF4-FFF2-40B4-BE49-F238E27FC236}">
                    <a16:creationId xmlns:a16="http://schemas.microsoft.com/office/drawing/2014/main" id="{6F363028-D1D7-4559-814D-08B2DBF9E91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E369F709-5A9E-4E38-B2AB-D74F8C6CDF71}"/>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93EF5025-D4BF-44C1-A44D-FE2F91DCC753}"/>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72BA3584-189C-4821-AB9F-141CCEC3ABA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F6A9AFF7-0499-4FE6-B8E8-F617A49BF75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363CDC2F-720E-4C42-BF3B-C621C4E702AA}"/>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9CC5156B-01E4-4765-8A67-B4EF264785EF}"/>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24433CEB-8420-46B5-B024-D31F2E3731D6}"/>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5C9E66CE-D335-4C67-AA94-244A4366688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981462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D53A6961-1491-4BDE-AE16-4682AEE81367}"/>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B051F9B1-F73D-4CA0-A41D-E90B7933F3C2}"/>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EC4D1CCF-17E6-40BB-B833-52B67BA45D30}"/>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FF4F9B6E-5B41-4FB1-AE5A-A4EB29888865}"/>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40FC5D4-3562-42E0-9014-87A74C273D16}"/>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C68F8063-54D7-4176-92DC-918307A59D16}"/>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1D8E045-9039-4311-880D-CBB4ED6D9DE8}"/>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DF1EE220-244C-4DC2-909B-21B8D40A89C7}"/>
              </a:ext>
            </a:extLst>
          </p:cNvPr>
          <p:cNvGrpSpPr>
            <a:grpSpLocks noChangeAspect="1"/>
          </p:cNvGrpSpPr>
          <p:nvPr/>
        </p:nvGrpSpPr>
        <p:grpSpPr>
          <a:xfrm>
            <a:off x="4229042" y="1268760"/>
            <a:ext cx="703217" cy="569327"/>
            <a:chOff x="2228034" y="2144757"/>
            <a:chExt cx="1311628" cy="1061900"/>
          </a:xfrm>
        </p:grpSpPr>
        <p:sp>
          <p:nvSpPr>
            <p:cNvPr id="41" name="Rechteck: abgerundete Ecken 40">
              <a:extLst>
                <a:ext uri="{FF2B5EF4-FFF2-40B4-BE49-F238E27FC236}">
                  <a16:creationId xmlns:a16="http://schemas.microsoft.com/office/drawing/2014/main" id="{36B1E961-23EE-400D-A6E1-8FCC1DACFB63}"/>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47358447-926F-4213-BB2D-B1BF5C55B6AD}"/>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DF28FC7C-6F19-460F-80A3-D2F00EB8D11F}"/>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5168BFE9-D6F2-435F-9A93-17454AFF2762}"/>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6C3EF21C-1867-4BD2-BE3B-A101224449B5}"/>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B151396D-52D2-4692-82CF-154544759E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9" name="Bogen 58">
            <a:extLst>
              <a:ext uri="{FF2B5EF4-FFF2-40B4-BE49-F238E27FC236}">
                <a16:creationId xmlns:a16="http://schemas.microsoft.com/office/drawing/2014/main" id="{B874D8A1-3D54-4FDE-9394-D51244FD70E9}"/>
              </a:ext>
            </a:extLst>
          </p:cNvPr>
          <p:cNvSpPr/>
          <p:nvPr/>
        </p:nvSpPr>
        <p:spPr>
          <a:xfrm rot="21430125" flipV="1">
            <a:off x="3588699" y="2170273"/>
            <a:ext cx="1359447" cy="2579112"/>
          </a:xfrm>
          <a:prstGeom prst="arc">
            <a:avLst>
              <a:gd name="adj1" fmla="val 17240598"/>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0" name="Freihandform: Form 59">
            <a:extLst>
              <a:ext uri="{FF2B5EF4-FFF2-40B4-BE49-F238E27FC236}">
                <a16:creationId xmlns:a16="http://schemas.microsoft.com/office/drawing/2014/main" id="{FC770EA3-DA86-415E-8372-02E098017B72}"/>
              </a:ext>
            </a:extLst>
          </p:cNvPr>
          <p:cNvSpPr/>
          <p:nvPr/>
        </p:nvSpPr>
        <p:spPr>
          <a:xfrm rot="15917133">
            <a:off x="3131995" y="2438636"/>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113CCD22-E4F4-4976-B0CE-74EC055D7101}"/>
              </a:ext>
            </a:extLst>
          </p:cNvPr>
          <p:cNvGrpSpPr>
            <a:grpSpLocks noChangeAspect="1"/>
          </p:cNvGrpSpPr>
          <p:nvPr/>
        </p:nvGrpSpPr>
        <p:grpSpPr>
          <a:xfrm>
            <a:off x="4480066" y="1639836"/>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221B0BB1-0F43-4D7F-8AEC-6EB5941F0E3F}"/>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F0EA3AE1-CAD6-4041-A68F-AA7C0F461134}"/>
                </a:ext>
              </a:extLst>
            </p:cNvPr>
            <p:cNvGrpSpPr/>
            <p:nvPr/>
          </p:nvGrpSpPr>
          <p:grpSpPr>
            <a:xfrm>
              <a:off x="4550400" y="3041655"/>
              <a:ext cx="43200" cy="774690"/>
              <a:chOff x="3385929" y="4336972"/>
              <a:chExt cx="57150" cy="774690"/>
            </a:xfrm>
            <a:grpFill/>
          </p:grpSpPr>
          <p:sp>
            <p:nvSpPr>
              <p:cNvPr id="40" name="Rechteck: abgerundete Ecken 39">
                <a:extLst>
                  <a:ext uri="{FF2B5EF4-FFF2-40B4-BE49-F238E27FC236}">
                    <a16:creationId xmlns:a16="http://schemas.microsoft.com/office/drawing/2014/main" id="{5C30080F-61E1-4845-A607-FC387EC3ABE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8E08036E-3275-4AB3-809D-1E87CE60562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53FC11E4-5D96-4934-8883-E2EB8C9FE4F3}"/>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6A511341-0BFE-47C1-A0E9-B566A3021F0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F7EB893B-3737-45AE-822A-E6C5597D967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7D387A03-98D9-46D6-BBD3-7A32F63F08B5}"/>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E13A4302-2390-4904-B678-4B57C727DB60}"/>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21D977DF-F7EE-4CA1-B151-9EC05EBEC27F}"/>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51237AC8-EA82-4985-A37D-BB348D87825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680126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B95DDF29-EECF-46E4-AC1D-DD97EE48C742}"/>
              </a:ext>
            </a:extLst>
          </p:cNvPr>
          <p:cNvGrpSpPr>
            <a:grpSpLocks noChangeAspect="1"/>
          </p:cNvGrpSpPr>
          <p:nvPr/>
        </p:nvGrpSpPr>
        <p:grpSpPr>
          <a:xfrm>
            <a:off x="2240650" y="1992882"/>
            <a:ext cx="4680000" cy="2824078"/>
            <a:chOff x="1760400" y="1360800"/>
            <a:chExt cx="5619600" cy="3391047"/>
          </a:xfrm>
        </p:grpSpPr>
        <p:sp>
          <p:nvSpPr>
            <p:cNvPr id="24" name="Flussdiagramm: Verbinder 23">
              <a:extLst>
                <a:ext uri="{FF2B5EF4-FFF2-40B4-BE49-F238E27FC236}">
                  <a16:creationId xmlns:a16="http://schemas.microsoft.com/office/drawing/2014/main" id="{8F7E684B-355A-44CF-A8CA-ED87C2975837}"/>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1A8252FE-9BB3-4CC8-B1A6-9BB228A3466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258BEFA2-5338-47D6-8E6D-7A50E752A480}"/>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E9E9E01A-E629-4772-831D-890B8E4BC711}"/>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265E2F57-F033-428E-AAF5-412366218B0F}"/>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Flussdiagramm: Verbinder 38">
              <a:extLst>
                <a:ext uri="{FF2B5EF4-FFF2-40B4-BE49-F238E27FC236}">
                  <a16:creationId xmlns:a16="http://schemas.microsoft.com/office/drawing/2014/main" id="{8E873BAC-A632-4956-8332-8166E824CB95}"/>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40" name="Gruppieren 39">
            <a:extLst>
              <a:ext uri="{FF2B5EF4-FFF2-40B4-BE49-F238E27FC236}">
                <a16:creationId xmlns:a16="http://schemas.microsoft.com/office/drawing/2014/main" id="{A97EED82-D1FE-495B-BAA8-18EDEDB923D2}"/>
              </a:ext>
            </a:extLst>
          </p:cNvPr>
          <p:cNvGrpSpPr>
            <a:grpSpLocks noChangeAspect="1"/>
          </p:cNvGrpSpPr>
          <p:nvPr/>
        </p:nvGrpSpPr>
        <p:grpSpPr>
          <a:xfrm>
            <a:off x="4229042" y="5085184"/>
            <a:ext cx="703217" cy="569327"/>
            <a:chOff x="2228034" y="2144757"/>
            <a:chExt cx="1311628" cy="1061900"/>
          </a:xfrm>
        </p:grpSpPr>
        <p:sp>
          <p:nvSpPr>
            <p:cNvPr id="42" name="Rechteck: abgerundete Ecken 41">
              <a:extLst>
                <a:ext uri="{FF2B5EF4-FFF2-40B4-BE49-F238E27FC236}">
                  <a16:creationId xmlns:a16="http://schemas.microsoft.com/office/drawing/2014/main" id="{64E3A395-CEFF-4CD4-901C-865F11B371C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3" name="Gruppieren 42">
              <a:extLst>
                <a:ext uri="{FF2B5EF4-FFF2-40B4-BE49-F238E27FC236}">
                  <a16:creationId xmlns:a16="http://schemas.microsoft.com/office/drawing/2014/main" id="{325CFC1B-F337-4CD5-879B-40C122813A2A}"/>
                </a:ext>
              </a:extLst>
            </p:cNvPr>
            <p:cNvGrpSpPr>
              <a:grpSpLocks noChangeAspect="1"/>
            </p:cNvGrpSpPr>
            <p:nvPr/>
          </p:nvGrpSpPr>
          <p:grpSpPr>
            <a:xfrm>
              <a:off x="2702911" y="2190589"/>
              <a:ext cx="322289" cy="322289"/>
              <a:chOff x="1088874" y="1937857"/>
              <a:chExt cx="914400" cy="914400"/>
            </a:xfrm>
          </p:grpSpPr>
          <p:sp>
            <p:nvSpPr>
              <p:cNvPr id="45" name="Bogen 44">
                <a:extLst>
                  <a:ext uri="{FF2B5EF4-FFF2-40B4-BE49-F238E27FC236}">
                    <a16:creationId xmlns:a16="http://schemas.microsoft.com/office/drawing/2014/main" id="{59A8AC8D-8797-46A3-A969-3ED89460DD57}"/>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76EA83B1-A419-4471-A5DD-5100E536D162}"/>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7" name="Bogen 46">
                <a:extLst>
                  <a:ext uri="{FF2B5EF4-FFF2-40B4-BE49-F238E27FC236}">
                    <a16:creationId xmlns:a16="http://schemas.microsoft.com/office/drawing/2014/main" id="{4EFDDC92-388F-45C8-8726-85E210EFA604}"/>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4" name="Grafik 43" descr="Nach rechts zeigender Finger, Handrücken mit einfarbiger Füllung">
              <a:extLst>
                <a:ext uri="{FF2B5EF4-FFF2-40B4-BE49-F238E27FC236}">
                  <a16:creationId xmlns:a16="http://schemas.microsoft.com/office/drawing/2014/main" id="{0FA5C77B-9774-41F1-A0A4-C867841551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70B7491A-598C-4CF9-B490-DDD1DA91E3E3}"/>
              </a:ext>
            </a:extLst>
          </p:cNvPr>
          <p:cNvSpPr/>
          <p:nvPr/>
        </p:nvSpPr>
        <p:spPr>
          <a:xfrm rot="11213678" flipH="1" flipV="1">
            <a:off x="3707355" y="2168913"/>
            <a:ext cx="1247001" cy="2633303"/>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1" name="Freihandform: Form 60">
            <a:extLst>
              <a:ext uri="{FF2B5EF4-FFF2-40B4-BE49-F238E27FC236}">
                <a16:creationId xmlns:a16="http://schemas.microsoft.com/office/drawing/2014/main" id="{53EE9092-9F73-49BB-9AC7-6AA08E3D8C1D}"/>
              </a:ext>
            </a:extLst>
          </p:cNvPr>
          <p:cNvSpPr/>
          <p:nvPr/>
        </p:nvSpPr>
        <p:spPr>
          <a:xfrm rot="15917133">
            <a:off x="3222279" y="2635209"/>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C5495302-04EF-4D87-8FAE-8A72B4608AC3}"/>
              </a:ext>
            </a:extLst>
          </p:cNvPr>
          <p:cNvGrpSpPr>
            <a:grpSpLocks noChangeAspect="1"/>
          </p:cNvGrpSpPr>
          <p:nvPr/>
        </p:nvGrpSpPr>
        <p:grpSpPr>
          <a:xfrm>
            <a:off x="4494153" y="4122116"/>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81789371-A17D-4588-9C4F-A8BB86D17A79}"/>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2C9B057E-006C-4ADB-BB26-2B7E73BE056A}"/>
                </a:ext>
              </a:extLst>
            </p:cNvPr>
            <p:cNvGrpSpPr/>
            <p:nvPr/>
          </p:nvGrpSpPr>
          <p:grpSpPr>
            <a:xfrm>
              <a:off x="4550400" y="3041655"/>
              <a:ext cx="43200" cy="774690"/>
              <a:chOff x="3385929" y="4336972"/>
              <a:chExt cx="57150" cy="774690"/>
            </a:xfrm>
            <a:grpFill/>
          </p:grpSpPr>
          <p:sp>
            <p:nvSpPr>
              <p:cNvPr id="41" name="Rechteck: abgerundete Ecken 40">
                <a:extLst>
                  <a:ext uri="{FF2B5EF4-FFF2-40B4-BE49-F238E27FC236}">
                    <a16:creationId xmlns:a16="http://schemas.microsoft.com/office/drawing/2014/main" id="{4DDF3E1F-2DC0-47A4-970B-34D9119C39FD}"/>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8" name="Rechteck: abgerundete Ecken 57">
                <a:extLst>
                  <a:ext uri="{FF2B5EF4-FFF2-40B4-BE49-F238E27FC236}">
                    <a16:creationId xmlns:a16="http://schemas.microsoft.com/office/drawing/2014/main" id="{A44F7F20-58F0-4DD1-AA83-5CA696FEF8C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1190D20F-E85E-4675-9BCB-83E10A7052D0}"/>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56F51700-72DB-4DA5-AAED-3937FBC6C85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4F27F278-8088-4C88-9B1C-D51F45F0A5E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B0487DCA-0A8B-4A39-9C7D-41E0F0E9E264}"/>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786E6EE0-7B43-4958-83FE-07115B5FC489}"/>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7AEB47B2-8780-4DD1-BAA1-50B38D724CC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8AA96FD6-28C6-4932-8E44-B6CD517D65D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847515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C7827E99-8F83-4DA7-A8B8-A343D4B63C15}"/>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53B07BB2-78DF-431D-9B4C-1066EE986C23}"/>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9958973D-7650-4BCA-8658-6FD5B183996F}"/>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CBA11772-1142-4621-AD15-9A10EB123CE8}"/>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7CC835B-7D2B-4AEA-91C2-D5AC42614A2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0B937B9A-6443-4AEA-9905-2A8FBE3CF31A}"/>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891BD726-B306-44ED-A8CE-F0178E94880E}"/>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082D0EF5-214D-4284-ADAB-1CD1131E0F7A}"/>
              </a:ext>
            </a:extLst>
          </p:cNvPr>
          <p:cNvGrpSpPr>
            <a:grpSpLocks noChangeAspect="1"/>
          </p:cNvGrpSpPr>
          <p:nvPr/>
        </p:nvGrpSpPr>
        <p:grpSpPr>
          <a:xfrm>
            <a:off x="6239182" y="2383410"/>
            <a:ext cx="703217" cy="569327"/>
            <a:chOff x="2228034" y="2144757"/>
            <a:chExt cx="1311628" cy="1061900"/>
          </a:xfrm>
        </p:grpSpPr>
        <p:sp>
          <p:nvSpPr>
            <p:cNvPr id="40" name="Rechteck: abgerundete Ecken 39">
              <a:extLst>
                <a:ext uri="{FF2B5EF4-FFF2-40B4-BE49-F238E27FC236}">
                  <a16:creationId xmlns:a16="http://schemas.microsoft.com/office/drawing/2014/main" id="{6AE30FF5-C22B-457A-9C9D-8BFD29E7748B}"/>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1" name="Gruppieren 40">
              <a:extLst>
                <a:ext uri="{FF2B5EF4-FFF2-40B4-BE49-F238E27FC236}">
                  <a16:creationId xmlns:a16="http://schemas.microsoft.com/office/drawing/2014/main" id="{2CDBBC9E-25A9-48AD-BD8C-8607DDCBBA93}"/>
                </a:ext>
              </a:extLst>
            </p:cNvPr>
            <p:cNvGrpSpPr>
              <a:grpSpLocks noChangeAspect="1"/>
            </p:cNvGrpSpPr>
            <p:nvPr/>
          </p:nvGrpSpPr>
          <p:grpSpPr>
            <a:xfrm>
              <a:off x="2702911" y="2190589"/>
              <a:ext cx="322289" cy="322289"/>
              <a:chOff x="1088874" y="1937857"/>
              <a:chExt cx="914400" cy="914400"/>
            </a:xfrm>
          </p:grpSpPr>
          <p:sp>
            <p:nvSpPr>
              <p:cNvPr id="43" name="Bogen 42">
                <a:extLst>
                  <a:ext uri="{FF2B5EF4-FFF2-40B4-BE49-F238E27FC236}">
                    <a16:creationId xmlns:a16="http://schemas.microsoft.com/office/drawing/2014/main" id="{E0F35165-41E0-43EE-BDF4-48B8B0BAACC5}"/>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09DCE9FD-8035-411F-AA74-C31CC19AFB31}"/>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A45B71D7-A0DB-4A3A-91F0-4567643F565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2" name="Grafik 41" descr="Nach rechts zeigender Finger, Handrücken mit einfarbiger Füllung">
              <a:extLst>
                <a:ext uri="{FF2B5EF4-FFF2-40B4-BE49-F238E27FC236}">
                  <a16:creationId xmlns:a16="http://schemas.microsoft.com/office/drawing/2014/main" id="{5765F471-4F47-4A4E-9A02-8A01ACB81F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9" name="Bogen 58">
            <a:extLst>
              <a:ext uri="{FF2B5EF4-FFF2-40B4-BE49-F238E27FC236}">
                <a16:creationId xmlns:a16="http://schemas.microsoft.com/office/drawing/2014/main" id="{9054B021-95B3-48B9-AA3A-D6F8C84C6BBE}"/>
              </a:ext>
            </a:extLst>
          </p:cNvPr>
          <p:cNvSpPr/>
          <p:nvPr/>
        </p:nvSpPr>
        <p:spPr>
          <a:xfrm rot="1273589" flipV="1">
            <a:off x="4336531" y="2113886"/>
            <a:ext cx="1359447" cy="2579112"/>
          </a:xfrm>
          <a:prstGeom prst="arc">
            <a:avLst>
              <a:gd name="adj1" fmla="val 16591373"/>
              <a:gd name="adj2" fmla="val 3381995"/>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1" name="Freihandform: Form 60">
            <a:extLst>
              <a:ext uri="{FF2B5EF4-FFF2-40B4-BE49-F238E27FC236}">
                <a16:creationId xmlns:a16="http://schemas.microsoft.com/office/drawing/2014/main" id="{388D0104-0A21-4A87-9EC7-EBC85A930E7B}"/>
              </a:ext>
            </a:extLst>
          </p:cNvPr>
          <p:cNvSpPr/>
          <p:nvPr/>
        </p:nvSpPr>
        <p:spPr>
          <a:xfrm rot="17785914">
            <a:off x="3847801" y="2614707"/>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3CD78AC0-99CA-4DC5-8054-3317B22EA4D9}"/>
              </a:ext>
            </a:extLst>
          </p:cNvPr>
          <p:cNvGrpSpPr>
            <a:grpSpLocks noChangeAspect="1"/>
          </p:cNvGrpSpPr>
          <p:nvPr/>
        </p:nvGrpSpPr>
        <p:grpSpPr>
          <a:xfrm>
            <a:off x="5683852" y="1929701"/>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4A30D448-2B49-472B-87B1-6406278BAAD3}"/>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5A3FF373-66C1-4EE4-925C-9624B154B0FA}"/>
                </a:ext>
              </a:extLst>
            </p:cNvPr>
            <p:cNvGrpSpPr/>
            <p:nvPr/>
          </p:nvGrpSpPr>
          <p:grpSpPr>
            <a:xfrm>
              <a:off x="4550400" y="3041655"/>
              <a:ext cx="43200" cy="774690"/>
              <a:chOff x="3385929" y="4336972"/>
              <a:chExt cx="57150" cy="774690"/>
            </a:xfrm>
            <a:grpFill/>
          </p:grpSpPr>
          <p:sp>
            <p:nvSpPr>
              <p:cNvPr id="44" name="Rechteck: abgerundete Ecken 43">
                <a:extLst>
                  <a:ext uri="{FF2B5EF4-FFF2-40B4-BE49-F238E27FC236}">
                    <a16:creationId xmlns:a16="http://schemas.microsoft.com/office/drawing/2014/main" id="{B7282ABD-A0B3-443E-8769-EA499A9DA7B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F921851C-651B-4314-8BD7-3244D5DFFED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E2A40100-B855-461A-A52C-3E65C3E2E27E}"/>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2CF40554-D44D-46D0-A374-40E567830F7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75318698-5E81-4AE3-8371-41C16106D47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0EC4A0F4-E3D8-4412-BB80-4EAC3916B645}"/>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A5C27D18-DDE3-412E-9610-CF0908FEF610}"/>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8F670EEF-32E2-4566-9C51-6D9C078B5ABB}"/>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6705CCB4-4F22-4861-BEC4-6A1DAABFC60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859104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DE73811A-6C42-40C5-8D86-1544F1365E0F}"/>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B6A20C29-1C6F-411A-8A46-773F2C55DF8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A31897BB-1A93-4978-8DEB-7BFEE707D362}"/>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BC65BD9A-439F-4939-8035-C2903261576E}"/>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17BE408F-4F61-4E03-B9AC-E74E04E8F5CD}"/>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CF6A3A16-43AB-4519-BAF9-87B26038EEDC}"/>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3DF3F4EE-A229-40BA-91D6-F5B4DCC1ACE8}"/>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190B5D0B-929A-4FCC-8B93-CF1F9D454313}"/>
              </a:ext>
            </a:extLst>
          </p:cNvPr>
          <p:cNvGrpSpPr>
            <a:grpSpLocks noChangeAspect="1"/>
          </p:cNvGrpSpPr>
          <p:nvPr/>
        </p:nvGrpSpPr>
        <p:grpSpPr>
          <a:xfrm>
            <a:off x="4229042" y="5085184"/>
            <a:ext cx="703217" cy="569327"/>
            <a:chOff x="2228034" y="2144757"/>
            <a:chExt cx="1311628" cy="1061900"/>
          </a:xfrm>
        </p:grpSpPr>
        <p:sp>
          <p:nvSpPr>
            <p:cNvPr id="40" name="Rechteck: abgerundete Ecken 39">
              <a:extLst>
                <a:ext uri="{FF2B5EF4-FFF2-40B4-BE49-F238E27FC236}">
                  <a16:creationId xmlns:a16="http://schemas.microsoft.com/office/drawing/2014/main" id="{6C790912-A664-4598-9C0B-B762A860AA0B}"/>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67313DA8-D0DC-4532-8085-344154713224}"/>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D5DAE762-4F70-43DA-A521-AF9D6034EFB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E5568E0D-4417-445B-B86F-9FDC519E2340}"/>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18E505A5-6D11-413D-BB3F-0F724BDFB936}"/>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C54B6BDA-398E-40CE-879A-43A220863D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58" name="Bogen 57">
            <a:extLst>
              <a:ext uri="{FF2B5EF4-FFF2-40B4-BE49-F238E27FC236}">
                <a16:creationId xmlns:a16="http://schemas.microsoft.com/office/drawing/2014/main" id="{A4C748DD-28E2-4C6A-8FD8-758AA783F6F4}"/>
              </a:ext>
            </a:extLst>
          </p:cNvPr>
          <p:cNvSpPr/>
          <p:nvPr/>
        </p:nvSpPr>
        <p:spPr>
          <a:xfrm rot="12954953" flipH="1" flipV="1">
            <a:off x="4335345" y="2206845"/>
            <a:ext cx="1273272" cy="2633303"/>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0" name="Freihandform: Form 59">
            <a:extLst>
              <a:ext uri="{FF2B5EF4-FFF2-40B4-BE49-F238E27FC236}">
                <a16:creationId xmlns:a16="http://schemas.microsoft.com/office/drawing/2014/main" id="{0D9361B4-5BA6-4641-AB9B-80BCE4497A9E}"/>
              </a:ext>
            </a:extLst>
          </p:cNvPr>
          <p:cNvSpPr/>
          <p:nvPr/>
        </p:nvSpPr>
        <p:spPr>
          <a:xfrm rot="17785914">
            <a:off x="3761060" y="2793162"/>
            <a:ext cx="2889018" cy="1887384"/>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FB009123-E880-4868-8F35-F3F22AD2D96D}"/>
              </a:ext>
            </a:extLst>
          </p:cNvPr>
          <p:cNvGrpSpPr>
            <a:grpSpLocks noChangeAspect="1"/>
          </p:cNvGrpSpPr>
          <p:nvPr/>
        </p:nvGrpSpPr>
        <p:grpSpPr>
          <a:xfrm>
            <a:off x="4431089" y="4090584"/>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9E916DCD-F7FD-4221-809A-0F9BCC6070B2}"/>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285F8E72-8E0A-46FD-96FA-E59CC2855ADA}"/>
                </a:ext>
              </a:extLst>
            </p:cNvPr>
            <p:cNvGrpSpPr/>
            <p:nvPr/>
          </p:nvGrpSpPr>
          <p:grpSpPr>
            <a:xfrm>
              <a:off x="4550400" y="3041655"/>
              <a:ext cx="43200" cy="774690"/>
              <a:chOff x="3385929" y="4336972"/>
              <a:chExt cx="57150" cy="774690"/>
            </a:xfrm>
            <a:grpFill/>
          </p:grpSpPr>
          <p:sp>
            <p:nvSpPr>
              <p:cNvPr id="41" name="Rechteck: abgerundete Ecken 40">
                <a:extLst>
                  <a:ext uri="{FF2B5EF4-FFF2-40B4-BE49-F238E27FC236}">
                    <a16:creationId xmlns:a16="http://schemas.microsoft.com/office/drawing/2014/main" id="{EB419A61-25DE-4829-A617-CAD163D36A4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38C7F1DE-610B-4819-B6CB-DFF675DB731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D2A4C2B4-B203-42E4-B267-A7C98395D6FC}"/>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AE4AC1A0-C360-4743-9763-82F13EA2BE6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E0754EE5-9DD3-4062-8FFF-9AE413DB8F5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FB0D70B8-2A54-4488-99FA-05D6B5D44007}"/>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76CBA235-0DDD-48C5-B918-06469302A093}"/>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630109FF-6374-496A-9435-5C3C7C6E1FD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966D763F-91F6-463C-9BBB-DF4E03E2981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3369180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uppieren 21">
            <a:extLst>
              <a:ext uri="{FF2B5EF4-FFF2-40B4-BE49-F238E27FC236}">
                <a16:creationId xmlns:a16="http://schemas.microsoft.com/office/drawing/2014/main" id="{2C7DD447-4EF2-4588-BC03-CB747283F21E}"/>
              </a:ext>
            </a:extLst>
          </p:cNvPr>
          <p:cNvGrpSpPr>
            <a:grpSpLocks noChangeAspect="1"/>
          </p:cNvGrpSpPr>
          <p:nvPr/>
        </p:nvGrpSpPr>
        <p:grpSpPr>
          <a:xfrm>
            <a:off x="2240650" y="1992882"/>
            <a:ext cx="4680000" cy="2824078"/>
            <a:chOff x="1760400" y="1360800"/>
            <a:chExt cx="5619600" cy="3391047"/>
          </a:xfrm>
        </p:grpSpPr>
        <p:sp>
          <p:nvSpPr>
            <p:cNvPr id="23" name="Flussdiagramm: Verbinder 22">
              <a:extLst>
                <a:ext uri="{FF2B5EF4-FFF2-40B4-BE49-F238E27FC236}">
                  <a16:creationId xmlns:a16="http://schemas.microsoft.com/office/drawing/2014/main" id="{47B1AECE-7556-4B14-9255-2386FEA77D68}"/>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4" name="Flussdiagramm: Verbinder 23">
              <a:extLst>
                <a:ext uri="{FF2B5EF4-FFF2-40B4-BE49-F238E27FC236}">
                  <a16:creationId xmlns:a16="http://schemas.microsoft.com/office/drawing/2014/main" id="{89D27765-4594-4B33-ADB6-2D4EED1C7AC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Flussdiagramm: Verbinder 24">
              <a:extLst>
                <a:ext uri="{FF2B5EF4-FFF2-40B4-BE49-F238E27FC236}">
                  <a16:creationId xmlns:a16="http://schemas.microsoft.com/office/drawing/2014/main" id="{90A4505E-DD77-44A9-919E-AE271DBF8889}"/>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Flussdiagramm: Verbinder 25">
              <a:extLst>
                <a:ext uri="{FF2B5EF4-FFF2-40B4-BE49-F238E27FC236}">
                  <a16:creationId xmlns:a16="http://schemas.microsoft.com/office/drawing/2014/main" id="{A3A8D6F7-676E-4089-830E-A191E1705EC0}"/>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Flussdiagramm: Verbinder 26">
              <a:extLst>
                <a:ext uri="{FF2B5EF4-FFF2-40B4-BE49-F238E27FC236}">
                  <a16:creationId xmlns:a16="http://schemas.microsoft.com/office/drawing/2014/main" id="{DE6C2FFD-AFF2-47D8-9D92-15942E2972E5}"/>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Flussdiagramm: Verbinder 27">
              <a:extLst>
                <a:ext uri="{FF2B5EF4-FFF2-40B4-BE49-F238E27FC236}">
                  <a16:creationId xmlns:a16="http://schemas.microsoft.com/office/drawing/2014/main" id="{CCCEC9E9-5204-4D3C-842F-848A438B5B54}"/>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39" name="Gruppieren 38">
            <a:extLst>
              <a:ext uri="{FF2B5EF4-FFF2-40B4-BE49-F238E27FC236}">
                <a16:creationId xmlns:a16="http://schemas.microsoft.com/office/drawing/2014/main" id="{B0EB9781-CE7C-4B40-97AF-5FF94F16FB83}"/>
              </a:ext>
            </a:extLst>
          </p:cNvPr>
          <p:cNvGrpSpPr>
            <a:grpSpLocks noChangeAspect="1"/>
          </p:cNvGrpSpPr>
          <p:nvPr/>
        </p:nvGrpSpPr>
        <p:grpSpPr>
          <a:xfrm>
            <a:off x="7155662" y="3357170"/>
            <a:ext cx="703217" cy="569327"/>
            <a:chOff x="2228034" y="2144757"/>
            <a:chExt cx="1311628" cy="1061900"/>
          </a:xfrm>
        </p:grpSpPr>
        <p:sp>
          <p:nvSpPr>
            <p:cNvPr id="40" name="Rechteck: abgerundete Ecken 39">
              <a:extLst>
                <a:ext uri="{FF2B5EF4-FFF2-40B4-BE49-F238E27FC236}">
                  <a16:creationId xmlns:a16="http://schemas.microsoft.com/office/drawing/2014/main" id="{0640A298-AC8C-492C-9035-729BB20B26A9}"/>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42" name="Gruppieren 41">
              <a:extLst>
                <a:ext uri="{FF2B5EF4-FFF2-40B4-BE49-F238E27FC236}">
                  <a16:creationId xmlns:a16="http://schemas.microsoft.com/office/drawing/2014/main" id="{B7838373-2267-4244-89D4-243C020C180A}"/>
                </a:ext>
              </a:extLst>
            </p:cNvPr>
            <p:cNvGrpSpPr>
              <a:grpSpLocks noChangeAspect="1"/>
            </p:cNvGrpSpPr>
            <p:nvPr/>
          </p:nvGrpSpPr>
          <p:grpSpPr>
            <a:xfrm>
              <a:off x="2702911" y="2190589"/>
              <a:ext cx="322289" cy="322289"/>
              <a:chOff x="1088874" y="1937857"/>
              <a:chExt cx="914400" cy="914400"/>
            </a:xfrm>
          </p:grpSpPr>
          <p:sp>
            <p:nvSpPr>
              <p:cNvPr id="44" name="Bogen 43">
                <a:extLst>
                  <a:ext uri="{FF2B5EF4-FFF2-40B4-BE49-F238E27FC236}">
                    <a16:creationId xmlns:a16="http://schemas.microsoft.com/office/drawing/2014/main" id="{7EBB20AD-0E29-4D0F-BA9A-445E7029424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5" name="Bogen 44">
                <a:extLst>
                  <a:ext uri="{FF2B5EF4-FFF2-40B4-BE49-F238E27FC236}">
                    <a16:creationId xmlns:a16="http://schemas.microsoft.com/office/drawing/2014/main" id="{81D183CA-6B7E-4820-85D7-2C1F898E0031}"/>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6" name="Bogen 45">
                <a:extLst>
                  <a:ext uri="{FF2B5EF4-FFF2-40B4-BE49-F238E27FC236}">
                    <a16:creationId xmlns:a16="http://schemas.microsoft.com/office/drawing/2014/main" id="{46809D3A-52C6-4320-A385-4096D09BFF45}"/>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43" name="Grafik 42" descr="Nach rechts zeigender Finger, Handrücken mit einfarbiger Füllung">
              <a:extLst>
                <a:ext uri="{FF2B5EF4-FFF2-40B4-BE49-F238E27FC236}">
                  <a16:creationId xmlns:a16="http://schemas.microsoft.com/office/drawing/2014/main" id="{EAE08E8D-6C8D-488E-8005-AAC9279967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60" name="Bogen 59">
            <a:extLst>
              <a:ext uri="{FF2B5EF4-FFF2-40B4-BE49-F238E27FC236}">
                <a16:creationId xmlns:a16="http://schemas.microsoft.com/office/drawing/2014/main" id="{F4A8435A-2483-4761-874A-90AB4B6A746C}"/>
              </a:ext>
            </a:extLst>
          </p:cNvPr>
          <p:cNvSpPr/>
          <p:nvPr/>
        </p:nvSpPr>
        <p:spPr>
          <a:xfrm rot="2886420" flipV="1">
            <a:off x="4871337" y="2414811"/>
            <a:ext cx="1359447" cy="2579112"/>
          </a:xfrm>
          <a:prstGeom prst="arc">
            <a:avLst>
              <a:gd name="adj1" fmla="val 16591373"/>
              <a:gd name="adj2" fmla="val 3381995"/>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61" name="Freihandform: Form 60">
            <a:extLst>
              <a:ext uri="{FF2B5EF4-FFF2-40B4-BE49-F238E27FC236}">
                <a16:creationId xmlns:a16="http://schemas.microsoft.com/office/drawing/2014/main" id="{61E65DDE-9752-4C1F-87F9-3FFAA196326B}"/>
              </a:ext>
            </a:extLst>
          </p:cNvPr>
          <p:cNvSpPr/>
          <p:nvPr/>
        </p:nvSpPr>
        <p:spPr>
          <a:xfrm rot="19643047">
            <a:off x="4436714" y="3238377"/>
            <a:ext cx="2673050" cy="1595949"/>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dirty="0"/>
          </a:p>
        </p:txBody>
      </p:sp>
      <p:grpSp>
        <p:nvGrpSpPr>
          <p:cNvPr id="29" name="Gruppieren 28">
            <a:extLst>
              <a:ext uri="{FF2B5EF4-FFF2-40B4-BE49-F238E27FC236}">
                <a16:creationId xmlns:a16="http://schemas.microsoft.com/office/drawing/2014/main" id="{610C659D-B033-44FE-B8D3-683B411F5C6B}"/>
              </a:ext>
            </a:extLst>
          </p:cNvPr>
          <p:cNvGrpSpPr>
            <a:grpSpLocks noChangeAspect="1"/>
          </p:cNvGrpSpPr>
          <p:nvPr/>
        </p:nvGrpSpPr>
        <p:grpSpPr>
          <a:xfrm>
            <a:off x="6537071" y="2838899"/>
            <a:ext cx="648998" cy="722886"/>
            <a:chOff x="4184655" y="1692997"/>
            <a:chExt cx="1906332" cy="2123348"/>
          </a:xfrm>
          <a:solidFill>
            <a:schemeClr val="accent5">
              <a:lumMod val="60000"/>
              <a:lumOff val="40000"/>
            </a:schemeClr>
          </a:solidFill>
        </p:grpSpPr>
        <p:pic>
          <p:nvPicPr>
            <p:cNvPr id="30" name="Grafik 29" descr="Bleistift mit einfarbiger Füllung">
              <a:extLst>
                <a:ext uri="{FF2B5EF4-FFF2-40B4-BE49-F238E27FC236}">
                  <a16:creationId xmlns:a16="http://schemas.microsoft.com/office/drawing/2014/main" id="{90A938D0-E761-4A8E-89FD-8EBD542CB1C4}"/>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1" name="Gruppieren 30">
              <a:extLst>
                <a:ext uri="{FF2B5EF4-FFF2-40B4-BE49-F238E27FC236}">
                  <a16:creationId xmlns:a16="http://schemas.microsoft.com/office/drawing/2014/main" id="{4D4B9834-7657-46EF-9C7D-8510D40D915B}"/>
                </a:ext>
              </a:extLst>
            </p:cNvPr>
            <p:cNvGrpSpPr/>
            <p:nvPr/>
          </p:nvGrpSpPr>
          <p:grpSpPr>
            <a:xfrm>
              <a:off x="4550400" y="3041655"/>
              <a:ext cx="43200" cy="774690"/>
              <a:chOff x="3385929" y="4336972"/>
              <a:chExt cx="57150" cy="774690"/>
            </a:xfrm>
            <a:grpFill/>
          </p:grpSpPr>
          <p:sp>
            <p:nvSpPr>
              <p:cNvPr id="41" name="Rechteck: abgerundete Ecken 40">
                <a:extLst>
                  <a:ext uri="{FF2B5EF4-FFF2-40B4-BE49-F238E27FC236}">
                    <a16:creationId xmlns:a16="http://schemas.microsoft.com/office/drawing/2014/main" id="{F3F07522-9E32-49BB-80B6-B8BF261DBCE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57" name="Rechteck: abgerundete Ecken 56">
                <a:extLst>
                  <a:ext uri="{FF2B5EF4-FFF2-40B4-BE49-F238E27FC236}">
                    <a16:creationId xmlns:a16="http://schemas.microsoft.com/office/drawing/2014/main" id="{32778A1D-6644-4A24-A31F-64BF7909F0AB}"/>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2" name="Gruppieren 31">
              <a:extLst>
                <a:ext uri="{FF2B5EF4-FFF2-40B4-BE49-F238E27FC236}">
                  <a16:creationId xmlns:a16="http://schemas.microsoft.com/office/drawing/2014/main" id="{3208187B-CF1E-4228-9E55-C3E4B9BE901E}"/>
                </a:ext>
              </a:extLst>
            </p:cNvPr>
            <p:cNvGrpSpPr/>
            <p:nvPr/>
          </p:nvGrpSpPr>
          <p:grpSpPr>
            <a:xfrm rot="5400000">
              <a:off x="4550400" y="3041655"/>
              <a:ext cx="43200" cy="774690"/>
              <a:chOff x="3385929" y="4336972"/>
              <a:chExt cx="57150" cy="774690"/>
            </a:xfrm>
            <a:grpFill/>
          </p:grpSpPr>
          <p:sp>
            <p:nvSpPr>
              <p:cNvPr id="37" name="Rechteck: abgerundete Ecken 36">
                <a:extLst>
                  <a:ext uri="{FF2B5EF4-FFF2-40B4-BE49-F238E27FC236}">
                    <a16:creationId xmlns:a16="http://schemas.microsoft.com/office/drawing/2014/main" id="{DC24AF54-05B5-4568-814D-D612AC353A7E}"/>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8" name="Rechteck: abgerundete Ecken 37">
                <a:extLst>
                  <a:ext uri="{FF2B5EF4-FFF2-40B4-BE49-F238E27FC236}">
                    <a16:creationId xmlns:a16="http://schemas.microsoft.com/office/drawing/2014/main" id="{27480802-D54F-4EEB-A82C-15E9FD99FF11}"/>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3" name="Rechteck: abgerundete Ecken 32">
              <a:extLst>
                <a:ext uri="{FF2B5EF4-FFF2-40B4-BE49-F238E27FC236}">
                  <a16:creationId xmlns:a16="http://schemas.microsoft.com/office/drawing/2014/main" id="{1BACCD86-ED97-45C6-A46F-244AEDA71944}"/>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4" name="Gruppieren 33">
              <a:extLst>
                <a:ext uri="{FF2B5EF4-FFF2-40B4-BE49-F238E27FC236}">
                  <a16:creationId xmlns:a16="http://schemas.microsoft.com/office/drawing/2014/main" id="{477FEF24-F321-43F2-9FEE-7F8E21FF9FD7}"/>
                </a:ext>
              </a:extLst>
            </p:cNvPr>
            <p:cNvGrpSpPr/>
            <p:nvPr/>
          </p:nvGrpSpPr>
          <p:grpSpPr>
            <a:xfrm rot="8100000">
              <a:off x="4550400" y="3041655"/>
              <a:ext cx="43200" cy="774690"/>
              <a:chOff x="3385929" y="4336972"/>
              <a:chExt cx="57150" cy="774690"/>
            </a:xfrm>
            <a:grpFill/>
          </p:grpSpPr>
          <p:sp>
            <p:nvSpPr>
              <p:cNvPr id="35" name="Rechteck: abgerundete Ecken 34">
                <a:extLst>
                  <a:ext uri="{FF2B5EF4-FFF2-40B4-BE49-F238E27FC236}">
                    <a16:creationId xmlns:a16="http://schemas.microsoft.com/office/drawing/2014/main" id="{31147DC9-8E97-45B9-9C28-CAAF10E8A53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6" name="Rechteck: abgerundete Ecken 35">
                <a:extLst>
                  <a:ext uri="{FF2B5EF4-FFF2-40B4-BE49-F238E27FC236}">
                    <a16:creationId xmlns:a16="http://schemas.microsoft.com/office/drawing/2014/main" id="{2CA3FAA3-15E9-4508-882A-8C0DB0AAC73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4133003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uppieren 51">
            <a:extLst>
              <a:ext uri="{FF2B5EF4-FFF2-40B4-BE49-F238E27FC236}">
                <a16:creationId xmlns:a16="http://schemas.microsoft.com/office/drawing/2014/main" id="{4E9D8790-7B02-4077-9689-E4612DA4C070}"/>
              </a:ext>
            </a:extLst>
          </p:cNvPr>
          <p:cNvGrpSpPr>
            <a:grpSpLocks noChangeAspect="1"/>
          </p:cNvGrpSpPr>
          <p:nvPr/>
        </p:nvGrpSpPr>
        <p:grpSpPr>
          <a:xfrm>
            <a:off x="2240650" y="1992882"/>
            <a:ext cx="4680000" cy="2824078"/>
            <a:chOff x="1760400" y="1360800"/>
            <a:chExt cx="5619600" cy="3391047"/>
          </a:xfrm>
        </p:grpSpPr>
        <p:sp>
          <p:nvSpPr>
            <p:cNvPr id="53" name="Flussdiagramm: Verbinder 52">
              <a:extLst>
                <a:ext uri="{FF2B5EF4-FFF2-40B4-BE49-F238E27FC236}">
                  <a16:creationId xmlns:a16="http://schemas.microsoft.com/office/drawing/2014/main" id="{31A2C334-AE8A-4FB4-9A2F-2BDD1EDD1D8C}"/>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4" name="Flussdiagramm: Verbinder 53">
              <a:extLst>
                <a:ext uri="{FF2B5EF4-FFF2-40B4-BE49-F238E27FC236}">
                  <a16:creationId xmlns:a16="http://schemas.microsoft.com/office/drawing/2014/main" id="{283996C4-C5BB-43FF-9C97-74EB6A7DB9C8}"/>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Flussdiagramm: Verbinder 54">
              <a:extLst>
                <a:ext uri="{FF2B5EF4-FFF2-40B4-BE49-F238E27FC236}">
                  <a16:creationId xmlns:a16="http://schemas.microsoft.com/office/drawing/2014/main" id="{F72D6DAE-55BA-4ED7-8264-2DECFEB64CEC}"/>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6" name="Flussdiagramm: Verbinder 55">
              <a:extLst>
                <a:ext uri="{FF2B5EF4-FFF2-40B4-BE49-F238E27FC236}">
                  <a16:creationId xmlns:a16="http://schemas.microsoft.com/office/drawing/2014/main" id="{4FD20884-82B2-4B5C-A40A-FC93F5E85AD7}"/>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7" name="Flussdiagramm: Verbinder 56">
              <a:extLst>
                <a:ext uri="{FF2B5EF4-FFF2-40B4-BE49-F238E27FC236}">
                  <a16:creationId xmlns:a16="http://schemas.microsoft.com/office/drawing/2014/main" id="{DEA7B126-7078-41A0-A604-92DC1BAFF90B}"/>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Flussdiagramm: Verbinder 57">
              <a:extLst>
                <a:ext uri="{FF2B5EF4-FFF2-40B4-BE49-F238E27FC236}">
                  <a16:creationId xmlns:a16="http://schemas.microsoft.com/office/drawing/2014/main" id="{3E0B8CE5-1044-4FBD-8F73-A5F002CE46A9}"/>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71" name="Gruppieren 70">
            <a:extLst>
              <a:ext uri="{FF2B5EF4-FFF2-40B4-BE49-F238E27FC236}">
                <a16:creationId xmlns:a16="http://schemas.microsoft.com/office/drawing/2014/main" id="{8E22F615-BF9E-4946-89E9-C4FE373D8A15}"/>
              </a:ext>
            </a:extLst>
          </p:cNvPr>
          <p:cNvGrpSpPr>
            <a:grpSpLocks noChangeAspect="1"/>
          </p:cNvGrpSpPr>
          <p:nvPr/>
        </p:nvGrpSpPr>
        <p:grpSpPr>
          <a:xfrm>
            <a:off x="4229042" y="5085184"/>
            <a:ext cx="703217" cy="569327"/>
            <a:chOff x="2228034" y="2144757"/>
            <a:chExt cx="1311628" cy="1061900"/>
          </a:xfrm>
        </p:grpSpPr>
        <p:sp>
          <p:nvSpPr>
            <p:cNvPr id="72" name="Rechteck: abgerundete Ecken 71">
              <a:extLst>
                <a:ext uri="{FF2B5EF4-FFF2-40B4-BE49-F238E27FC236}">
                  <a16:creationId xmlns:a16="http://schemas.microsoft.com/office/drawing/2014/main" id="{E1317924-E11F-4EAE-B47A-1FDC7C2C4F02}"/>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73" name="Gruppieren 72">
              <a:extLst>
                <a:ext uri="{FF2B5EF4-FFF2-40B4-BE49-F238E27FC236}">
                  <a16:creationId xmlns:a16="http://schemas.microsoft.com/office/drawing/2014/main" id="{5F29F8B8-1A22-40A1-81EA-C37437744A74}"/>
                </a:ext>
              </a:extLst>
            </p:cNvPr>
            <p:cNvGrpSpPr>
              <a:grpSpLocks noChangeAspect="1"/>
            </p:cNvGrpSpPr>
            <p:nvPr/>
          </p:nvGrpSpPr>
          <p:grpSpPr>
            <a:xfrm>
              <a:off x="2702911" y="2190589"/>
              <a:ext cx="322289" cy="322289"/>
              <a:chOff x="1088874" y="1937857"/>
              <a:chExt cx="914400" cy="914400"/>
            </a:xfrm>
          </p:grpSpPr>
          <p:sp>
            <p:nvSpPr>
              <p:cNvPr id="75" name="Bogen 74">
                <a:extLst>
                  <a:ext uri="{FF2B5EF4-FFF2-40B4-BE49-F238E27FC236}">
                    <a16:creationId xmlns:a16="http://schemas.microsoft.com/office/drawing/2014/main" id="{4DA56971-28D7-44EA-BC33-4F2A043F7520}"/>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76" name="Bogen 75">
                <a:extLst>
                  <a:ext uri="{FF2B5EF4-FFF2-40B4-BE49-F238E27FC236}">
                    <a16:creationId xmlns:a16="http://schemas.microsoft.com/office/drawing/2014/main" id="{AED690C3-2D96-4940-B950-91A7CFA0D875}"/>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77" name="Bogen 76">
                <a:extLst>
                  <a:ext uri="{FF2B5EF4-FFF2-40B4-BE49-F238E27FC236}">
                    <a16:creationId xmlns:a16="http://schemas.microsoft.com/office/drawing/2014/main" id="{4B1E9BB6-62BC-4F4E-93E4-58CA5A4F5200}"/>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74" name="Grafik 73" descr="Nach rechts zeigender Finger, Handrücken mit einfarbiger Füllung">
              <a:extLst>
                <a:ext uri="{FF2B5EF4-FFF2-40B4-BE49-F238E27FC236}">
                  <a16:creationId xmlns:a16="http://schemas.microsoft.com/office/drawing/2014/main" id="{AF5D2F12-55DF-404B-AF3F-93BB22A3C1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80" name="Bogen 79">
            <a:extLst>
              <a:ext uri="{FF2B5EF4-FFF2-40B4-BE49-F238E27FC236}">
                <a16:creationId xmlns:a16="http://schemas.microsoft.com/office/drawing/2014/main" id="{77E9C146-839C-4A63-9C01-5E15FB925A95}"/>
              </a:ext>
            </a:extLst>
          </p:cNvPr>
          <p:cNvSpPr/>
          <p:nvPr/>
        </p:nvSpPr>
        <p:spPr>
          <a:xfrm rot="14691876" flipH="1" flipV="1">
            <a:off x="4838876" y="2567361"/>
            <a:ext cx="1273272" cy="2633303"/>
          </a:xfrm>
          <a:prstGeom prst="arc">
            <a:avLst>
              <a:gd name="adj1" fmla="val 16591373"/>
              <a:gd name="adj2" fmla="val 3902209"/>
            </a:avLst>
          </a:prstGeom>
          <a:ln w="41275">
            <a:solidFill>
              <a:schemeClr val="accent5">
                <a:lumMod val="60000"/>
                <a:lumOff val="40000"/>
              </a:schemeClr>
            </a:solidFill>
            <a:prstDash val="sysDot"/>
            <a:headEnd w="sm" len="sm"/>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dirty="0"/>
          </a:p>
        </p:txBody>
      </p:sp>
      <p:sp>
        <p:nvSpPr>
          <p:cNvPr id="82" name="Freihandform: Form 81">
            <a:extLst>
              <a:ext uri="{FF2B5EF4-FFF2-40B4-BE49-F238E27FC236}">
                <a16:creationId xmlns:a16="http://schemas.microsoft.com/office/drawing/2014/main" id="{9F7BB7CB-3A0F-4C97-8F03-F24D9CA6FC65}"/>
              </a:ext>
            </a:extLst>
          </p:cNvPr>
          <p:cNvSpPr/>
          <p:nvPr/>
        </p:nvSpPr>
        <p:spPr>
          <a:xfrm rot="19530213">
            <a:off x="4261610" y="3289220"/>
            <a:ext cx="2734487" cy="1738140"/>
          </a:xfrm>
          <a:custGeom>
            <a:avLst/>
            <a:gdLst>
              <a:gd name="connsiteX0" fmla="*/ 647700 w 742950"/>
              <a:gd name="connsiteY0" fmla="*/ 171450 h 504825"/>
              <a:gd name="connsiteX1" fmla="*/ 625793 w 742950"/>
              <a:gd name="connsiteY1" fmla="*/ 174308 h 504825"/>
              <a:gd name="connsiteX2" fmla="*/ 628650 w 742950"/>
              <a:gd name="connsiteY2" fmla="*/ 152400 h 504825"/>
              <a:gd name="connsiteX3" fmla="*/ 533400 w 742950"/>
              <a:gd name="connsiteY3" fmla="*/ 57150 h 504825"/>
              <a:gd name="connsiteX4" fmla="*/ 474345 w 742950"/>
              <a:gd name="connsiteY4" fmla="*/ 77153 h 504825"/>
              <a:gd name="connsiteX5" fmla="*/ 381000 w 742950"/>
              <a:gd name="connsiteY5" fmla="*/ 0 h 504825"/>
              <a:gd name="connsiteX6" fmla="*/ 288608 w 742950"/>
              <a:gd name="connsiteY6" fmla="*/ 71438 h 504825"/>
              <a:gd name="connsiteX7" fmla="*/ 209550 w 742950"/>
              <a:gd name="connsiteY7" fmla="*/ 28575 h 504825"/>
              <a:gd name="connsiteX8" fmla="*/ 114300 w 742950"/>
              <a:gd name="connsiteY8" fmla="*/ 123825 h 504825"/>
              <a:gd name="connsiteX9" fmla="*/ 117157 w 742950"/>
              <a:gd name="connsiteY9" fmla="*/ 145733 h 504825"/>
              <a:gd name="connsiteX10" fmla="*/ 95250 w 742950"/>
              <a:gd name="connsiteY10" fmla="*/ 142875 h 504825"/>
              <a:gd name="connsiteX11" fmla="*/ 0 w 742950"/>
              <a:gd name="connsiteY11" fmla="*/ 238125 h 504825"/>
              <a:gd name="connsiteX12" fmla="*/ 95250 w 742950"/>
              <a:gd name="connsiteY12" fmla="*/ 333375 h 504825"/>
              <a:gd name="connsiteX13" fmla="*/ 96203 w 742950"/>
              <a:gd name="connsiteY13" fmla="*/ 333375 h 504825"/>
              <a:gd name="connsiteX14" fmla="*/ 190500 w 742950"/>
              <a:gd name="connsiteY14" fmla="*/ 419100 h 504825"/>
              <a:gd name="connsiteX15" fmla="*/ 248602 w 742950"/>
              <a:gd name="connsiteY15" fmla="*/ 399098 h 504825"/>
              <a:gd name="connsiteX16" fmla="*/ 247650 w 742950"/>
              <a:gd name="connsiteY16" fmla="*/ 409575 h 504825"/>
              <a:gd name="connsiteX17" fmla="*/ 342900 w 742950"/>
              <a:gd name="connsiteY17" fmla="*/ 504825 h 504825"/>
              <a:gd name="connsiteX18" fmla="*/ 438150 w 742950"/>
              <a:gd name="connsiteY18" fmla="*/ 418148 h 504825"/>
              <a:gd name="connsiteX19" fmla="*/ 514350 w 742950"/>
              <a:gd name="connsiteY19" fmla="*/ 457200 h 504825"/>
              <a:gd name="connsiteX20" fmla="*/ 609600 w 742950"/>
              <a:gd name="connsiteY20" fmla="*/ 361950 h 504825"/>
              <a:gd name="connsiteX21" fmla="*/ 609600 w 742950"/>
              <a:gd name="connsiteY21" fmla="*/ 353378 h 504825"/>
              <a:gd name="connsiteX22" fmla="*/ 647700 w 742950"/>
              <a:gd name="connsiteY22" fmla="*/ 361950 h 504825"/>
              <a:gd name="connsiteX23" fmla="*/ 742950 w 742950"/>
              <a:gd name="connsiteY23" fmla="*/ 266700 h 504825"/>
              <a:gd name="connsiteX24" fmla="*/ 647700 w 742950"/>
              <a:gd name="connsiteY24" fmla="*/ 1714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2950" h="504825">
                <a:moveTo>
                  <a:pt x="647700" y="171450"/>
                </a:moveTo>
                <a:cubicBezTo>
                  <a:pt x="640080" y="171450"/>
                  <a:pt x="633413" y="172403"/>
                  <a:pt x="625793" y="174308"/>
                </a:cubicBezTo>
                <a:cubicBezTo>
                  <a:pt x="627698" y="167640"/>
                  <a:pt x="628650" y="160020"/>
                  <a:pt x="628650" y="152400"/>
                </a:cubicBezTo>
                <a:cubicBezTo>
                  <a:pt x="628650" y="100013"/>
                  <a:pt x="585788" y="57150"/>
                  <a:pt x="533400" y="57150"/>
                </a:cubicBezTo>
                <a:cubicBezTo>
                  <a:pt x="511493" y="57150"/>
                  <a:pt x="490538" y="64770"/>
                  <a:pt x="474345" y="77153"/>
                </a:cubicBezTo>
                <a:cubicBezTo>
                  <a:pt x="466725" y="33338"/>
                  <a:pt x="427673" y="0"/>
                  <a:pt x="381000" y="0"/>
                </a:cubicBezTo>
                <a:cubicBezTo>
                  <a:pt x="337185" y="0"/>
                  <a:pt x="300038" y="30480"/>
                  <a:pt x="288608" y="71438"/>
                </a:cubicBezTo>
                <a:cubicBezTo>
                  <a:pt x="271463" y="45720"/>
                  <a:pt x="242888" y="28575"/>
                  <a:pt x="209550" y="28575"/>
                </a:cubicBezTo>
                <a:cubicBezTo>
                  <a:pt x="157163" y="28575"/>
                  <a:pt x="114300" y="71438"/>
                  <a:pt x="114300" y="123825"/>
                </a:cubicBezTo>
                <a:cubicBezTo>
                  <a:pt x="114300" y="131445"/>
                  <a:pt x="115253" y="138113"/>
                  <a:pt x="117157" y="145733"/>
                </a:cubicBezTo>
                <a:cubicBezTo>
                  <a:pt x="109538" y="143828"/>
                  <a:pt x="102870" y="142875"/>
                  <a:pt x="95250" y="142875"/>
                </a:cubicBezTo>
                <a:cubicBezTo>
                  <a:pt x="42863" y="142875"/>
                  <a:pt x="0" y="185738"/>
                  <a:pt x="0" y="238125"/>
                </a:cubicBezTo>
                <a:cubicBezTo>
                  <a:pt x="0" y="290513"/>
                  <a:pt x="42863" y="333375"/>
                  <a:pt x="95250" y="333375"/>
                </a:cubicBezTo>
                <a:cubicBezTo>
                  <a:pt x="95250" y="333375"/>
                  <a:pt x="95250" y="333375"/>
                  <a:pt x="96203" y="333375"/>
                </a:cubicBezTo>
                <a:cubicBezTo>
                  <a:pt x="100965" y="381953"/>
                  <a:pt x="141923" y="419100"/>
                  <a:pt x="190500" y="419100"/>
                </a:cubicBezTo>
                <a:cubicBezTo>
                  <a:pt x="212408" y="419100"/>
                  <a:pt x="232410" y="411480"/>
                  <a:pt x="248602" y="399098"/>
                </a:cubicBezTo>
                <a:cubicBezTo>
                  <a:pt x="248602" y="401955"/>
                  <a:pt x="247650" y="405765"/>
                  <a:pt x="247650" y="409575"/>
                </a:cubicBezTo>
                <a:cubicBezTo>
                  <a:pt x="247650" y="461963"/>
                  <a:pt x="290513" y="504825"/>
                  <a:pt x="342900" y="504825"/>
                </a:cubicBezTo>
                <a:cubicBezTo>
                  <a:pt x="392430" y="504825"/>
                  <a:pt x="433388" y="466725"/>
                  <a:pt x="438150" y="418148"/>
                </a:cubicBezTo>
                <a:cubicBezTo>
                  <a:pt x="455295" y="441960"/>
                  <a:pt x="482918" y="457200"/>
                  <a:pt x="514350" y="457200"/>
                </a:cubicBezTo>
                <a:cubicBezTo>
                  <a:pt x="566738" y="457200"/>
                  <a:pt x="609600" y="414338"/>
                  <a:pt x="609600" y="361950"/>
                </a:cubicBezTo>
                <a:cubicBezTo>
                  <a:pt x="609600" y="359093"/>
                  <a:pt x="609600" y="356235"/>
                  <a:pt x="609600" y="353378"/>
                </a:cubicBezTo>
                <a:cubicBezTo>
                  <a:pt x="621030" y="358140"/>
                  <a:pt x="634365" y="361950"/>
                  <a:pt x="647700" y="361950"/>
                </a:cubicBezTo>
                <a:cubicBezTo>
                  <a:pt x="700088" y="361950"/>
                  <a:pt x="742950" y="319088"/>
                  <a:pt x="742950" y="266700"/>
                </a:cubicBezTo>
                <a:cubicBezTo>
                  <a:pt x="742950" y="214313"/>
                  <a:pt x="700088" y="171450"/>
                  <a:pt x="647700" y="171450"/>
                </a:cubicBezTo>
                <a:close/>
              </a:path>
            </a:pathLst>
          </a:custGeom>
          <a:noFill/>
          <a:ln w="19050" cap="flat">
            <a:solidFill>
              <a:schemeClr val="accent5">
                <a:lumMod val="60000"/>
                <a:lumOff val="40000"/>
              </a:schemeClr>
            </a:solidFill>
            <a:prstDash val="solid"/>
            <a:miter/>
          </a:ln>
        </p:spPr>
        <p:txBody>
          <a:bodyPr rtlCol="0" anchor="ctr"/>
          <a:lstStyle/>
          <a:p>
            <a:endParaRPr lang="de-AT"/>
          </a:p>
        </p:txBody>
      </p:sp>
      <p:grpSp>
        <p:nvGrpSpPr>
          <p:cNvPr id="28" name="Gruppieren 27">
            <a:extLst>
              <a:ext uri="{FF2B5EF4-FFF2-40B4-BE49-F238E27FC236}">
                <a16:creationId xmlns:a16="http://schemas.microsoft.com/office/drawing/2014/main" id="{9295479A-475A-4195-8181-C9300E5CA6A2}"/>
              </a:ext>
            </a:extLst>
          </p:cNvPr>
          <p:cNvGrpSpPr>
            <a:grpSpLocks noChangeAspect="1"/>
          </p:cNvGrpSpPr>
          <p:nvPr/>
        </p:nvGrpSpPr>
        <p:grpSpPr>
          <a:xfrm>
            <a:off x="4446855" y="4090584"/>
            <a:ext cx="648998" cy="722886"/>
            <a:chOff x="4184655" y="1692997"/>
            <a:chExt cx="1906332" cy="2123348"/>
          </a:xfrm>
          <a:solidFill>
            <a:schemeClr val="accent5">
              <a:lumMod val="60000"/>
              <a:lumOff val="40000"/>
            </a:schemeClr>
          </a:solidFill>
        </p:grpSpPr>
        <p:pic>
          <p:nvPicPr>
            <p:cNvPr id="29" name="Grafik 28" descr="Bleistift mit einfarbiger Füllung">
              <a:extLst>
                <a:ext uri="{FF2B5EF4-FFF2-40B4-BE49-F238E27FC236}">
                  <a16:creationId xmlns:a16="http://schemas.microsoft.com/office/drawing/2014/main" id="{78065140-8B0A-48C4-BEFE-914791A85BCB}"/>
                </a:ext>
              </a:extLst>
            </p:cNvPr>
            <p:cNvPicPr preferRelativeResize="0">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085753">
              <a:off x="4326104" y="1692997"/>
              <a:ext cx="1764883" cy="1764000"/>
            </a:xfrm>
            <a:prstGeom prst="rect">
              <a:avLst/>
            </a:prstGeom>
          </p:spPr>
        </p:pic>
        <p:grpSp>
          <p:nvGrpSpPr>
            <p:cNvPr id="30" name="Gruppieren 29">
              <a:extLst>
                <a:ext uri="{FF2B5EF4-FFF2-40B4-BE49-F238E27FC236}">
                  <a16:creationId xmlns:a16="http://schemas.microsoft.com/office/drawing/2014/main" id="{8426DD17-DC40-40C9-8CB0-4D2547E9CE6F}"/>
                </a:ext>
              </a:extLst>
            </p:cNvPr>
            <p:cNvGrpSpPr/>
            <p:nvPr/>
          </p:nvGrpSpPr>
          <p:grpSpPr>
            <a:xfrm>
              <a:off x="4550400" y="3041655"/>
              <a:ext cx="43200" cy="774690"/>
              <a:chOff x="3385929" y="4336972"/>
              <a:chExt cx="57150" cy="774690"/>
            </a:xfrm>
            <a:grpFill/>
          </p:grpSpPr>
          <p:sp>
            <p:nvSpPr>
              <p:cNvPr id="38" name="Rechteck: abgerundete Ecken 37">
                <a:extLst>
                  <a:ext uri="{FF2B5EF4-FFF2-40B4-BE49-F238E27FC236}">
                    <a16:creationId xmlns:a16="http://schemas.microsoft.com/office/drawing/2014/main" id="{D5F8B6BA-0302-4B7E-B9B0-6B769786253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9" name="Rechteck: abgerundete Ecken 38">
                <a:extLst>
                  <a:ext uri="{FF2B5EF4-FFF2-40B4-BE49-F238E27FC236}">
                    <a16:creationId xmlns:a16="http://schemas.microsoft.com/office/drawing/2014/main" id="{78B73334-805F-4DBF-A011-87228E5B04D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31" name="Gruppieren 30">
              <a:extLst>
                <a:ext uri="{FF2B5EF4-FFF2-40B4-BE49-F238E27FC236}">
                  <a16:creationId xmlns:a16="http://schemas.microsoft.com/office/drawing/2014/main" id="{31B521D5-310F-4672-AA48-66A55E571487}"/>
                </a:ext>
              </a:extLst>
            </p:cNvPr>
            <p:cNvGrpSpPr/>
            <p:nvPr/>
          </p:nvGrpSpPr>
          <p:grpSpPr>
            <a:xfrm rot="5400000">
              <a:off x="4550400" y="3041655"/>
              <a:ext cx="43200" cy="774690"/>
              <a:chOff x="3385929" y="4336972"/>
              <a:chExt cx="57150" cy="774690"/>
            </a:xfrm>
            <a:grpFill/>
          </p:grpSpPr>
          <p:sp>
            <p:nvSpPr>
              <p:cNvPr id="36" name="Rechteck: abgerundete Ecken 35">
                <a:extLst>
                  <a:ext uri="{FF2B5EF4-FFF2-40B4-BE49-F238E27FC236}">
                    <a16:creationId xmlns:a16="http://schemas.microsoft.com/office/drawing/2014/main" id="{0EA7C450-C12E-4005-B95E-9639B1E47616}"/>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7" name="Rechteck: abgerundete Ecken 36">
                <a:extLst>
                  <a:ext uri="{FF2B5EF4-FFF2-40B4-BE49-F238E27FC236}">
                    <a16:creationId xmlns:a16="http://schemas.microsoft.com/office/drawing/2014/main" id="{899FB906-0906-4C4C-A00F-20180A51DD29}"/>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32" name="Rechteck: abgerundete Ecken 31">
              <a:extLst>
                <a:ext uri="{FF2B5EF4-FFF2-40B4-BE49-F238E27FC236}">
                  <a16:creationId xmlns:a16="http://schemas.microsoft.com/office/drawing/2014/main" id="{4F561676-61B4-4071-93FF-8ADE89C55F14}"/>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33" name="Gruppieren 32">
              <a:extLst>
                <a:ext uri="{FF2B5EF4-FFF2-40B4-BE49-F238E27FC236}">
                  <a16:creationId xmlns:a16="http://schemas.microsoft.com/office/drawing/2014/main" id="{105DC327-9417-4119-BCF1-06485323C54B}"/>
                </a:ext>
              </a:extLst>
            </p:cNvPr>
            <p:cNvGrpSpPr/>
            <p:nvPr/>
          </p:nvGrpSpPr>
          <p:grpSpPr>
            <a:xfrm rot="8100000">
              <a:off x="4550400" y="3041655"/>
              <a:ext cx="43200" cy="774690"/>
              <a:chOff x="3385929" y="4336972"/>
              <a:chExt cx="57150" cy="774690"/>
            </a:xfrm>
            <a:grpFill/>
          </p:grpSpPr>
          <p:sp>
            <p:nvSpPr>
              <p:cNvPr id="34" name="Rechteck: abgerundete Ecken 33">
                <a:extLst>
                  <a:ext uri="{FF2B5EF4-FFF2-40B4-BE49-F238E27FC236}">
                    <a16:creationId xmlns:a16="http://schemas.microsoft.com/office/drawing/2014/main" id="{15B37C12-A92E-434C-914A-BF47BCAA3B0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5" name="Rechteck: abgerundete Ecken 34">
                <a:extLst>
                  <a:ext uri="{FF2B5EF4-FFF2-40B4-BE49-F238E27FC236}">
                    <a16:creationId xmlns:a16="http://schemas.microsoft.com/office/drawing/2014/main" id="{5A7E3C56-2D13-4914-88B0-AD61F115EB8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102069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bgerundetes Rechteck 2">
            <a:extLst>
              <a:ext uri="{FF2B5EF4-FFF2-40B4-BE49-F238E27FC236}">
                <a16:creationId xmlns:a16="http://schemas.microsoft.com/office/drawing/2014/main" id="{5CC25705-EAE7-4C1B-A8C2-05E63EED66AC}"/>
              </a:ext>
            </a:extLst>
          </p:cNvPr>
          <p:cNvSpPr/>
          <p:nvPr/>
        </p:nvSpPr>
        <p:spPr>
          <a:xfrm>
            <a:off x="6876256" y="6161448"/>
            <a:ext cx="1706488"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start</a:t>
            </a:r>
            <a:r>
              <a:rPr lang="de-DE" dirty="0"/>
              <a:t> </a:t>
            </a:r>
            <a:r>
              <a:rPr lang="de-DE" dirty="0" err="1"/>
              <a:t>animation</a:t>
            </a:r>
            <a:endParaRPr lang="de-DE" dirty="0"/>
          </a:p>
        </p:txBody>
      </p:sp>
      <p:sp>
        <p:nvSpPr>
          <p:cNvPr id="47" name="Rechteck 46">
            <a:extLst>
              <a:ext uri="{FF2B5EF4-FFF2-40B4-BE49-F238E27FC236}">
                <a16:creationId xmlns:a16="http://schemas.microsoft.com/office/drawing/2014/main" id="{81C0477F-6759-4F01-BB30-D7BAFB1ADF38}"/>
              </a:ext>
            </a:extLst>
          </p:cNvPr>
          <p:cNvSpPr/>
          <p:nvPr/>
        </p:nvSpPr>
        <p:spPr>
          <a:xfrm>
            <a:off x="575566" y="44624"/>
            <a:ext cx="8388922" cy="5168659"/>
          </a:xfrm>
          <a:prstGeom prst="rect">
            <a:avLst/>
          </a:prstGeom>
        </p:spPr>
        <p:txBody>
          <a:bodyPr wrap="square">
            <a:spAutoFit/>
          </a:bodyPr>
          <a:lstStyle/>
          <a:p>
            <a:r>
              <a:rPr lang="en-US" b="1" u="sng" dirty="0"/>
              <a:t>Repetition of instructions: </a:t>
            </a:r>
          </a:p>
          <a:p>
            <a:endParaRPr lang="en-US" dirty="0"/>
          </a:p>
          <a:p>
            <a:r>
              <a:rPr lang="en-US" dirty="0"/>
              <a:t>Below you see a symbolic representation of the task to be completed.</a:t>
            </a:r>
          </a:p>
          <a:p>
            <a:r>
              <a:rPr lang="en-US" b="1" dirty="0"/>
              <a:t>The task consists of two parts:</a:t>
            </a: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600"/>
              </a:spcAft>
              <a:buFont typeface="Wingdings" panose="05000000000000000000" pitchFamily="2" charset="2"/>
              <a:buChar char="v"/>
            </a:pPr>
            <a:r>
              <a:rPr lang="en-US" b="1" dirty="0"/>
              <a:t>Imagine </a:t>
            </a:r>
            <a:r>
              <a:rPr lang="en-US" dirty="0"/>
              <a:t>moving your hand to </a:t>
            </a:r>
            <a:r>
              <a:rPr lang="en-US" b="1" dirty="0"/>
              <a:t>alternately tap </a:t>
            </a:r>
            <a:r>
              <a:rPr lang="en-US" dirty="0"/>
              <a:t>the </a:t>
            </a:r>
            <a:r>
              <a:rPr lang="en-US" b="1" dirty="0">
                <a:solidFill>
                  <a:srgbClr val="C0504D"/>
                </a:solidFill>
              </a:rPr>
              <a:t>red circle </a:t>
            </a:r>
            <a:r>
              <a:rPr lang="en-US" dirty="0"/>
              <a:t>and</a:t>
            </a:r>
            <a:r>
              <a:rPr lang="en-US" b="1" dirty="0"/>
              <a:t> </a:t>
            </a:r>
            <a:r>
              <a:rPr lang="en-US" dirty="0"/>
              <a:t>one of the five </a:t>
            </a:r>
            <a:r>
              <a:rPr lang="en-US" b="1" dirty="0">
                <a:solidFill>
                  <a:srgbClr val="7F7F7F"/>
                </a:solidFill>
              </a:rPr>
              <a:t>gray circles </a:t>
            </a:r>
            <a:r>
              <a:rPr lang="en-US" dirty="0"/>
              <a:t>using the stylus. Imagine how the movement looks (as if you were seeing through your own eyes). Additionally, imagine what it feels like to move your hand and tap each circle—without actually performing a movement.</a:t>
            </a:r>
            <a:br>
              <a:rPr lang="en-US" dirty="0"/>
            </a:br>
            <a:r>
              <a:rPr lang="en-US" dirty="0"/>
              <a:t>Work your way through the gray circles </a:t>
            </a:r>
            <a:r>
              <a:rPr lang="en-US" b="1" dirty="0">
                <a:solidFill>
                  <a:srgbClr val="7F7F7F"/>
                </a:solidFill>
              </a:rPr>
              <a:t>from left to right</a:t>
            </a:r>
            <a:r>
              <a:rPr lang="en-US" dirty="0"/>
              <a:t>, and </a:t>
            </a:r>
            <a:r>
              <a:rPr lang="en-US" b="1" dirty="0">
                <a:solidFill>
                  <a:srgbClr val="C0504D"/>
                </a:solidFill>
              </a:rPr>
              <a:t>start</a:t>
            </a:r>
            <a:r>
              <a:rPr lang="en-US" b="1" dirty="0"/>
              <a:t> </a:t>
            </a:r>
            <a:r>
              <a:rPr lang="en-US" dirty="0"/>
              <a:t>and</a:t>
            </a:r>
            <a:r>
              <a:rPr lang="en-US" b="1" dirty="0"/>
              <a:t> </a:t>
            </a:r>
            <a:r>
              <a:rPr lang="en-US" b="1" dirty="0">
                <a:solidFill>
                  <a:srgbClr val="C0504D"/>
                </a:solidFill>
              </a:rPr>
              <a:t>end</a:t>
            </a:r>
            <a:r>
              <a:rPr lang="en-US" dirty="0"/>
              <a:t> with the red circle.</a:t>
            </a:r>
          </a:p>
          <a:p>
            <a:pPr>
              <a:lnSpc>
                <a:spcPct val="107000"/>
              </a:lnSpc>
            </a:pPr>
            <a:r>
              <a:rPr lang="en-US" dirty="0"/>
              <a:t>      It is important that you comply with this specified order.</a:t>
            </a:r>
          </a:p>
          <a:p>
            <a:pPr>
              <a:lnSpc>
                <a:spcPct val="107000"/>
              </a:lnSpc>
            </a:pPr>
            <a:endParaRPr lang="de-AT" sz="2000" dirty="0">
              <a:latin typeface="Calibri" panose="020F0502020204030204" pitchFamily="34" charset="0"/>
              <a:ea typeface="Calibri" panose="020F0502020204030204" pitchFamily="34" charset="0"/>
              <a:cs typeface="Times New Roman" panose="02020603050405020304" pitchFamily="18" charset="0"/>
            </a:endParaRPr>
          </a:p>
          <a:p>
            <a:pPr marL="285750" indent="-285750">
              <a:spcAft>
                <a:spcPts val="600"/>
              </a:spcAft>
              <a:buFont typeface="Wingdings" panose="05000000000000000000" pitchFamily="2" charset="2"/>
              <a:buChar char="v"/>
            </a:pPr>
            <a:r>
              <a:rPr lang="en-US" b="1" dirty="0"/>
              <a:t>Simultaneously </a:t>
            </a:r>
            <a:r>
              <a:rPr lang="en-US" dirty="0"/>
              <a:t>with each tap,</a:t>
            </a:r>
            <a:r>
              <a:rPr lang="en-US" b="1" dirty="0"/>
              <a:t> press the space bar </a:t>
            </a:r>
            <a:r>
              <a:rPr lang="en-US" dirty="0"/>
              <a:t>with the index finger of your other hand.</a:t>
            </a:r>
          </a:p>
          <a:p>
            <a:r>
              <a:rPr lang="en-US" dirty="0"/>
              <a:t>      Make sure to press the space bar all the way down.</a:t>
            </a:r>
          </a:p>
          <a:p>
            <a:pPr>
              <a:lnSpc>
                <a:spcPct val="107000"/>
              </a:lnSpc>
            </a:pPr>
            <a:endParaRPr lang="de-AT"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84" name="Gruppieren 83">
            <a:extLst>
              <a:ext uri="{FF2B5EF4-FFF2-40B4-BE49-F238E27FC236}">
                <a16:creationId xmlns:a16="http://schemas.microsoft.com/office/drawing/2014/main" id="{3ADBF863-095C-437E-B2ED-FE2410582A04}"/>
              </a:ext>
            </a:extLst>
          </p:cNvPr>
          <p:cNvGrpSpPr>
            <a:grpSpLocks noChangeAspect="1"/>
          </p:cNvGrpSpPr>
          <p:nvPr/>
        </p:nvGrpSpPr>
        <p:grpSpPr>
          <a:xfrm>
            <a:off x="3319168" y="4941168"/>
            <a:ext cx="2505663" cy="1512000"/>
            <a:chOff x="1760400" y="1360800"/>
            <a:chExt cx="5619600" cy="3391047"/>
          </a:xfrm>
        </p:grpSpPr>
        <p:sp>
          <p:nvSpPr>
            <p:cNvPr id="85" name="Flussdiagramm: Verbinder 84">
              <a:extLst>
                <a:ext uri="{FF2B5EF4-FFF2-40B4-BE49-F238E27FC236}">
                  <a16:creationId xmlns:a16="http://schemas.microsoft.com/office/drawing/2014/main" id="{E45194B9-4343-44F3-93DB-73E5BC9EE4A1}"/>
                </a:ext>
              </a:extLst>
            </p:cNvPr>
            <p:cNvSpPr>
              <a:spLocks noChangeAspect="1"/>
            </p:cNvSpPr>
            <p:nvPr/>
          </p:nvSpPr>
          <p:spPr>
            <a:xfrm>
              <a:off x="4320000" y="1360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Flussdiagramm: Verbinder 85">
              <a:extLst>
                <a:ext uri="{FF2B5EF4-FFF2-40B4-BE49-F238E27FC236}">
                  <a16:creationId xmlns:a16="http://schemas.microsoft.com/office/drawing/2014/main" id="{B7CAF22F-81A6-48F5-BFA1-BE4928680339}"/>
                </a:ext>
              </a:extLst>
            </p:cNvPr>
            <p:cNvSpPr>
              <a:spLocks noChangeAspect="1"/>
            </p:cNvSpPr>
            <p:nvPr/>
          </p:nvSpPr>
          <p:spPr>
            <a:xfrm>
              <a:off x="17604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Flussdiagramm: Verbinder 86">
              <a:extLst>
                <a:ext uri="{FF2B5EF4-FFF2-40B4-BE49-F238E27FC236}">
                  <a16:creationId xmlns:a16="http://schemas.microsoft.com/office/drawing/2014/main" id="{59B126F8-4816-4AE6-AAFC-1A3FEDB396CA}"/>
                </a:ext>
              </a:extLst>
            </p:cNvPr>
            <p:cNvSpPr>
              <a:spLocks noChangeAspect="1"/>
            </p:cNvSpPr>
            <p:nvPr/>
          </p:nvSpPr>
          <p:spPr>
            <a:xfrm>
              <a:off x="580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Flussdiagramm: Verbinder 87">
              <a:extLst>
                <a:ext uri="{FF2B5EF4-FFF2-40B4-BE49-F238E27FC236}">
                  <a16:creationId xmlns:a16="http://schemas.microsoft.com/office/drawing/2014/main" id="{3BAB0D0F-A48D-4CE4-90A2-AB872DFD710A}"/>
                </a:ext>
              </a:extLst>
            </p:cNvPr>
            <p:cNvSpPr>
              <a:spLocks noChangeAspect="1"/>
            </p:cNvSpPr>
            <p:nvPr/>
          </p:nvSpPr>
          <p:spPr>
            <a:xfrm>
              <a:off x="2833200" y="17640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Flussdiagramm: Verbinder 88">
              <a:extLst>
                <a:ext uri="{FF2B5EF4-FFF2-40B4-BE49-F238E27FC236}">
                  <a16:creationId xmlns:a16="http://schemas.microsoft.com/office/drawing/2014/main" id="{CFCF912B-812D-49C2-B8FB-B0DB3BE6B7C3}"/>
                </a:ext>
              </a:extLst>
            </p:cNvPr>
            <p:cNvSpPr>
              <a:spLocks noChangeAspect="1"/>
            </p:cNvSpPr>
            <p:nvPr/>
          </p:nvSpPr>
          <p:spPr>
            <a:xfrm>
              <a:off x="6876000" y="2836800"/>
              <a:ext cx="504000" cy="504000"/>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Flussdiagramm: Verbinder 89">
              <a:extLst>
                <a:ext uri="{FF2B5EF4-FFF2-40B4-BE49-F238E27FC236}">
                  <a16:creationId xmlns:a16="http://schemas.microsoft.com/office/drawing/2014/main" id="{DC7EFABA-727E-4F7A-9DFE-C7CA81336FDF}"/>
                </a:ext>
              </a:extLst>
            </p:cNvPr>
            <p:cNvSpPr/>
            <p:nvPr/>
          </p:nvSpPr>
          <p:spPr>
            <a:xfrm>
              <a:off x="4392000" y="4391807"/>
              <a:ext cx="360000" cy="36004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37" name="Denkblase: wolkenförmig 36">
            <a:extLst>
              <a:ext uri="{FF2B5EF4-FFF2-40B4-BE49-F238E27FC236}">
                <a16:creationId xmlns:a16="http://schemas.microsoft.com/office/drawing/2014/main" id="{3276F354-0E4E-4220-BADB-84F19DF1EAFD}"/>
              </a:ext>
            </a:extLst>
          </p:cNvPr>
          <p:cNvSpPr>
            <a:spLocks noChangeAspect="1"/>
          </p:cNvSpPr>
          <p:nvPr/>
        </p:nvSpPr>
        <p:spPr>
          <a:xfrm rot="432628">
            <a:off x="6401113" y="3077821"/>
            <a:ext cx="633559" cy="500617"/>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grpSp>
        <p:nvGrpSpPr>
          <p:cNvPr id="38" name="Gruppieren 37">
            <a:extLst>
              <a:ext uri="{FF2B5EF4-FFF2-40B4-BE49-F238E27FC236}">
                <a16:creationId xmlns:a16="http://schemas.microsoft.com/office/drawing/2014/main" id="{87DF695F-9E18-4861-9DC8-693090F7FA5B}"/>
              </a:ext>
            </a:extLst>
          </p:cNvPr>
          <p:cNvGrpSpPr>
            <a:grpSpLocks noChangeAspect="1"/>
          </p:cNvGrpSpPr>
          <p:nvPr/>
        </p:nvGrpSpPr>
        <p:grpSpPr>
          <a:xfrm>
            <a:off x="6558680" y="3131929"/>
            <a:ext cx="352292" cy="392400"/>
            <a:chOff x="4184655" y="1692997"/>
            <a:chExt cx="1906332" cy="2123348"/>
          </a:xfrm>
          <a:solidFill>
            <a:schemeClr val="accent5">
              <a:lumMod val="60000"/>
              <a:lumOff val="40000"/>
            </a:schemeClr>
          </a:solidFill>
        </p:grpSpPr>
        <p:pic>
          <p:nvPicPr>
            <p:cNvPr id="39" name="Grafik 38" descr="Bleistift mit einfarbiger Füllung">
              <a:extLst>
                <a:ext uri="{FF2B5EF4-FFF2-40B4-BE49-F238E27FC236}">
                  <a16:creationId xmlns:a16="http://schemas.microsoft.com/office/drawing/2014/main" id="{B6C37C41-5846-4A6C-9218-5A547A5C3AF3}"/>
                </a:ext>
              </a:extLst>
            </p:cNvPr>
            <p:cNvPicPr preferRelativeResize="0">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4326104" y="1692997"/>
              <a:ext cx="1764883" cy="1764000"/>
            </a:xfrm>
            <a:prstGeom prst="rect">
              <a:avLst/>
            </a:prstGeom>
          </p:spPr>
        </p:pic>
        <p:grpSp>
          <p:nvGrpSpPr>
            <p:cNvPr id="40" name="Gruppieren 39">
              <a:extLst>
                <a:ext uri="{FF2B5EF4-FFF2-40B4-BE49-F238E27FC236}">
                  <a16:creationId xmlns:a16="http://schemas.microsoft.com/office/drawing/2014/main" id="{1C052CAF-123A-4D24-95B1-538144828E76}"/>
                </a:ext>
              </a:extLst>
            </p:cNvPr>
            <p:cNvGrpSpPr/>
            <p:nvPr/>
          </p:nvGrpSpPr>
          <p:grpSpPr>
            <a:xfrm>
              <a:off x="4550400" y="3041655"/>
              <a:ext cx="43200" cy="774690"/>
              <a:chOff x="3385929" y="4336972"/>
              <a:chExt cx="57150" cy="774690"/>
            </a:xfrm>
            <a:grpFill/>
          </p:grpSpPr>
          <p:sp>
            <p:nvSpPr>
              <p:cNvPr id="63" name="Rechteck: abgerundete Ecken 62">
                <a:extLst>
                  <a:ext uri="{FF2B5EF4-FFF2-40B4-BE49-F238E27FC236}">
                    <a16:creationId xmlns:a16="http://schemas.microsoft.com/office/drawing/2014/main" id="{820BCFD5-9B4E-4BE2-8E41-8FCF335CD50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4" name="Rechteck: abgerundete Ecken 63">
                <a:extLst>
                  <a:ext uri="{FF2B5EF4-FFF2-40B4-BE49-F238E27FC236}">
                    <a16:creationId xmlns:a16="http://schemas.microsoft.com/office/drawing/2014/main" id="{6FE9FCA7-D663-41AF-95DC-8D7CEB23DAD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41" name="Gruppieren 40">
              <a:extLst>
                <a:ext uri="{FF2B5EF4-FFF2-40B4-BE49-F238E27FC236}">
                  <a16:creationId xmlns:a16="http://schemas.microsoft.com/office/drawing/2014/main" id="{0E8B707D-33D3-4B07-AD4C-B928E1F4E30A}"/>
                </a:ext>
              </a:extLst>
            </p:cNvPr>
            <p:cNvGrpSpPr/>
            <p:nvPr/>
          </p:nvGrpSpPr>
          <p:grpSpPr>
            <a:xfrm rot="5400000">
              <a:off x="4550400" y="3041655"/>
              <a:ext cx="43200" cy="774690"/>
              <a:chOff x="3385929" y="4336972"/>
              <a:chExt cx="57150" cy="774690"/>
            </a:xfrm>
            <a:grpFill/>
          </p:grpSpPr>
          <p:sp>
            <p:nvSpPr>
              <p:cNvPr id="46" name="Rechteck: abgerundete Ecken 45">
                <a:extLst>
                  <a:ext uri="{FF2B5EF4-FFF2-40B4-BE49-F238E27FC236}">
                    <a16:creationId xmlns:a16="http://schemas.microsoft.com/office/drawing/2014/main" id="{E09CBAA0-CB37-4881-9D96-885CF26C08D2}"/>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2" name="Rechteck: abgerundete Ecken 61">
                <a:extLst>
                  <a:ext uri="{FF2B5EF4-FFF2-40B4-BE49-F238E27FC236}">
                    <a16:creationId xmlns:a16="http://schemas.microsoft.com/office/drawing/2014/main" id="{FFD99FEB-58EF-4CB8-BF35-2793009D232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42" name="Rechteck: abgerundete Ecken 41">
              <a:extLst>
                <a:ext uri="{FF2B5EF4-FFF2-40B4-BE49-F238E27FC236}">
                  <a16:creationId xmlns:a16="http://schemas.microsoft.com/office/drawing/2014/main" id="{5EC60BEC-9BD4-4B85-ADEC-66B976B1100D}"/>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43" name="Gruppieren 42">
              <a:extLst>
                <a:ext uri="{FF2B5EF4-FFF2-40B4-BE49-F238E27FC236}">
                  <a16:creationId xmlns:a16="http://schemas.microsoft.com/office/drawing/2014/main" id="{A4B6012B-CC63-460A-B409-FEA600556CCD}"/>
                </a:ext>
              </a:extLst>
            </p:cNvPr>
            <p:cNvGrpSpPr/>
            <p:nvPr/>
          </p:nvGrpSpPr>
          <p:grpSpPr>
            <a:xfrm rot="8100000">
              <a:off x="4550400" y="3041655"/>
              <a:ext cx="43200" cy="774690"/>
              <a:chOff x="3385929" y="4336972"/>
              <a:chExt cx="57150" cy="774690"/>
            </a:xfrm>
            <a:grpFill/>
          </p:grpSpPr>
          <p:sp>
            <p:nvSpPr>
              <p:cNvPr id="44" name="Rechteck: abgerundete Ecken 43">
                <a:extLst>
                  <a:ext uri="{FF2B5EF4-FFF2-40B4-BE49-F238E27FC236}">
                    <a16:creationId xmlns:a16="http://schemas.microsoft.com/office/drawing/2014/main" id="{045453E2-76FB-42D7-A6AD-EFFFAF0E4A2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45" name="Rechteck: abgerundete Ecken 44">
                <a:extLst>
                  <a:ext uri="{FF2B5EF4-FFF2-40B4-BE49-F238E27FC236}">
                    <a16:creationId xmlns:a16="http://schemas.microsoft.com/office/drawing/2014/main" id="{C19A814C-7D2D-4C4A-969F-78055A89DFC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31" name="Gruppieren 30">
            <a:extLst>
              <a:ext uri="{FF2B5EF4-FFF2-40B4-BE49-F238E27FC236}">
                <a16:creationId xmlns:a16="http://schemas.microsoft.com/office/drawing/2014/main" id="{78BACE7B-D24C-4BD8-9C8A-BB6554DE0800}"/>
              </a:ext>
            </a:extLst>
          </p:cNvPr>
          <p:cNvGrpSpPr>
            <a:grpSpLocks noChangeAspect="1"/>
          </p:cNvGrpSpPr>
          <p:nvPr/>
        </p:nvGrpSpPr>
        <p:grpSpPr>
          <a:xfrm>
            <a:off x="6126503" y="4350140"/>
            <a:ext cx="703217" cy="569327"/>
            <a:chOff x="2228034" y="2144757"/>
            <a:chExt cx="1311628" cy="1061900"/>
          </a:xfrm>
        </p:grpSpPr>
        <p:sp>
          <p:nvSpPr>
            <p:cNvPr id="32" name="Rechteck: abgerundete Ecken 31">
              <a:extLst>
                <a:ext uri="{FF2B5EF4-FFF2-40B4-BE49-F238E27FC236}">
                  <a16:creationId xmlns:a16="http://schemas.microsoft.com/office/drawing/2014/main" id="{9F8F1787-FC2E-4432-8C03-1324F66B8726}"/>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33" name="Gruppieren 32">
              <a:extLst>
                <a:ext uri="{FF2B5EF4-FFF2-40B4-BE49-F238E27FC236}">
                  <a16:creationId xmlns:a16="http://schemas.microsoft.com/office/drawing/2014/main" id="{3392A0E3-4E06-4613-A5E7-DFC95C2D490B}"/>
                </a:ext>
              </a:extLst>
            </p:cNvPr>
            <p:cNvGrpSpPr>
              <a:grpSpLocks noChangeAspect="1"/>
            </p:cNvGrpSpPr>
            <p:nvPr/>
          </p:nvGrpSpPr>
          <p:grpSpPr>
            <a:xfrm>
              <a:off x="2702911" y="2190589"/>
              <a:ext cx="322289" cy="322289"/>
              <a:chOff x="1088874" y="1937857"/>
              <a:chExt cx="914400" cy="914400"/>
            </a:xfrm>
          </p:grpSpPr>
          <p:sp>
            <p:nvSpPr>
              <p:cNvPr id="35" name="Bogen 34">
                <a:extLst>
                  <a:ext uri="{FF2B5EF4-FFF2-40B4-BE49-F238E27FC236}">
                    <a16:creationId xmlns:a16="http://schemas.microsoft.com/office/drawing/2014/main" id="{27C8EF55-AE89-4153-9C2F-395C4F9D0706}"/>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36" name="Bogen 35">
                <a:extLst>
                  <a:ext uri="{FF2B5EF4-FFF2-40B4-BE49-F238E27FC236}">
                    <a16:creationId xmlns:a16="http://schemas.microsoft.com/office/drawing/2014/main" id="{AA1BE12A-F2DB-4B4C-AF76-A5F8F6094557}"/>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48" name="Bogen 47">
                <a:extLst>
                  <a:ext uri="{FF2B5EF4-FFF2-40B4-BE49-F238E27FC236}">
                    <a16:creationId xmlns:a16="http://schemas.microsoft.com/office/drawing/2014/main" id="{3EC39405-7B9A-4985-BE8D-2D9F82795649}"/>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34" name="Grafik 33" descr="Nach rechts zeigender Finger, Handrücken mit einfarbiger Füllung">
              <a:extLst>
                <a:ext uri="{FF2B5EF4-FFF2-40B4-BE49-F238E27FC236}">
                  <a16:creationId xmlns:a16="http://schemas.microsoft.com/office/drawing/2014/main" id="{10AF7BF3-9CFF-43D9-B0C4-9272C42F23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
        <p:nvSpPr>
          <p:cNvPr id="49" name="Abgerundetes Rechteck 2">
            <a:extLst>
              <a:ext uri="{FF2B5EF4-FFF2-40B4-BE49-F238E27FC236}">
                <a16:creationId xmlns:a16="http://schemas.microsoft.com/office/drawing/2014/main" id="{BD82190C-E83B-4A88-9642-01B4A16EC0E2}"/>
              </a:ext>
            </a:extLst>
          </p:cNvPr>
          <p:cNvSpPr/>
          <p:nvPr/>
        </p:nvSpPr>
        <p:spPr>
          <a:xfrm>
            <a:off x="575566" y="6161448"/>
            <a:ext cx="1620170" cy="57992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repeat</a:t>
            </a:r>
            <a:r>
              <a:rPr lang="de-DE" dirty="0"/>
              <a:t> </a:t>
            </a:r>
            <a:r>
              <a:rPr lang="de-DE" dirty="0" err="1"/>
              <a:t>animation</a:t>
            </a:r>
            <a:endParaRPr lang="de-DE" dirty="0"/>
          </a:p>
        </p:txBody>
      </p:sp>
    </p:spTree>
    <p:extLst>
      <p:ext uri="{BB962C8B-B14F-4D97-AF65-F5344CB8AC3E}">
        <p14:creationId xmlns:p14="http://schemas.microsoft.com/office/powerpoint/2010/main" val="38532828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0B1A6F85-A1F8-4A12-A459-5F24642BDA48}"/>
              </a:ext>
            </a:extLst>
          </p:cNvPr>
          <p:cNvSpPr/>
          <p:nvPr/>
        </p:nvSpPr>
        <p:spPr>
          <a:xfrm>
            <a:off x="611560" y="4646786"/>
            <a:ext cx="7920880" cy="576064"/>
          </a:xfrm>
          <a:prstGeom prst="rect">
            <a:avLst/>
          </a:prstGeom>
          <a:solidFill>
            <a:srgbClr val="FFF3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 name="Rechteck 1">
            <a:extLst>
              <a:ext uri="{FF2B5EF4-FFF2-40B4-BE49-F238E27FC236}">
                <a16:creationId xmlns:a16="http://schemas.microsoft.com/office/drawing/2014/main" id="{74E42853-7D2E-42F6-936E-5720C3A21350}"/>
              </a:ext>
            </a:extLst>
          </p:cNvPr>
          <p:cNvSpPr/>
          <p:nvPr/>
        </p:nvSpPr>
        <p:spPr>
          <a:xfrm>
            <a:off x="620561" y="1582341"/>
            <a:ext cx="7902878" cy="3693319"/>
          </a:xfrm>
          <a:prstGeom prst="rect">
            <a:avLst/>
          </a:prstGeom>
        </p:spPr>
        <p:txBody>
          <a:bodyPr wrap="square">
            <a:spAutoFit/>
          </a:bodyPr>
          <a:lstStyle/>
          <a:p>
            <a:r>
              <a:rPr lang="en-US" dirty="0">
                <a:cs typeface="Calibri" panose="020F0502020204030204" pitchFamily="34" charset="0"/>
              </a:rPr>
              <a:t>Imagine the movements as </a:t>
            </a:r>
            <a:r>
              <a:rPr lang="en-US" b="1" dirty="0">
                <a:cs typeface="Calibri" panose="020F0502020204030204" pitchFamily="34" charset="0"/>
              </a:rPr>
              <a:t>realistically</a:t>
            </a:r>
            <a:r>
              <a:rPr lang="en-US" dirty="0">
                <a:cs typeface="Calibri" panose="020F0502020204030204" pitchFamily="34" charset="0"/>
              </a:rPr>
              <a:t> as possible. It is important that you actually </a:t>
            </a:r>
            <a:r>
              <a:rPr lang="en-US" b="1" dirty="0">
                <a:cs typeface="Calibri" panose="020F0502020204030204" pitchFamily="34" charset="0"/>
              </a:rPr>
              <a:t>hit</a:t>
            </a:r>
            <a:r>
              <a:rPr lang="en-US" dirty="0">
                <a:cs typeface="Calibri" panose="020F0502020204030204" pitchFamily="34" charset="0"/>
              </a:rPr>
              <a:t> the circles with the stylus in your imagery. It does not matter where exactly you hit the circles (e.g., in the middle or at the edge).</a:t>
            </a:r>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endParaRPr lang="de-AT" dirty="0">
              <a:cs typeface="Calibri" panose="020F0502020204030204" pitchFamily="34" charset="0"/>
            </a:endParaRPr>
          </a:p>
          <a:p>
            <a:r>
              <a:rPr lang="en-US" dirty="0">
                <a:cs typeface="Calibri" panose="020F0502020204030204" pitchFamily="34" charset="0"/>
              </a:rPr>
              <a:t>Imagine performing the movements as </a:t>
            </a:r>
            <a:r>
              <a:rPr lang="en-US" b="1" dirty="0">
                <a:cs typeface="Calibri" panose="020F0502020204030204" pitchFamily="34" charset="0"/>
              </a:rPr>
              <a:t>quickly and accurately </a:t>
            </a:r>
            <a:r>
              <a:rPr lang="en-US" dirty="0">
                <a:cs typeface="Calibri" panose="020F0502020204030204" pitchFamily="34" charset="0"/>
              </a:rPr>
              <a:t>as possible.</a:t>
            </a:r>
          </a:p>
          <a:p>
            <a:endParaRPr lang="de-AT" dirty="0">
              <a:cs typeface="Calibri" panose="020F0502020204030204" pitchFamily="34" charset="0"/>
            </a:endParaRPr>
          </a:p>
          <a:p>
            <a:r>
              <a:rPr lang="en-US" dirty="0"/>
              <a:t>Both the </a:t>
            </a:r>
            <a:r>
              <a:rPr lang="en-US" u="sng" dirty="0"/>
              <a:t>time</a:t>
            </a:r>
            <a:r>
              <a:rPr lang="en-US" dirty="0"/>
              <a:t> and the accuracy (</a:t>
            </a:r>
            <a:r>
              <a:rPr lang="en-US" u="sng" dirty="0"/>
              <a:t>actually hitting </a:t>
            </a:r>
            <a:r>
              <a:rPr lang="en-US" dirty="0"/>
              <a:t>the circles in your imagery), together with the simultaneous </a:t>
            </a:r>
            <a:r>
              <a:rPr lang="en-US" u="sng" dirty="0"/>
              <a:t>key press</a:t>
            </a:r>
            <a:r>
              <a:rPr lang="en-US" dirty="0"/>
              <a:t>, determine your </a:t>
            </a:r>
            <a:r>
              <a:rPr lang="en-US" b="1" dirty="0"/>
              <a:t>performance</a:t>
            </a:r>
            <a:r>
              <a:rPr lang="de-AT" dirty="0"/>
              <a:t>.</a:t>
            </a:r>
            <a:endParaRPr lang="de-DE" dirty="0">
              <a:cs typeface="Calibri" panose="020F0502020204030204" pitchFamily="34" charset="0"/>
            </a:endParaRPr>
          </a:p>
        </p:txBody>
      </p:sp>
      <p:sp>
        <p:nvSpPr>
          <p:cNvPr id="39" name="Abgerundetes Rechteck 2">
            <a:extLst>
              <a:ext uri="{FF2B5EF4-FFF2-40B4-BE49-F238E27FC236}">
                <a16:creationId xmlns:a16="http://schemas.microsoft.com/office/drawing/2014/main" id="{05B5D0C7-2F22-4D23-A354-21FD03F0F003}"/>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171" name="Denkblase: wolkenförmig 170">
            <a:extLst>
              <a:ext uri="{FF2B5EF4-FFF2-40B4-BE49-F238E27FC236}">
                <a16:creationId xmlns:a16="http://schemas.microsoft.com/office/drawing/2014/main" id="{D9C0FA85-6C74-4EB0-9CE7-A08E112152B4}"/>
              </a:ext>
            </a:extLst>
          </p:cNvPr>
          <p:cNvSpPr>
            <a:spLocks noChangeAspect="1"/>
          </p:cNvSpPr>
          <p:nvPr/>
        </p:nvSpPr>
        <p:spPr>
          <a:xfrm rot="432628">
            <a:off x="4050959" y="2728195"/>
            <a:ext cx="962140" cy="760250"/>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sp>
        <p:nvSpPr>
          <p:cNvPr id="172" name="Denkblase: wolkenförmig 171">
            <a:extLst>
              <a:ext uri="{FF2B5EF4-FFF2-40B4-BE49-F238E27FC236}">
                <a16:creationId xmlns:a16="http://schemas.microsoft.com/office/drawing/2014/main" id="{F1B972F5-0623-4EF9-AEF7-2F87081FBF1B}"/>
              </a:ext>
            </a:extLst>
          </p:cNvPr>
          <p:cNvSpPr>
            <a:spLocks noChangeAspect="1"/>
          </p:cNvSpPr>
          <p:nvPr/>
        </p:nvSpPr>
        <p:spPr>
          <a:xfrm rot="432628">
            <a:off x="2952755" y="2660379"/>
            <a:ext cx="962140" cy="760250"/>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sp>
        <p:nvSpPr>
          <p:cNvPr id="173" name="Denkblase: wolkenförmig 172">
            <a:extLst>
              <a:ext uri="{FF2B5EF4-FFF2-40B4-BE49-F238E27FC236}">
                <a16:creationId xmlns:a16="http://schemas.microsoft.com/office/drawing/2014/main" id="{842E6CBC-313C-4528-A61C-5483DC192698}"/>
              </a:ext>
            </a:extLst>
          </p:cNvPr>
          <p:cNvSpPr>
            <a:spLocks noChangeAspect="1"/>
          </p:cNvSpPr>
          <p:nvPr/>
        </p:nvSpPr>
        <p:spPr>
          <a:xfrm rot="432628">
            <a:off x="1928220" y="2687976"/>
            <a:ext cx="962140" cy="760250"/>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sp>
        <p:nvSpPr>
          <p:cNvPr id="174" name="Denkblase: wolkenförmig 173">
            <a:extLst>
              <a:ext uri="{FF2B5EF4-FFF2-40B4-BE49-F238E27FC236}">
                <a16:creationId xmlns:a16="http://schemas.microsoft.com/office/drawing/2014/main" id="{1E6269F9-9A5A-46AF-986C-D7705AF1C5F7}"/>
              </a:ext>
            </a:extLst>
          </p:cNvPr>
          <p:cNvSpPr>
            <a:spLocks noChangeAspect="1"/>
          </p:cNvSpPr>
          <p:nvPr/>
        </p:nvSpPr>
        <p:spPr>
          <a:xfrm rot="432628">
            <a:off x="884124" y="2622280"/>
            <a:ext cx="962140" cy="760250"/>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grpSp>
        <p:nvGrpSpPr>
          <p:cNvPr id="57" name="Gruppieren 56">
            <a:extLst>
              <a:ext uri="{FF2B5EF4-FFF2-40B4-BE49-F238E27FC236}">
                <a16:creationId xmlns:a16="http://schemas.microsoft.com/office/drawing/2014/main" id="{9A5F7982-CBC5-4A74-B30D-DF95F22C401A}"/>
              </a:ext>
            </a:extLst>
          </p:cNvPr>
          <p:cNvGrpSpPr>
            <a:grpSpLocks noChangeAspect="1"/>
          </p:cNvGrpSpPr>
          <p:nvPr/>
        </p:nvGrpSpPr>
        <p:grpSpPr>
          <a:xfrm>
            <a:off x="4460506" y="2936805"/>
            <a:ext cx="452484" cy="504000"/>
            <a:chOff x="7830193" y="1387943"/>
            <a:chExt cx="352292" cy="392400"/>
          </a:xfrm>
        </p:grpSpPr>
        <p:pic>
          <p:nvPicPr>
            <p:cNvPr id="58" name="Grafik 57" descr="Bleistift mit einfarbiger Füllung">
              <a:extLst>
                <a:ext uri="{FF2B5EF4-FFF2-40B4-BE49-F238E27FC236}">
                  <a16:creationId xmlns:a16="http://schemas.microsoft.com/office/drawing/2014/main" id="{BA623829-7B0B-4689-BC5E-0958C2F7D8F2}"/>
                </a:ext>
              </a:extLst>
            </p:cNvPr>
            <p:cNvPicPr preferRelativeResize="0">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7856333" y="1387943"/>
              <a:ext cx="326152" cy="325992"/>
            </a:xfrm>
            <a:prstGeom prst="rect">
              <a:avLst/>
            </a:prstGeom>
          </p:spPr>
        </p:pic>
        <p:grpSp>
          <p:nvGrpSpPr>
            <p:cNvPr id="59" name="Gruppieren 58">
              <a:extLst>
                <a:ext uri="{FF2B5EF4-FFF2-40B4-BE49-F238E27FC236}">
                  <a16:creationId xmlns:a16="http://schemas.microsoft.com/office/drawing/2014/main" id="{4222DA85-5CA2-439C-B0F4-7990F5206EA3}"/>
                </a:ext>
              </a:extLst>
            </p:cNvPr>
            <p:cNvGrpSpPr/>
            <p:nvPr/>
          </p:nvGrpSpPr>
          <p:grpSpPr>
            <a:xfrm>
              <a:off x="7897783" y="1637178"/>
              <a:ext cx="7983" cy="143165"/>
              <a:chOff x="3385929" y="4336972"/>
              <a:chExt cx="57150" cy="774690"/>
            </a:xfrm>
            <a:solidFill>
              <a:schemeClr val="accent5">
                <a:lumMod val="60000"/>
                <a:lumOff val="40000"/>
              </a:schemeClr>
            </a:solidFill>
          </p:grpSpPr>
          <p:sp>
            <p:nvSpPr>
              <p:cNvPr id="67" name="Rechteck: abgerundete Ecken 66">
                <a:extLst>
                  <a:ext uri="{FF2B5EF4-FFF2-40B4-BE49-F238E27FC236}">
                    <a16:creationId xmlns:a16="http://schemas.microsoft.com/office/drawing/2014/main" id="{29533D59-CFC1-4A04-B9E3-3F6A2F399F19}"/>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8" name="Rechteck: abgerundete Ecken 67">
                <a:extLst>
                  <a:ext uri="{FF2B5EF4-FFF2-40B4-BE49-F238E27FC236}">
                    <a16:creationId xmlns:a16="http://schemas.microsoft.com/office/drawing/2014/main" id="{5E7F0067-8424-4B22-ADD0-F160372164C6}"/>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60" name="Gruppieren 59">
              <a:extLst>
                <a:ext uri="{FF2B5EF4-FFF2-40B4-BE49-F238E27FC236}">
                  <a16:creationId xmlns:a16="http://schemas.microsoft.com/office/drawing/2014/main" id="{03A22099-FCB3-4C20-A370-51DD28084C60}"/>
                </a:ext>
              </a:extLst>
            </p:cNvPr>
            <p:cNvGrpSpPr/>
            <p:nvPr/>
          </p:nvGrpSpPr>
          <p:grpSpPr>
            <a:xfrm rot="5400000">
              <a:off x="7897783" y="1637179"/>
              <a:ext cx="7983" cy="143163"/>
              <a:chOff x="3385929" y="4336972"/>
              <a:chExt cx="57150" cy="774690"/>
            </a:xfrm>
            <a:solidFill>
              <a:schemeClr val="accent5">
                <a:lumMod val="60000"/>
                <a:lumOff val="40000"/>
              </a:schemeClr>
            </a:solidFill>
          </p:grpSpPr>
          <p:sp>
            <p:nvSpPr>
              <p:cNvPr id="65" name="Rechteck: abgerundete Ecken 64">
                <a:extLst>
                  <a:ext uri="{FF2B5EF4-FFF2-40B4-BE49-F238E27FC236}">
                    <a16:creationId xmlns:a16="http://schemas.microsoft.com/office/drawing/2014/main" id="{898B00F4-32E1-445D-A2EC-05B42CEE6A83}"/>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6" name="Rechteck: abgerundete Ecken 65">
                <a:extLst>
                  <a:ext uri="{FF2B5EF4-FFF2-40B4-BE49-F238E27FC236}">
                    <a16:creationId xmlns:a16="http://schemas.microsoft.com/office/drawing/2014/main" id="{8AC8CF4E-954F-47C7-B334-D9BA32859095}"/>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61" name="Rechteck: abgerundete Ecken 60">
              <a:extLst>
                <a:ext uri="{FF2B5EF4-FFF2-40B4-BE49-F238E27FC236}">
                  <a16:creationId xmlns:a16="http://schemas.microsoft.com/office/drawing/2014/main" id="{F382F5E4-3C3B-424F-A9CD-C0E4058E50B1}"/>
                </a:ext>
              </a:extLst>
            </p:cNvPr>
            <p:cNvSpPr/>
            <p:nvPr/>
          </p:nvSpPr>
          <p:spPr>
            <a:xfrm rot="2700000">
              <a:off x="7861280" y="1725306"/>
              <a:ext cx="7983" cy="39917"/>
            </a:xfrm>
            <a:prstGeom prst="roundRect">
              <a:avLst/>
            </a:prstGeom>
            <a:solidFill>
              <a:schemeClr val="accent5">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62" name="Gruppieren 61">
              <a:extLst>
                <a:ext uri="{FF2B5EF4-FFF2-40B4-BE49-F238E27FC236}">
                  <a16:creationId xmlns:a16="http://schemas.microsoft.com/office/drawing/2014/main" id="{73151C89-D554-4E67-8187-6A6AEBF16CED}"/>
                </a:ext>
              </a:extLst>
            </p:cNvPr>
            <p:cNvGrpSpPr/>
            <p:nvPr/>
          </p:nvGrpSpPr>
          <p:grpSpPr>
            <a:xfrm rot="8100000">
              <a:off x="7897783" y="1637178"/>
              <a:ext cx="7983" cy="143165"/>
              <a:chOff x="3385929" y="4336972"/>
              <a:chExt cx="57150" cy="774690"/>
            </a:xfrm>
            <a:solidFill>
              <a:schemeClr val="accent5">
                <a:lumMod val="60000"/>
                <a:lumOff val="40000"/>
              </a:schemeClr>
            </a:solidFill>
          </p:grpSpPr>
          <p:sp>
            <p:nvSpPr>
              <p:cNvPr id="63" name="Rechteck: abgerundete Ecken 62">
                <a:extLst>
                  <a:ext uri="{FF2B5EF4-FFF2-40B4-BE49-F238E27FC236}">
                    <a16:creationId xmlns:a16="http://schemas.microsoft.com/office/drawing/2014/main" id="{A2618930-8B5C-4C4A-8483-C5A2BA1ED12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64" name="Rechteck: abgerundete Ecken 63">
                <a:extLst>
                  <a:ext uri="{FF2B5EF4-FFF2-40B4-BE49-F238E27FC236}">
                    <a16:creationId xmlns:a16="http://schemas.microsoft.com/office/drawing/2014/main" id="{4E061329-B27D-4BD6-929B-F5669109F8A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
        <p:nvSpPr>
          <p:cNvPr id="69" name="Flussdiagramm: Verbinder 68">
            <a:extLst>
              <a:ext uri="{FF2B5EF4-FFF2-40B4-BE49-F238E27FC236}">
                <a16:creationId xmlns:a16="http://schemas.microsoft.com/office/drawing/2014/main" id="{0B34D928-9D3C-4AE3-B806-8252F955B599}"/>
              </a:ext>
            </a:extLst>
          </p:cNvPr>
          <p:cNvSpPr/>
          <p:nvPr/>
        </p:nvSpPr>
        <p:spPr>
          <a:xfrm>
            <a:off x="1105382" y="2896630"/>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0" name="Flussdiagramm: Verbinder 69">
            <a:extLst>
              <a:ext uri="{FF2B5EF4-FFF2-40B4-BE49-F238E27FC236}">
                <a16:creationId xmlns:a16="http://schemas.microsoft.com/office/drawing/2014/main" id="{7F5DE028-0B97-42CF-9149-EA5B4B3E3AD3}"/>
              </a:ext>
            </a:extLst>
          </p:cNvPr>
          <p:cNvSpPr/>
          <p:nvPr/>
        </p:nvSpPr>
        <p:spPr>
          <a:xfrm>
            <a:off x="2149478" y="2896630"/>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7" name="Flussdiagramm: Verbinder 96">
            <a:extLst>
              <a:ext uri="{FF2B5EF4-FFF2-40B4-BE49-F238E27FC236}">
                <a16:creationId xmlns:a16="http://schemas.microsoft.com/office/drawing/2014/main" id="{6D01F469-1A11-480C-835E-8750B7CF33C8}"/>
              </a:ext>
            </a:extLst>
          </p:cNvPr>
          <p:cNvSpPr/>
          <p:nvPr/>
        </p:nvSpPr>
        <p:spPr>
          <a:xfrm>
            <a:off x="3193574" y="2896630"/>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8" name="Grafik 12" descr="Häkchen mit einfarbiger Füllung">
            <a:extLst>
              <a:ext uri="{FF2B5EF4-FFF2-40B4-BE49-F238E27FC236}">
                <a16:creationId xmlns:a16="http://schemas.microsoft.com/office/drawing/2014/main" id="{C069FE73-0B2C-488F-A35B-9047BB9DE100}"/>
              </a:ext>
            </a:extLst>
          </p:cNvPr>
          <p:cNvSpPr>
            <a:spLocks noChangeAspect="1"/>
          </p:cNvSpPr>
          <p:nvPr/>
        </p:nvSpPr>
        <p:spPr>
          <a:xfrm>
            <a:off x="1466880" y="2877764"/>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sp>
        <p:nvSpPr>
          <p:cNvPr id="99" name="Grafik 14" descr="Schließen mit einfarbiger Füllung">
            <a:extLst>
              <a:ext uri="{FF2B5EF4-FFF2-40B4-BE49-F238E27FC236}">
                <a16:creationId xmlns:a16="http://schemas.microsoft.com/office/drawing/2014/main" id="{7A52FCDC-C94A-4ED8-A4E0-86A0E995A576}"/>
              </a:ext>
            </a:extLst>
          </p:cNvPr>
          <p:cNvSpPr>
            <a:spLocks noChangeAspect="1"/>
          </p:cNvSpPr>
          <p:nvPr/>
        </p:nvSpPr>
        <p:spPr>
          <a:xfrm>
            <a:off x="3583107" y="2870910"/>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sp>
        <p:nvSpPr>
          <p:cNvPr id="100" name="Grafik 12" descr="Häkchen mit einfarbiger Füllung">
            <a:extLst>
              <a:ext uri="{FF2B5EF4-FFF2-40B4-BE49-F238E27FC236}">
                <a16:creationId xmlns:a16="http://schemas.microsoft.com/office/drawing/2014/main" id="{98943CA5-6AD8-4E9C-ABF2-19AE11FD268B}"/>
              </a:ext>
            </a:extLst>
          </p:cNvPr>
          <p:cNvSpPr>
            <a:spLocks noChangeAspect="1"/>
          </p:cNvSpPr>
          <p:nvPr/>
        </p:nvSpPr>
        <p:spPr>
          <a:xfrm>
            <a:off x="2510976" y="2871416"/>
            <a:ext cx="268509" cy="188595"/>
          </a:xfrm>
          <a:custGeom>
            <a:avLst/>
            <a:gdLst>
              <a:gd name="connsiteX0" fmla="*/ 802958 w 880109"/>
              <a:gd name="connsiteY0" fmla="*/ 0 h 618172"/>
              <a:gd name="connsiteX1" fmla="*/ 315278 w 880109"/>
              <a:gd name="connsiteY1" fmla="*/ 461010 h 618172"/>
              <a:gd name="connsiteX2" fmla="*/ 80963 w 880109"/>
              <a:gd name="connsiteY2" fmla="*/ 220980 h 618172"/>
              <a:gd name="connsiteX3" fmla="*/ 0 w 880109"/>
              <a:gd name="connsiteY3" fmla="*/ 298132 h 618172"/>
              <a:gd name="connsiteX4" fmla="*/ 311468 w 880109"/>
              <a:gd name="connsiteY4" fmla="*/ 618173 h 618172"/>
              <a:gd name="connsiteX5" fmla="*/ 393383 w 880109"/>
              <a:gd name="connsiteY5" fmla="*/ 541973 h 618172"/>
              <a:gd name="connsiteX6" fmla="*/ 880110 w 880109"/>
              <a:gd name="connsiteY6" fmla="*/ 80010 h 6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chemeClr val="accent3"/>
          </a:solidFill>
          <a:ln w="9525" cap="flat">
            <a:noFill/>
            <a:prstDash val="solid"/>
            <a:miter/>
          </a:ln>
        </p:spPr>
        <p:txBody>
          <a:bodyPr rtlCol="0" anchor="ctr"/>
          <a:lstStyle/>
          <a:p>
            <a:endParaRPr lang="de-AT"/>
          </a:p>
        </p:txBody>
      </p:sp>
      <p:sp>
        <p:nvSpPr>
          <p:cNvPr id="101" name="Flussdiagramm: Verbinder 100">
            <a:extLst>
              <a:ext uri="{FF2B5EF4-FFF2-40B4-BE49-F238E27FC236}">
                <a16:creationId xmlns:a16="http://schemas.microsoft.com/office/drawing/2014/main" id="{5414E475-932E-41F2-BAA3-A289BB7E9E35}"/>
              </a:ext>
            </a:extLst>
          </p:cNvPr>
          <p:cNvSpPr/>
          <p:nvPr/>
        </p:nvSpPr>
        <p:spPr>
          <a:xfrm>
            <a:off x="4240349" y="2896630"/>
            <a:ext cx="360000" cy="36004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2" name="Grafik 14" descr="Schließen mit einfarbiger Füllung">
            <a:extLst>
              <a:ext uri="{FF2B5EF4-FFF2-40B4-BE49-F238E27FC236}">
                <a16:creationId xmlns:a16="http://schemas.microsoft.com/office/drawing/2014/main" id="{AAD20C2D-F2B5-4443-A5D9-4AE143AC0479}"/>
              </a:ext>
            </a:extLst>
          </p:cNvPr>
          <p:cNvSpPr>
            <a:spLocks noChangeAspect="1"/>
          </p:cNvSpPr>
          <p:nvPr/>
        </p:nvSpPr>
        <p:spPr>
          <a:xfrm>
            <a:off x="4630989" y="2893757"/>
            <a:ext cx="205740" cy="205740"/>
          </a:xfrm>
          <a:custGeom>
            <a:avLst/>
            <a:gdLst>
              <a:gd name="connsiteX0" fmla="*/ 674370 w 674370"/>
              <a:gd name="connsiteY0" fmla="*/ 80963 h 674370"/>
              <a:gd name="connsiteX1" fmla="*/ 593408 w 674370"/>
              <a:gd name="connsiteY1" fmla="*/ 0 h 674370"/>
              <a:gd name="connsiteX2" fmla="*/ 337185 w 674370"/>
              <a:gd name="connsiteY2" fmla="*/ 256223 h 674370"/>
              <a:gd name="connsiteX3" fmla="*/ 80963 w 674370"/>
              <a:gd name="connsiteY3" fmla="*/ 0 h 674370"/>
              <a:gd name="connsiteX4" fmla="*/ 0 w 674370"/>
              <a:gd name="connsiteY4" fmla="*/ 80963 h 674370"/>
              <a:gd name="connsiteX5" fmla="*/ 256223 w 674370"/>
              <a:gd name="connsiteY5" fmla="*/ 337185 h 674370"/>
              <a:gd name="connsiteX6" fmla="*/ 0 w 674370"/>
              <a:gd name="connsiteY6" fmla="*/ 593408 h 674370"/>
              <a:gd name="connsiteX7" fmla="*/ 80963 w 674370"/>
              <a:gd name="connsiteY7" fmla="*/ 674370 h 674370"/>
              <a:gd name="connsiteX8" fmla="*/ 337185 w 674370"/>
              <a:gd name="connsiteY8" fmla="*/ 418148 h 674370"/>
              <a:gd name="connsiteX9" fmla="*/ 593408 w 674370"/>
              <a:gd name="connsiteY9" fmla="*/ 674370 h 674370"/>
              <a:gd name="connsiteX10" fmla="*/ 674370 w 674370"/>
              <a:gd name="connsiteY10" fmla="*/ 593408 h 674370"/>
              <a:gd name="connsiteX11" fmla="*/ 418148 w 674370"/>
              <a:gd name="connsiteY11" fmla="*/ 337185 h 674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C00000"/>
          </a:solidFill>
          <a:ln w="9525" cap="flat">
            <a:noFill/>
            <a:prstDash val="solid"/>
            <a:miter/>
          </a:ln>
        </p:spPr>
        <p:txBody>
          <a:bodyPr rtlCol="0" anchor="ctr"/>
          <a:lstStyle/>
          <a:p>
            <a:endParaRPr lang="de-AT"/>
          </a:p>
        </p:txBody>
      </p:sp>
      <p:grpSp>
        <p:nvGrpSpPr>
          <p:cNvPr id="103" name="Gruppieren 102">
            <a:extLst>
              <a:ext uri="{FF2B5EF4-FFF2-40B4-BE49-F238E27FC236}">
                <a16:creationId xmlns:a16="http://schemas.microsoft.com/office/drawing/2014/main" id="{0E57F2B7-23C0-4420-8EBA-B3709E6A9DE1}"/>
              </a:ext>
            </a:extLst>
          </p:cNvPr>
          <p:cNvGrpSpPr>
            <a:grpSpLocks noChangeAspect="1"/>
          </p:cNvGrpSpPr>
          <p:nvPr/>
        </p:nvGrpSpPr>
        <p:grpSpPr>
          <a:xfrm>
            <a:off x="3077941" y="2785339"/>
            <a:ext cx="452484" cy="504000"/>
            <a:chOff x="7830193" y="1387943"/>
            <a:chExt cx="352292" cy="392400"/>
          </a:xfrm>
        </p:grpSpPr>
        <p:pic>
          <p:nvPicPr>
            <p:cNvPr id="104" name="Grafik 103" descr="Bleistift mit einfarbiger Füllung">
              <a:extLst>
                <a:ext uri="{FF2B5EF4-FFF2-40B4-BE49-F238E27FC236}">
                  <a16:creationId xmlns:a16="http://schemas.microsoft.com/office/drawing/2014/main" id="{002F878E-39F8-4FD3-A51B-A7FD3493BAC0}"/>
                </a:ext>
              </a:extLst>
            </p:cNvPr>
            <p:cNvPicPr preferRelativeResize="0">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7856333" y="1387943"/>
              <a:ext cx="326152" cy="325992"/>
            </a:xfrm>
            <a:prstGeom prst="rect">
              <a:avLst/>
            </a:prstGeom>
          </p:spPr>
        </p:pic>
        <p:grpSp>
          <p:nvGrpSpPr>
            <p:cNvPr id="105" name="Gruppieren 104">
              <a:extLst>
                <a:ext uri="{FF2B5EF4-FFF2-40B4-BE49-F238E27FC236}">
                  <a16:creationId xmlns:a16="http://schemas.microsoft.com/office/drawing/2014/main" id="{8FA07511-A588-4BDB-9AD2-BEC502D2D72C}"/>
                </a:ext>
              </a:extLst>
            </p:cNvPr>
            <p:cNvGrpSpPr/>
            <p:nvPr/>
          </p:nvGrpSpPr>
          <p:grpSpPr>
            <a:xfrm>
              <a:off x="7897783" y="1637178"/>
              <a:ext cx="7983" cy="143165"/>
              <a:chOff x="3385929" y="4336972"/>
              <a:chExt cx="57150" cy="774690"/>
            </a:xfrm>
            <a:solidFill>
              <a:schemeClr val="accent5">
                <a:lumMod val="60000"/>
                <a:lumOff val="40000"/>
              </a:schemeClr>
            </a:solidFill>
          </p:grpSpPr>
          <p:sp>
            <p:nvSpPr>
              <p:cNvPr id="113" name="Rechteck: abgerundete Ecken 112">
                <a:extLst>
                  <a:ext uri="{FF2B5EF4-FFF2-40B4-BE49-F238E27FC236}">
                    <a16:creationId xmlns:a16="http://schemas.microsoft.com/office/drawing/2014/main" id="{8D20C998-C933-4351-AD27-427F097871EF}"/>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14" name="Rechteck: abgerundete Ecken 113">
                <a:extLst>
                  <a:ext uri="{FF2B5EF4-FFF2-40B4-BE49-F238E27FC236}">
                    <a16:creationId xmlns:a16="http://schemas.microsoft.com/office/drawing/2014/main" id="{8E62F229-97C7-4E2F-9346-E6FAEDD404F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06" name="Gruppieren 105">
              <a:extLst>
                <a:ext uri="{FF2B5EF4-FFF2-40B4-BE49-F238E27FC236}">
                  <a16:creationId xmlns:a16="http://schemas.microsoft.com/office/drawing/2014/main" id="{DFEE2D35-BA7B-4478-8D8B-0068F00B4C6D}"/>
                </a:ext>
              </a:extLst>
            </p:cNvPr>
            <p:cNvGrpSpPr/>
            <p:nvPr/>
          </p:nvGrpSpPr>
          <p:grpSpPr>
            <a:xfrm rot="5400000">
              <a:off x="7897783" y="1637179"/>
              <a:ext cx="7983" cy="143163"/>
              <a:chOff x="3385929" y="4336972"/>
              <a:chExt cx="57150" cy="774690"/>
            </a:xfrm>
            <a:solidFill>
              <a:schemeClr val="accent5">
                <a:lumMod val="60000"/>
                <a:lumOff val="40000"/>
              </a:schemeClr>
            </a:solidFill>
          </p:grpSpPr>
          <p:sp>
            <p:nvSpPr>
              <p:cNvPr id="111" name="Rechteck: abgerundete Ecken 110">
                <a:extLst>
                  <a:ext uri="{FF2B5EF4-FFF2-40B4-BE49-F238E27FC236}">
                    <a16:creationId xmlns:a16="http://schemas.microsoft.com/office/drawing/2014/main" id="{60DA94B1-1ED2-475B-A311-68A8393BFA3C}"/>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12" name="Rechteck: abgerundete Ecken 111">
                <a:extLst>
                  <a:ext uri="{FF2B5EF4-FFF2-40B4-BE49-F238E27FC236}">
                    <a16:creationId xmlns:a16="http://schemas.microsoft.com/office/drawing/2014/main" id="{528A265B-2292-43D7-A6BF-6F12DF93750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07" name="Rechteck: abgerundete Ecken 106">
              <a:extLst>
                <a:ext uri="{FF2B5EF4-FFF2-40B4-BE49-F238E27FC236}">
                  <a16:creationId xmlns:a16="http://schemas.microsoft.com/office/drawing/2014/main" id="{60462D64-DB71-4A67-BBD7-51BDB866479F}"/>
                </a:ext>
              </a:extLst>
            </p:cNvPr>
            <p:cNvSpPr/>
            <p:nvPr/>
          </p:nvSpPr>
          <p:spPr>
            <a:xfrm rot="2700000">
              <a:off x="7861280" y="1725306"/>
              <a:ext cx="7983" cy="39917"/>
            </a:xfrm>
            <a:prstGeom prst="roundRect">
              <a:avLst/>
            </a:prstGeom>
            <a:solidFill>
              <a:schemeClr val="accent5">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08" name="Gruppieren 107">
              <a:extLst>
                <a:ext uri="{FF2B5EF4-FFF2-40B4-BE49-F238E27FC236}">
                  <a16:creationId xmlns:a16="http://schemas.microsoft.com/office/drawing/2014/main" id="{05176FA9-9889-443B-971A-1CCAD515699C}"/>
                </a:ext>
              </a:extLst>
            </p:cNvPr>
            <p:cNvGrpSpPr/>
            <p:nvPr/>
          </p:nvGrpSpPr>
          <p:grpSpPr>
            <a:xfrm rot="8100000">
              <a:off x="7897783" y="1637178"/>
              <a:ext cx="7983" cy="143165"/>
              <a:chOff x="3385929" y="4336972"/>
              <a:chExt cx="57150" cy="774690"/>
            </a:xfrm>
            <a:solidFill>
              <a:schemeClr val="accent5">
                <a:lumMod val="60000"/>
                <a:lumOff val="40000"/>
              </a:schemeClr>
            </a:solidFill>
          </p:grpSpPr>
          <p:sp>
            <p:nvSpPr>
              <p:cNvPr id="109" name="Rechteck: abgerundete Ecken 108">
                <a:extLst>
                  <a:ext uri="{FF2B5EF4-FFF2-40B4-BE49-F238E27FC236}">
                    <a16:creationId xmlns:a16="http://schemas.microsoft.com/office/drawing/2014/main" id="{0F65952D-FA28-4DC7-B508-FF180F0F8DD5}"/>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10" name="Rechteck: abgerundete Ecken 109">
                <a:extLst>
                  <a:ext uri="{FF2B5EF4-FFF2-40B4-BE49-F238E27FC236}">
                    <a16:creationId xmlns:a16="http://schemas.microsoft.com/office/drawing/2014/main" id="{860911A4-7749-4A25-A727-65BF7C199872}"/>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115" name="Gruppieren 114">
            <a:extLst>
              <a:ext uri="{FF2B5EF4-FFF2-40B4-BE49-F238E27FC236}">
                <a16:creationId xmlns:a16="http://schemas.microsoft.com/office/drawing/2014/main" id="{9CCF9A9F-08AB-4747-96B7-3DBE9477E897}"/>
              </a:ext>
            </a:extLst>
          </p:cNvPr>
          <p:cNvGrpSpPr>
            <a:grpSpLocks noChangeAspect="1"/>
          </p:cNvGrpSpPr>
          <p:nvPr/>
        </p:nvGrpSpPr>
        <p:grpSpPr>
          <a:xfrm>
            <a:off x="2139422" y="2767135"/>
            <a:ext cx="452484" cy="504000"/>
            <a:chOff x="7830193" y="1387943"/>
            <a:chExt cx="352292" cy="392400"/>
          </a:xfrm>
        </p:grpSpPr>
        <p:pic>
          <p:nvPicPr>
            <p:cNvPr id="116" name="Grafik 115" descr="Bleistift mit einfarbiger Füllung">
              <a:extLst>
                <a:ext uri="{FF2B5EF4-FFF2-40B4-BE49-F238E27FC236}">
                  <a16:creationId xmlns:a16="http://schemas.microsoft.com/office/drawing/2014/main" id="{5DF8AD78-9D0E-467A-B0CD-02BC7FAD50B0}"/>
                </a:ext>
              </a:extLst>
            </p:cNvPr>
            <p:cNvPicPr preferRelativeResize="0">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7856333" y="1387943"/>
              <a:ext cx="326152" cy="325992"/>
            </a:xfrm>
            <a:prstGeom prst="rect">
              <a:avLst/>
            </a:prstGeom>
          </p:spPr>
        </p:pic>
        <p:grpSp>
          <p:nvGrpSpPr>
            <p:cNvPr id="117" name="Gruppieren 116">
              <a:extLst>
                <a:ext uri="{FF2B5EF4-FFF2-40B4-BE49-F238E27FC236}">
                  <a16:creationId xmlns:a16="http://schemas.microsoft.com/office/drawing/2014/main" id="{E29C6DBA-33BE-4000-B97A-033933679A7C}"/>
                </a:ext>
              </a:extLst>
            </p:cNvPr>
            <p:cNvGrpSpPr/>
            <p:nvPr/>
          </p:nvGrpSpPr>
          <p:grpSpPr>
            <a:xfrm>
              <a:off x="7897783" y="1637178"/>
              <a:ext cx="7983" cy="143165"/>
              <a:chOff x="3385929" y="4336972"/>
              <a:chExt cx="57150" cy="774690"/>
            </a:xfrm>
            <a:solidFill>
              <a:schemeClr val="accent5">
                <a:lumMod val="60000"/>
                <a:lumOff val="40000"/>
              </a:schemeClr>
            </a:solidFill>
          </p:grpSpPr>
          <p:sp>
            <p:nvSpPr>
              <p:cNvPr id="125" name="Rechteck: abgerundete Ecken 124">
                <a:extLst>
                  <a:ext uri="{FF2B5EF4-FFF2-40B4-BE49-F238E27FC236}">
                    <a16:creationId xmlns:a16="http://schemas.microsoft.com/office/drawing/2014/main" id="{E3C1F738-7E7F-4B1C-8D56-03496D886F0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26" name="Rechteck: abgerundete Ecken 125">
                <a:extLst>
                  <a:ext uri="{FF2B5EF4-FFF2-40B4-BE49-F238E27FC236}">
                    <a16:creationId xmlns:a16="http://schemas.microsoft.com/office/drawing/2014/main" id="{3B93A6E0-0187-4BEB-86AA-9A54AC34F71A}"/>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18" name="Gruppieren 117">
              <a:extLst>
                <a:ext uri="{FF2B5EF4-FFF2-40B4-BE49-F238E27FC236}">
                  <a16:creationId xmlns:a16="http://schemas.microsoft.com/office/drawing/2014/main" id="{5CECBB08-4298-4377-A012-6B8600080E91}"/>
                </a:ext>
              </a:extLst>
            </p:cNvPr>
            <p:cNvGrpSpPr/>
            <p:nvPr/>
          </p:nvGrpSpPr>
          <p:grpSpPr>
            <a:xfrm rot="5400000">
              <a:off x="7897783" y="1637179"/>
              <a:ext cx="7983" cy="143163"/>
              <a:chOff x="3385929" y="4336972"/>
              <a:chExt cx="57150" cy="774690"/>
            </a:xfrm>
            <a:solidFill>
              <a:schemeClr val="accent5">
                <a:lumMod val="60000"/>
                <a:lumOff val="40000"/>
              </a:schemeClr>
            </a:solidFill>
          </p:grpSpPr>
          <p:sp>
            <p:nvSpPr>
              <p:cNvPr id="123" name="Rechteck: abgerundete Ecken 122">
                <a:extLst>
                  <a:ext uri="{FF2B5EF4-FFF2-40B4-BE49-F238E27FC236}">
                    <a16:creationId xmlns:a16="http://schemas.microsoft.com/office/drawing/2014/main" id="{AE3BA3D4-E576-48BA-94E9-216220B9D3A1}"/>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24" name="Rechteck: abgerundete Ecken 123">
                <a:extLst>
                  <a:ext uri="{FF2B5EF4-FFF2-40B4-BE49-F238E27FC236}">
                    <a16:creationId xmlns:a16="http://schemas.microsoft.com/office/drawing/2014/main" id="{3C3F090A-27E0-43DD-9D04-4028D5BE0D58}"/>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19" name="Rechteck: abgerundete Ecken 118">
              <a:extLst>
                <a:ext uri="{FF2B5EF4-FFF2-40B4-BE49-F238E27FC236}">
                  <a16:creationId xmlns:a16="http://schemas.microsoft.com/office/drawing/2014/main" id="{B69CBA6C-32D2-487B-B5B4-520513BF75BF}"/>
                </a:ext>
              </a:extLst>
            </p:cNvPr>
            <p:cNvSpPr/>
            <p:nvPr/>
          </p:nvSpPr>
          <p:spPr>
            <a:xfrm rot="2700000">
              <a:off x="7861280" y="1725306"/>
              <a:ext cx="7983" cy="39917"/>
            </a:xfrm>
            <a:prstGeom prst="roundRect">
              <a:avLst/>
            </a:prstGeom>
            <a:solidFill>
              <a:schemeClr val="accent5">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20" name="Gruppieren 119">
              <a:extLst>
                <a:ext uri="{FF2B5EF4-FFF2-40B4-BE49-F238E27FC236}">
                  <a16:creationId xmlns:a16="http://schemas.microsoft.com/office/drawing/2014/main" id="{2FB3A3E6-E98E-4BA2-8416-B78AE09581BB}"/>
                </a:ext>
              </a:extLst>
            </p:cNvPr>
            <p:cNvGrpSpPr/>
            <p:nvPr/>
          </p:nvGrpSpPr>
          <p:grpSpPr>
            <a:xfrm rot="8100000">
              <a:off x="7897783" y="1637178"/>
              <a:ext cx="7983" cy="143165"/>
              <a:chOff x="3385929" y="4336972"/>
              <a:chExt cx="57150" cy="774690"/>
            </a:xfrm>
            <a:solidFill>
              <a:schemeClr val="accent5">
                <a:lumMod val="60000"/>
                <a:lumOff val="40000"/>
              </a:schemeClr>
            </a:solidFill>
          </p:grpSpPr>
          <p:sp>
            <p:nvSpPr>
              <p:cNvPr id="121" name="Rechteck: abgerundete Ecken 120">
                <a:extLst>
                  <a:ext uri="{FF2B5EF4-FFF2-40B4-BE49-F238E27FC236}">
                    <a16:creationId xmlns:a16="http://schemas.microsoft.com/office/drawing/2014/main" id="{775A6F24-FC0D-48AF-9E81-24BAE3A145AA}"/>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22" name="Rechteck: abgerundete Ecken 121">
                <a:extLst>
                  <a:ext uri="{FF2B5EF4-FFF2-40B4-BE49-F238E27FC236}">
                    <a16:creationId xmlns:a16="http://schemas.microsoft.com/office/drawing/2014/main" id="{032EFEE4-5FE9-44F7-BE69-E1B1C1B10A83}"/>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nvGrpSpPr>
          <p:cNvPr id="127" name="Gruppieren 126">
            <a:extLst>
              <a:ext uri="{FF2B5EF4-FFF2-40B4-BE49-F238E27FC236}">
                <a16:creationId xmlns:a16="http://schemas.microsoft.com/office/drawing/2014/main" id="{1603DEC4-B944-4E50-83F1-FE37A57F5D40}"/>
              </a:ext>
            </a:extLst>
          </p:cNvPr>
          <p:cNvGrpSpPr>
            <a:grpSpLocks noChangeAspect="1"/>
          </p:cNvGrpSpPr>
          <p:nvPr/>
        </p:nvGrpSpPr>
        <p:grpSpPr>
          <a:xfrm>
            <a:off x="1192612" y="2670819"/>
            <a:ext cx="452484" cy="504000"/>
            <a:chOff x="7830193" y="1387943"/>
            <a:chExt cx="352292" cy="392400"/>
          </a:xfrm>
        </p:grpSpPr>
        <p:pic>
          <p:nvPicPr>
            <p:cNvPr id="128" name="Grafik 127" descr="Bleistift mit einfarbiger Füllung">
              <a:extLst>
                <a:ext uri="{FF2B5EF4-FFF2-40B4-BE49-F238E27FC236}">
                  <a16:creationId xmlns:a16="http://schemas.microsoft.com/office/drawing/2014/main" id="{37EEEA38-D2F2-4D2A-AF6A-5C3A9CB4D59C}"/>
                </a:ext>
              </a:extLst>
            </p:cNvPr>
            <p:cNvPicPr preferRelativeResize="0">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085753">
              <a:off x="7856333" y="1387943"/>
              <a:ext cx="326152" cy="325992"/>
            </a:xfrm>
            <a:prstGeom prst="rect">
              <a:avLst/>
            </a:prstGeom>
          </p:spPr>
        </p:pic>
        <p:grpSp>
          <p:nvGrpSpPr>
            <p:cNvPr id="129" name="Gruppieren 128">
              <a:extLst>
                <a:ext uri="{FF2B5EF4-FFF2-40B4-BE49-F238E27FC236}">
                  <a16:creationId xmlns:a16="http://schemas.microsoft.com/office/drawing/2014/main" id="{D9F9F60B-359E-4DE8-A8BB-2201002814BC}"/>
                </a:ext>
              </a:extLst>
            </p:cNvPr>
            <p:cNvGrpSpPr/>
            <p:nvPr/>
          </p:nvGrpSpPr>
          <p:grpSpPr>
            <a:xfrm>
              <a:off x="7897783" y="1637178"/>
              <a:ext cx="7983" cy="143165"/>
              <a:chOff x="3385929" y="4336972"/>
              <a:chExt cx="57150" cy="774690"/>
            </a:xfrm>
            <a:solidFill>
              <a:schemeClr val="accent5">
                <a:lumMod val="60000"/>
                <a:lumOff val="40000"/>
              </a:schemeClr>
            </a:solidFill>
          </p:grpSpPr>
          <p:sp>
            <p:nvSpPr>
              <p:cNvPr id="137" name="Rechteck: abgerundete Ecken 136">
                <a:extLst>
                  <a:ext uri="{FF2B5EF4-FFF2-40B4-BE49-F238E27FC236}">
                    <a16:creationId xmlns:a16="http://schemas.microsoft.com/office/drawing/2014/main" id="{4C419169-2848-4883-8238-B8B4ECAB5CED}"/>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8" name="Rechteck: abgerundete Ecken 137">
                <a:extLst>
                  <a:ext uri="{FF2B5EF4-FFF2-40B4-BE49-F238E27FC236}">
                    <a16:creationId xmlns:a16="http://schemas.microsoft.com/office/drawing/2014/main" id="{B729ADD1-40E8-40A6-895E-045C761D9904}"/>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130" name="Gruppieren 129">
              <a:extLst>
                <a:ext uri="{FF2B5EF4-FFF2-40B4-BE49-F238E27FC236}">
                  <a16:creationId xmlns:a16="http://schemas.microsoft.com/office/drawing/2014/main" id="{7732A301-8CFE-4C7C-90E1-85C6CB93FB08}"/>
                </a:ext>
              </a:extLst>
            </p:cNvPr>
            <p:cNvGrpSpPr/>
            <p:nvPr/>
          </p:nvGrpSpPr>
          <p:grpSpPr>
            <a:xfrm rot="5400000">
              <a:off x="7897783" y="1637179"/>
              <a:ext cx="7983" cy="143163"/>
              <a:chOff x="3385929" y="4336972"/>
              <a:chExt cx="57150" cy="774690"/>
            </a:xfrm>
            <a:solidFill>
              <a:schemeClr val="accent5">
                <a:lumMod val="60000"/>
                <a:lumOff val="40000"/>
              </a:schemeClr>
            </a:solidFill>
          </p:grpSpPr>
          <p:sp>
            <p:nvSpPr>
              <p:cNvPr id="135" name="Rechteck: abgerundete Ecken 134">
                <a:extLst>
                  <a:ext uri="{FF2B5EF4-FFF2-40B4-BE49-F238E27FC236}">
                    <a16:creationId xmlns:a16="http://schemas.microsoft.com/office/drawing/2014/main" id="{D78BF99B-E816-4B06-A304-61F734B63D9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6" name="Rechteck: abgerundete Ecken 135">
                <a:extLst>
                  <a:ext uri="{FF2B5EF4-FFF2-40B4-BE49-F238E27FC236}">
                    <a16:creationId xmlns:a16="http://schemas.microsoft.com/office/drawing/2014/main" id="{C3EB6432-B1A9-40D4-B638-4ECF02B57EC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131" name="Rechteck: abgerundete Ecken 130">
              <a:extLst>
                <a:ext uri="{FF2B5EF4-FFF2-40B4-BE49-F238E27FC236}">
                  <a16:creationId xmlns:a16="http://schemas.microsoft.com/office/drawing/2014/main" id="{8F91971B-EA3B-4F1A-92D7-3C0FB4C14EFA}"/>
                </a:ext>
              </a:extLst>
            </p:cNvPr>
            <p:cNvSpPr/>
            <p:nvPr/>
          </p:nvSpPr>
          <p:spPr>
            <a:xfrm rot="2700000">
              <a:off x="7861280" y="1725306"/>
              <a:ext cx="7983" cy="39917"/>
            </a:xfrm>
            <a:prstGeom prst="roundRect">
              <a:avLst/>
            </a:prstGeom>
            <a:solidFill>
              <a:schemeClr val="accent5">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132" name="Gruppieren 131">
              <a:extLst>
                <a:ext uri="{FF2B5EF4-FFF2-40B4-BE49-F238E27FC236}">
                  <a16:creationId xmlns:a16="http://schemas.microsoft.com/office/drawing/2014/main" id="{F1234E75-4486-404C-B430-91295F9D53D1}"/>
                </a:ext>
              </a:extLst>
            </p:cNvPr>
            <p:cNvGrpSpPr/>
            <p:nvPr/>
          </p:nvGrpSpPr>
          <p:grpSpPr>
            <a:xfrm rot="8100000">
              <a:off x="7897783" y="1637178"/>
              <a:ext cx="7983" cy="143165"/>
              <a:chOff x="3385929" y="4336972"/>
              <a:chExt cx="57150" cy="774690"/>
            </a:xfrm>
            <a:solidFill>
              <a:schemeClr val="accent5">
                <a:lumMod val="60000"/>
                <a:lumOff val="40000"/>
              </a:schemeClr>
            </a:solidFill>
          </p:grpSpPr>
          <p:sp>
            <p:nvSpPr>
              <p:cNvPr id="133" name="Rechteck: abgerundete Ecken 132">
                <a:extLst>
                  <a:ext uri="{FF2B5EF4-FFF2-40B4-BE49-F238E27FC236}">
                    <a16:creationId xmlns:a16="http://schemas.microsoft.com/office/drawing/2014/main" id="{392C95FE-6E88-4D7C-B604-38B6ECCB9D6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134" name="Rechteck: abgerundete Ecken 133">
                <a:extLst>
                  <a:ext uri="{FF2B5EF4-FFF2-40B4-BE49-F238E27FC236}">
                    <a16:creationId xmlns:a16="http://schemas.microsoft.com/office/drawing/2014/main" id="{0A259028-855D-45F7-A4B4-6E06B775B90C}"/>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spTree>
    <p:extLst>
      <p:ext uri="{BB962C8B-B14F-4D97-AF65-F5344CB8AC3E}">
        <p14:creationId xmlns:p14="http://schemas.microsoft.com/office/powerpoint/2010/main" val="2821432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4E42853-7D2E-42F6-936E-5720C3A21350}"/>
              </a:ext>
            </a:extLst>
          </p:cNvPr>
          <p:cNvSpPr/>
          <p:nvPr/>
        </p:nvSpPr>
        <p:spPr>
          <a:xfrm>
            <a:off x="620561" y="2648498"/>
            <a:ext cx="7902878" cy="1477328"/>
          </a:xfrm>
          <a:prstGeom prst="rect">
            <a:avLst/>
          </a:prstGeom>
        </p:spPr>
        <p:txBody>
          <a:bodyPr wrap="square">
            <a:spAutoFit/>
          </a:bodyPr>
          <a:lstStyle/>
          <a:p>
            <a:r>
              <a:rPr lang="en-US" dirty="0"/>
              <a:t>As soon as you start the trial, a </a:t>
            </a:r>
            <a:r>
              <a:rPr lang="en-US" b="1" dirty="0"/>
              <a:t>countdown</a:t>
            </a:r>
            <a:r>
              <a:rPr lang="en-US" dirty="0"/>
              <a:t> will appear. You will then already see the circles you are supposed to tap in your imagery. The size of the gray circles may vary from trial to trial.</a:t>
            </a:r>
          </a:p>
          <a:p>
            <a:endParaRPr lang="en-US" dirty="0"/>
          </a:p>
          <a:p>
            <a:r>
              <a:rPr lang="en-US" dirty="0"/>
              <a:t>Begin promptly as soon as the countdown has disappeared.</a:t>
            </a:r>
          </a:p>
        </p:txBody>
      </p:sp>
      <p:sp>
        <p:nvSpPr>
          <p:cNvPr id="39" name="Abgerundetes Rechteck 2">
            <a:extLst>
              <a:ext uri="{FF2B5EF4-FFF2-40B4-BE49-F238E27FC236}">
                <a16:creationId xmlns:a16="http://schemas.microsoft.com/office/drawing/2014/main" id="{C85F2344-852C-4C68-B248-29699A2C6E8C}"/>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18976522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4E42853-7D2E-42F6-936E-5720C3A21350}"/>
              </a:ext>
            </a:extLst>
          </p:cNvPr>
          <p:cNvSpPr/>
          <p:nvPr/>
        </p:nvSpPr>
        <p:spPr>
          <a:xfrm>
            <a:off x="703821" y="1659862"/>
            <a:ext cx="7736359" cy="3538276"/>
          </a:xfrm>
          <a:prstGeom prst="rect">
            <a:avLst/>
          </a:prstGeom>
        </p:spPr>
        <p:txBody>
          <a:bodyPr wrap="square">
            <a:spAutoFit/>
          </a:bodyPr>
          <a:lstStyle/>
          <a:p>
            <a:pPr>
              <a:lnSpc>
                <a:spcPct val="107000"/>
              </a:lnSpc>
            </a:pPr>
            <a:r>
              <a:rPr lang="en-US" dirty="0"/>
              <a:t>During the task, the hand you use to tap in your imagery </a:t>
            </a:r>
            <a:r>
              <a:rPr lang="en-US" b="1" dirty="0"/>
              <a:t>rests</a:t>
            </a:r>
            <a:r>
              <a:rPr lang="en-US" dirty="0"/>
              <a:t> calmly on the table. Keep the index finger of your other hand on the space bar.</a:t>
            </a:r>
          </a:p>
          <a:p>
            <a:pPr>
              <a:lnSpc>
                <a:spcPct val="107000"/>
              </a:lnSpc>
            </a:pPr>
            <a:endPar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Do </a:t>
            </a:r>
            <a:r>
              <a:rPr lang="de-AT" b="1" u="sng" dirty="0">
                <a:solidFill>
                  <a:srgbClr val="000000"/>
                </a:solidFill>
                <a:latin typeface="Calibri" panose="020F0502020204030204" pitchFamily="34" charset="0"/>
                <a:ea typeface="Calibri" panose="020F0502020204030204" pitchFamily="34" charset="0"/>
                <a:cs typeface="Times New Roman" panose="02020603050405020304" pitchFamily="18" charset="0"/>
              </a:rPr>
              <a:t>not</a:t>
            </a: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de-AT" b="1"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correct</a:t>
            </a:r>
            <a:r>
              <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de-AT"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your</a:t>
            </a:r>
            <a:r>
              <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rPr>
              <a:t> taps in </a:t>
            </a:r>
            <a:r>
              <a:rPr lang="de-AT"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your</a:t>
            </a:r>
            <a:r>
              <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de-AT"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imagery</a:t>
            </a:r>
            <a:r>
              <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pPr>
            <a:r>
              <a:rPr lang="en-US" dirty="0"/>
              <a:t>If you miss a circle in your imagery, just continue right away!</a:t>
            </a:r>
          </a:p>
          <a:p>
            <a:pPr>
              <a:lnSpc>
                <a:spcPct val="107000"/>
              </a:lnSpc>
            </a:pPr>
            <a:endParaRPr lang="de-AT"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b="1" dirty="0"/>
              <a:t>Always imagine lifting</a:t>
            </a:r>
            <a:r>
              <a:rPr lang="en-US" dirty="0"/>
              <a:t> the stylus off the screen after each tap!</a:t>
            </a:r>
          </a:p>
          <a:p>
            <a:pPr>
              <a:lnSpc>
                <a:spcPct val="107000"/>
              </a:lnSpc>
            </a:pPr>
            <a:r>
              <a:rPr lang="de-AT" sz="1600" dirty="0">
                <a:effectLst/>
                <a:latin typeface="Calibri" panose="020F0502020204030204" pitchFamily="34" charset="0"/>
                <a:ea typeface="Calibri" panose="020F0502020204030204" pitchFamily="34" charset="0"/>
                <a:cs typeface="Times New Roman" panose="02020603050405020304" pitchFamily="18" charset="0"/>
              </a:rPr>
              <a:t>(do not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imagine</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dragging</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stylus</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across</a:t>
            </a:r>
            <a:r>
              <a:rPr lang="de-AT" sz="1600" dirty="0">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1600" dirty="0">
                <a:effectLst/>
                <a:latin typeface="Calibri" panose="020F0502020204030204" pitchFamily="34" charset="0"/>
                <a:ea typeface="Calibri" panose="020F0502020204030204" pitchFamily="34" charset="0"/>
                <a:cs typeface="Times New Roman" panose="02020603050405020304" pitchFamily="18" charset="0"/>
              </a:rPr>
              <a:t> screen)</a:t>
            </a:r>
            <a:endParaRPr lang="de-A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de-AT"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de-AT" sz="1600" b="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Reminder</a:t>
            </a:r>
            <a:r>
              <a:rPr lang="de-AT" sz="16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de-A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 </a:t>
            </a:r>
            <a:r>
              <a:rPr lang="de-AT" sz="16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your</a:t>
            </a:r>
            <a:r>
              <a:rPr lang="de-A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de-AT" sz="16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imagery</a:t>
            </a:r>
            <a:r>
              <a:rPr lang="de-A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u</a:t>
            </a:r>
            <a:r>
              <a:rPr lang="en-US" sz="1600" dirty="0"/>
              <a:t>se the stylus with your preferred hand. Press the space bar with the index finger of your spare hand.</a:t>
            </a:r>
            <a:endParaRPr lang="de-AT"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Abgerundetes Rechteck 2">
            <a:extLst>
              <a:ext uri="{FF2B5EF4-FFF2-40B4-BE49-F238E27FC236}">
                <a16:creationId xmlns:a16="http://schemas.microsoft.com/office/drawing/2014/main" id="{8AED86DE-5582-4AD6-8192-D13BCE81F97C}"/>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1893510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0B068D-07A9-4297-984F-3D8FDCA9AF4A}"/>
              </a:ext>
            </a:extLst>
          </p:cNvPr>
          <p:cNvSpPr txBox="1"/>
          <p:nvPr/>
        </p:nvSpPr>
        <p:spPr>
          <a:xfrm>
            <a:off x="683568" y="908720"/>
            <a:ext cx="7488832" cy="984885"/>
          </a:xfrm>
          <a:prstGeom prst="rect">
            <a:avLst/>
          </a:prstGeom>
          <a:noFill/>
        </p:spPr>
        <p:txBody>
          <a:bodyPr wrap="square" rtlCol="0">
            <a:spAutoFit/>
          </a:bodyPr>
          <a:lstStyle/>
          <a:p>
            <a:pPr>
              <a:spcAft>
                <a:spcPts val="600"/>
              </a:spcAft>
            </a:pPr>
            <a:r>
              <a:rPr lang="de-AT" sz="1600" b="1" dirty="0" err="1"/>
              <a:t>Please</a:t>
            </a:r>
            <a:r>
              <a:rPr lang="de-AT" sz="1600" b="1" dirty="0"/>
              <a:t> tick </a:t>
            </a:r>
            <a:r>
              <a:rPr lang="de-AT" sz="1600" b="1" dirty="0" err="1"/>
              <a:t>the</a:t>
            </a:r>
            <a:r>
              <a:rPr lang="de-AT" sz="1600" b="1" dirty="0"/>
              <a:t> </a:t>
            </a:r>
            <a:r>
              <a:rPr lang="de-AT" sz="1600" b="1" dirty="0" err="1"/>
              <a:t>correct</a:t>
            </a:r>
            <a:r>
              <a:rPr lang="de-AT" sz="1600" b="1" dirty="0"/>
              <a:t> </a:t>
            </a:r>
            <a:r>
              <a:rPr lang="de-AT" sz="1600" b="1" dirty="0" err="1"/>
              <a:t>statements</a:t>
            </a:r>
            <a:r>
              <a:rPr lang="de-AT" sz="1600" b="1" dirty="0"/>
              <a:t>: </a:t>
            </a:r>
          </a:p>
          <a:p>
            <a:pPr>
              <a:spcAft>
                <a:spcPts val="600"/>
              </a:spcAft>
            </a:pPr>
            <a:endParaRPr lang="de-AT" sz="1600" dirty="0"/>
          </a:p>
          <a:p>
            <a:pPr>
              <a:spcAft>
                <a:spcPts val="900"/>
              </a:spcAft>
            </a:pPr>
            <a:r>
              <a:rPr lang="de-AT" sz="1600" dirty="0"/>
              <a:t>In </a:t>
            </a:r>
            <a:r>
              <a:rPr lang="de-AT" sz="1600" dirty="0" err="1"/>
              <a:t>the</a:t>
            </a:r>
            <a:r>
              <a:rPr lang="de-AT" sz="1600" dirty="0"/>
              <a:t> </a:t>
            </a:r>
            <a:r>
              <a:rPr lang="de-AT" sz="1600" dirty="0" err="1"/>
              <a:t>following</a:t>
            </a:r>
            <a:r>
              <a:rPr lang="de-AT" sz="1600" dirty="0"/>
              <a:t> </a:t>
            </a:r>
            <a:r>
              <a:rPr lang="de-AT" sz="1600" dirty="0" err="1"/>
              <a:t>task</a:t>
            </a:r>
            <a:r>
              <a:rPr lang="de-AT" sz="1600" dirty="0"/>
              <a:t>…</a:t>
            </a:r>
          </a:p>
        </p:txBody>
      </p:sp>
      <p:sp>
        <p:nvSpPr>
          <p:cNvPr id="3" name="Abgerundetes Rechteck 2">
            <a:extLst>
              <a:ext uri="{FF2B5EF4-FFF2-40B4-BE49-F238E27FC236}">
                <a16:creationId xmlns:a16="http://schemas.microsoft.com/office/drawing/2014/main" id="{C7FFA3BA-012B-408B-8B69-8E35BA634F64}"/>
              </a:ext>
            </a:extLst>
          </p:cNvPr>
          <p:cNvSpPr/>
          <p:nvPr/>
        </p:nvSpPr>
        <p:spPr>
          <a:xfrm>
            <a:off x="5817842" y="6161448"/>
            <a:ext cx="2642592" cy="457200"/>
          </a:xfrm>
          <a:prstGeom prst="roundRect">
            <a:avLst/>
          </a:prstGeom>
          <a:solidFill>
            <a:schemeClr val="accent3">
              <a:lumMod val="20000"/>
              <a:lumOff val="80000"/>
            </a:schemeClr>
          </a:solid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submit</a:t>
            </a:r>
            <a:r>
              <a:rPr lang="de-DE" dirty="0"/>
              <a:t> </a:t>
            </a:r>
            <a:r>
              <a:rPr lang="de-DE" dirty="0" err="1"/>
              <a:t>answer</a:t>
            </a:r>
            <a:endParaRPr lang="de-DE" dirty="0"/>
          </a:p>
        </p:txBody>
      </p:sp>
      <p:sp>
        <p:nvSpPr>
          <p:cNvPr id="4" name="Abgerundetes Rechteck 2">
            <a:extLst>
              <a:ext uri="{FF2B5EF4-FFF2-40B4-BE49-F238E27FC236}">
                <a16:creationId xmlns:a16="http://schemas.microsoft.com/office/drawing/2014/main" id="{5EA24EC1-40B8-492D-AB8E-570E7238E6A7}"/>
              </a:ext>
            </a:extLst>
          </p:cNvPr>
          <p:cNvSpPr/>
          <p:nvPr/>
        </p:nvSpPr>
        <p:spPr>
          <a:xfrm>
            <a:off x="683568" y="6161448"/>
            <a:ext cx="2642592" cy="457200"/>
          </a:xfrm>
          <a:prstGeom prst="roundRect">
            <a:avLst/>
          </a:prstGeom>
          <a:solidFill>
            <a:schemeClr val="accent2">
              <a:lumMod val="60000"/>
              <a:lumOff val="40000"/>
              <a:alpha val="20000"/>
            </a:schemeClr>
          </a:solid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t>back </a:t>
            </a:r>
            <a:r>
              <a:rPr lang="de-DE" dirty="0" err="1"/>
              <a:t>to</a:t>
            </a:r>
            <a:r>
              <a:rPr lang="de-DE" dirty="0"/>
              <a:t> </a:t>
            </a:r>
            <a:r>
              <a:rPr lang="de-DE" dirty="0" err="1"/>
              <a:t>instructions</a:t>
            </a:r>
            <a:endParaRPr lang="de-DE" dirty="0"/>
          </a:p>
        </p:txBody>
      </p:sp>
      <p:sp>
        <p:nvSpPr>
          <p:cNvPr id="5" name="Abgerundetes Rechteck 2">
            <a:extLst>
              <a:ext uri="{FF2B5EF4-FFF2-40B4-BE49-F238E27FC236}">
                <a16:creationId xmlns:a16="http://schemas.microsoft.com/office/drawing/2014/main" id="{1D835AF7-7D39-4AC9-B7DD-8730080F602F}"/>
              </a:ext>
            </a:extLst>
          </p:cNvPr>
          <p:cNvSpPr>
            <a:spLocks noChangeAspect="1"/>
          </p:cNvSpPr>
          <p:nvPr/>
        </p:nvSpPr>
        <p:spPr>
          <a:xfrm>
            <a:off x="739308" y="2056808"/>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6" name="Abgerundetes Rechteck 2">
            <a:extLst>
              <a:ext uri="{FF2B5EF4-FFF2-40B4-BE49-F238E27FC236}">
                <a16:creationId xmlns:a16="http://schemas.microsoft.com/office/drawing/2014/main" id="{02C0D464-50FA-4A55-80C1-B064F46DC834}"/>
              </a:ext>
            </a:extLst>
          </p:cNvPr>
          <p:cNvSpPr>
            <a:spLocks noChangeAspect="1"/>
          </p:cNvSpPr>
          <p:nvPr/>
        </p:nvSpPr>
        <p:spPr>
          <a:xfrm>
            <a:off x="739308" y="2454092"/>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7" name="Abgerundetes Rechteck 2">
            <a:extLst>
              <a:ext uri="{FF2B5EF4-FFF2-40B4-BE49-F238E27FC236}">
                <a16:creationId xmlns:a16="http://schemas.microsoft.com/office/drawing/2014/main" id="{F62AE5B3-4404-4BDD-BA54-F3AD0271A052}"/>
              </a:ext>
            </a:extLst>
          </p:cNvPr>
          <p:cNvSpPr>
            <a:spLocks noChangeAspect="1"/>
          </p:cNvSpPr>
          <p:nvPr/>
        </p:nvSpPr>
        <p:spPr>
          <a:xfrm>
            <a:off x="739308" y="2851376"/>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8" name="Abgerundetes Rechteck 2">
            <a:extLst>
              <a:ext uri="{FF2B5EF4-FFF2-40B4-BE49-F238E27FC236}">
                <a16:creationId xmlns:a16="http://schemas.microsoft.com/office/drawing/2014/main" id="{48309F08-F5E9-4D65-AC78-72FDEC184BA6}"/>
              </a:ext>
            </a:extLst>
          </p:cNvPr>
          <p:cNvSpPr>
            <a:spLocks noChangeAspect="1"/>
          </p:cNvSpPr>
          <p:nvPr/>
        </p:nvSpPr>
        <p:spPr>
          <a:xfrm>
            <a:off x="739308" y="4043228"/>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9" name="Abgerundetes Rechteck 2">
            <a:extLst>
              <a:ext uri="{FF2B5EF4-FFF2-40B4-BE49-F238E27FC236}">
                <a16:creationId xmlns:a16="http://schemas.microsoft.com/office/drawing/2014/main" id="{B91EE08D-09BF-405A-AA97-EE1E14311387}"/>
              </a:ext>
            </a:extLst>
          </p:cNvPr>
          <p:cNvSpPr>
            <a:spLocks noChangeAspect="1"/>
          </p:cNvSpPr>
          <p:nvPr/>
        </p:nvSpPr>
        <p:spPr>
          <a:xfrm>
            <a:off x="739308" y="3248660"/>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
        <p:nvSpPr>
          <p:cNvPr id="10" name="Textfeld 9">
            <a:extLst>
              <a:ext uri="{FF2B5EF4-FFF2-40B4-BE49-F238E27FC236}">
                <a16:creationId xmlns:a16="http://schemas.microsoft.com/office/drawing/2014/main" id="{9DB7C6A8-20DD-40D7-89A1-3FEE16DB155A}"/>
              </a:ext>
            </a:extLst>
          </p:cNvPr>
          <p:cNvSpPr txBox="1"/>
          <p:nvPr/>
        </p:nvSpPr>
        <p:spPr>
          <a:xfrm>
            <a:off x="1043608" y="908720"/>
            <a:ext cx="7200800" cy="3424014"/>
          </a:xfrm>
          <a:prstGeom prst="rect">
            <a:avLst/>
          </a:prstGeom>
          <a:noFill/>
        </p:spPr>
        <p:txBody>
          <a:bodyPr wrap="square" rtlCol="0">
            <a:spAutoFit/>
          </a:bodyPr>
          <a:lstStyle/>
          <a:p>
            <a:pPr>
              <a:spcAft>
                <a:spcPts val="900"/>
              </a:spcAft>
            </a:pPr>
            <a:endParaRPr lang="de-AT" sz="1600" dirty="0"/>
          </a:p>
          <a:p>
            <a:pPr>
              <a:spcAft>
                <a:spcPts val="900"/>
              </a:spcAft>
            </a:pPr>
            <a:endParaRPr lang="de-AT" sz="1600" dirty="0"/>
          </a:p>
          <a:p>
            <a:pPr>
              <a:spcAft>
                <a:spcPts val="900"/>
              </a:spcAft>
            </a:pPr>
            <a:endParaRPr lang="de-AT" sz="1600" dirty="0"/>
          </a:p>
          <a:p>
            <a:pPr>
              <a:spcAft>
                <a:spcPts val="1200"/>
              </a:spcAft>
            </a:pPr>
            <a:r>
              <a:rPr lang="en-US" sz="1600" dirty="0"/>
              <a:t>you are not allowed to perform actual taps. The respective hand rests on the table. </a:t>
            </a:r>
          </a:p>
          <a:p>
            <a:pPr>
              <a:spcAft>
                <a:spcPts val="1200"/>
              </a:spcAft>
            </a:pPr>
            <a:r>
              <a:rPr lang="de-AT" sz="1600" dirty="0" err="1"/>
              <a:t>you</a:t>
            </a:r>
            <a:r>
              <a:rPr lang="de-AT" sz="1600" dirty="0"/>
              <a:t> press </a:t>
            </a:r>
            <a:r>
              <a:rPr lang="de-AT" sz="1600" dirty="0" err="1"/>
              <a:t>the</a:t>
            </a:r>
            <a:r>
              <a:rPr lang="de-AT" sz="1600" dirty="0"/>
              <a:t> </a:t>
            </a:r>
            <a:r>
              <a:rPr lang="de-AT" sz="1600" dirty="0" err="1"/>
              <a:t>space</a:t>
            </a:r>
            <a:r>
              <a:rPr lang="de-AT" sz="1600" dirty="0"/>
              <a:t> bar </a:t>
            </a:r>
            <a:r>
              <a:rPr lang="de-AT" sz="1600" dirty="0" err="1"/>
              <a:t>simultaneously</a:t>
            </a:r>
            <a:r>
              <a:rPr lang="de-AT" sz="1600" dirty="0"/>
              <a:t> </a:t>
            </a:r>
            <a:r>
              <a:rPr lang="de-AT" sz="1600" dirty="0" err="1"/>
              <a:t>with</a:t>
            </a:r>
            <a:r>
              <a:rPr lang="de-AT" sz="1600" dirty="0"/>
              <a:t> </a:t>
            </a:r>
            <a:r>
              <a:rPr lang="de-AT" sz="1600" dirty="0" err="1"/>
              <a:t>each</a:t>
            </a:r>
            <a:r>
              <a:rPr lang="de-AT" sz="1600" dirty="0"/>
              <a:t> </a:t>
            </a:r>
            <a:r>
              <a:rPr lang="de-AT" sz="1600" dirty="0" err="1"/>
              <a:t>imagined</a:t>
            </a:r>
            <a:r>
              <a:rPr lang="de-AT" sz="1600" dirty="0"/>
              <a:t> tap.  </a:t>
            </a:r>
          </a:p>
          <a:p>
            <a:pPr>
              <a:spcAft>
                <a:spcPts val="1200"/>
              </a:spcAft>
            </a:pPr>
            <a:r>
              <a:rPr lang="de-AT" sz="1600" dirty="0" err="1"/>
              <a:t>you</a:t>
            </a:r>
            <a:r>
              <a:rPr lang="de-AT" sz="1600" dirty="0"/>
              <a:t> </a:t>
            </a:r>
            <a:r>
              <a:rPr lang="de-AT" sz="1600" dirty="0" err="1"/>
              <a:t>actually</a:t>
            </a:r>
            <a:r>
              <a:rPr lang="de-AT" sz="1600" dirty="0"/>
              <a:t> tap </a:t>
            </a:r>
            <a:r>
              <a:rPr lang="de-AT" sz="1600" dirty="0" err="1"/>
              <a:t>the</a:t>
            </a:r>
            <a:r>
              <a:rPr lang="de-AT" sz="1600" dirty="0"/>
              <a:t> </a:t>
            </a:r>
            <a:r>
              <a:rPr lang="de-AT" sz="1600" dirty="0" err="1"/>
              <a:t>circles</a:t>
            </a:r>
            <a:r>
              <a:rPr lang="de-AT" sz="1600" dirty="0"/>
              <a:t>.</a:t>
            </a:r>
          </a:p>
          <a:p>
            <a:pPr>
              <a:spcAft>
                <a:spcPts val="1200"/>
              </a:spcAft>
            </a:pPr>
            <a:r>
              <a:rPr lang="en-US" sz="1600" dirty="0"/>
              <a:t>the order in which you tap the circles is up to you.</a:t>
            </a:r>
          </a:p>
          <a:p>
            <a:pPr>
              <a:spcAft>
                <a:spcPts val="1200"/>
              </a:spcAft>
            </a:pPr>
            <a:r>
              <a:rPr lang="de-AT" sz="1600" dirty="0" err="1"/>
              <a:t>the</a:t>
            </a:r>
            <a:r>
              <a:rPr lang="de-AT" sz="1600" dirty="0"/>
              <a:t> </a:t>
            </a:r>
            <a:r>
              <a:rPr lang="de-AT" sz="1600" dirty="0" err="1"/>
              <a:t>imagined</a:t>
            </a:r>
            <a:r>
              <a:rPr lang="de-AT" sz="1600" dirty="0"/>
              <a:t> </a:t>
            </a:r>
            <a:r>
              <a:rPr lang="de-AT" sz="1600" dirty="0" err="1"/>
              <a:t>movement</a:t>
            </a:r>
            <a:r>
              <a:rPr lang="de-AT" sz="1600" dirty="0"/>
              <a:t> </a:t>
            </a:r>
            <a:r>
              <a:rPr lang="de-AT" sz="1600" dirty="0" err="1"/>
              <a:t>sequence</a:t>
            </a:r>
            <a:r>
              <a:rPr lang="de-AT" sz="1600" dirty="0"/>
              <a:t> </a:t>
            </a:r>
            <a:r>
              <a:rPr lang="de-AT" sz="1600" dirty="0" err="1"/>
              <a:t>starts</a:t>
            </a:r>
            <a:r>
              <a:rPr lang="de-AT" sz="1600" dirty="0"/>
              <a:t> and </a:t>
            </a:r>
            <a:r>
              <a:rPr lang="de-AT" sz="1600" dirty="0" err="1"/>
              <a:t>ends</a:t>
            </a:r>
            <a:r>
              <a:rPr lang="de-AT" sz="1600" dirty="0"/>
              <a:t> on </a:t>
            </a:r>
            <a:r>
              <a:rPr lang="de-AT" sz="1600" dirty="0" err="1"/>
              <a:t>the</a:t>
            </a:r>
            <a:r>
              <a:rPr lang="de-AT" sz="1600" dirty="0"/>
              <a:t> </a:t>
            </a:r>
            <a:r>
              <a:rPr lang="de-AT" sz="1600" dirty="0" err="1"/>
              <a:t>red</a:t>
            </a:r>
            <a:r>
              <a:rPr lang="de-AT" sz="1600" dirty="0"/>
              <a:t> </a:t>
            </a:r>
            <a:r>
              <a:rPr lang="de-AT" sz="1600" dirty="0" err="1"/>
              <a:t>circle</a:t>
            </a:r>
            <a:r>
              <a:rPr lang="de-AT" sz="1600" dirty="0"/>
              <a:t>.   </a:t>
            </a:r>
            <a:endParaRPr lang="en-US" sz="1600" dirty="0"/>
          </a:p>
          <a:p>
            <a:pPr>
              <a:spcAft>
                <a:spcPts val="1200"/>
              </a:spcAft>
            </a:pPr>
            <a:r>
              <a:rPr lang="en-US" sz="1600" dirty="0"/>
              <a:t>you imagine using the stylus during the task.</a:t>
            </a:r>
            <a:endParaRPr lang="de-AT" sz="1600" dirty="0"/>
          </a:p>
        </p:txBody>
      </p:sp>
      <p:sp>
        <p:nvSpPr>
          <p:cNvPr id="11" name="Abgerundetes Rechteck 2">
            <a:extLst>
              <a:ext uri="{FF2B5EF4-FFF2-40B4-BE49-F238E27FC236}">
                <a16:creationId xmlns:a16="http://schemas.microsoft.com/office/drawing/2014/main" id="{913BB5BE-956B-4CBC-BAA1-EC7BB5302185}"/>
              </a:ext>
            </a:extLst>
          </p:cNvPr>
          <p:cNvSpPr>
            <a:spLocks noChangeAspect="1"/>
          </p:cNvSpPr>
          <p:nvPr/>
        </p:nvSpPr>
        <p:spPr>
          <a:xfrm>
            <a:off x="739308" y="3645944"/>
            <a:ext cx="215950" cy="216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endParaRPr lang="de-AT" sz="1350" b="0" strike="noStrike" spc="-1" dirty="0">
              <a:solidFill>
                <a:schemeClr val="tx1"/>
              </a:solidFill>
              <a:latin typeface="Arial"/>
            </a:endParaRPr>
          </a:p>
        </p:txBody>
      </p:sp>
    </p:spTree>
    <p:extLst>
      <p:ext uri="{BB962C8B-B14F-4D97-AF65-F5344CB8AC3E}">
        <p14:creationId xmlns:p14="http://schemas.microsoft.com/office/powerpoint/2010/main" val="2511843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451636" y="2182505"/>
            <a:ext cx="8240729" cy="3170099"/>
          </a:xfrm>
          <a:prstGeom prst="rect">
            <a:avLst/>
          </a:prstGeom>
          <a:noFill/>
        </p:spPr>
        <p:txBody>
          <a:bodyPr wrap="square" rtlCol="0">
            <a:spAutoFit/>
          </a:bodyPr>
          <a:lstStyle/>
          <a:p>
            <a:pPr algn="ctr"/>
            <a:r>
              <a:rPr lang="de-DE" sz="2800" b="1" dirty="0">
                <a:solidFill>
                  <a:schemeClr val="accent3"/>
                </a:solidFill>
              </a:rPr>
              <a:t>CORRECT</a:t>
            </a:r>
          </a:p>
          <a:p>
            <a:pPr algn="ctr"/>
            <a:endParaRPr lang="de-DE" sz="2800" dirty="0"/>
          </a:p>
          <a:p>
            <a:pPr algn="ctr"/>
            <a:r>
              <a:rPr lang="en-US" sz="2400" dirty="0"/>
              <a:t>You will now complete four practice trials.</a:t>
            </a:r>
          </a:p>
          <a:p>
            <a:pPr algn="ctr"/>
            <a:endParaRPr lang="en-US" sz="2400" dirty="0"/>
          </a:p>
          <a:p>
            <a:pPr algn="ctr"/>
            <a:endParaRPr lang="en-US" dirty="0"/>
          </a:p>
          <a:p>
            <a:pPr algn="ctr"/>
            <a:r>
              <a:rPr lang="en-US" b="1" dirty="0"/>
              <a:t>Reminder:</a:t>
            </a:r>
            <a:r>
              <a:rPr lang="en-US" dirty="0"/>
              <a:t> </a:t>
            </a:r>
            <a:r>
              <a:rPr lang="en-US" dirty="0">
                <a:cs typeface="Calibri" panose="020F0502020204030204" pitchFamily="34" charset="0"/>
              </a:rPr>
              <a:t>Imagine the movements as realistically as possible. Imagine tapping</a:t>
            </a:r>
            <a:r>
              <a:rPr lang="en-US" dirty="0"/>
              <a:t> the circles as quickly as possible in the correct order, and make sure to hit every circle in your imagery. Press the space bar simultaneously with each imagined tap.</a:t>
            </a:r>
          </a:p>
          <a:p>
            <a:pPr algn="ctr"/>
            <a:endParaRPr lang="de-DE" sz="2400" dirty="0"/>
          </a:p>
        </p:txBody>
      </p:sp>
      <p:sp>
        <p:nvSpPr>
          <p:cNvPr id="9" name="Abgerundetes Rechteck 2">
            <a:extLst>
              <a:ext uri="{FF2B5EF4-FFF2-40B4-BE49-F238E27FC236}">
                <a16:creationId xmlns:a16="http://schemas.microsoft.com/office/drawing/2014/main" id="{587ABB40-B558-48F2-AF30-767455032B36}"/>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25135484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feld 11">
            <a:extLst>
              <a:ext uri="{FF2B5EF4-FFF2-40B4-BE49-F238E27FC236}">
                <a16:creationId xmlns:a16="http://schemas.microsoft.com/office/drawing/2014/main" id="{98BC3468-FB1E-4B48-9E0C-70224D0F0F48}"/>
              </a:ext>
            </a:extLst>
          </p:cNvPr>
          <p:cNvSpPr txBox="1"/>
          <p:nvPr/>
        </p:nvSpPr>
        <p:spPr>
          <a:xfrm>
            <a:off x="508555" y="2028617"/>
            <a:ext cx="8126890" cy="2677656"/>
          </a:xfrm>
          <a:prstGeom prst="rect">
            <a:avLst/>
          </a:prstGeom>
          <a:noFill/>
        </p:spPr>
        <p:txBody>
          <a:bodyPr wrap="square" rtlCol="0">
            <a:spAutoFit/>
          </a:bodyPr>
          <a:lstStyle/>
          <a:p>
            <a:pPr algn="ctr"/>
            <a:r>
              <a:rPr lang="en-US" sz="2400" dirty="0"/>
              <a:t>Please put the </a:t>
            </a:r>
            <a:r>
              <a:rPr lang="en-US" sz="2400" b="1" dirty="0"/>
              <a:t>stylus aside </a:t>
            </a:r>
            <a:r>
              <a:rPr lang="en-US" sz="2400" dirty="0"/>
              <a:t>now</a:t>
            </a:r>
            <a:r>
              <a:rPr lang="en-US" sz="2400" b="1" dirty="0"/>
              <a:t>.</a:t>
            </a:r>
          </a:p>
          <a:p>
            <a:pPr algn="ctr"/>
            <a:endParaRPr lang="en-US" sz="2400" dirty="0"/>
          </a:p>
          <a:p>
            <a:pPr algn="ctr"/>
            <a:r>
              <a:rPr lang="en-US" sz="2400" dirty="0"/>
              <a:t>Let the </a:t>
            </a:r>
            <a:r>
              <a:rPr lang="en-US" sz="2400" b="1" dirty="0"/>
              <a:t>hand</a:t>
            </a:r>
            <a:r>
              <a:rPr lang="en-US" sz="2400" dirty="0"/>
              <a:t> you used to operate the stylus </a:t>
            </a:r>
            <a:r>
              <a:rPr lang="en-US" sz="2400" b="1" dirty="0"/>
              <a:t>rest on the table </a:t>
            </a:r>
            <a:r>
              <a:rPr lang="en-US" sz="2400" dirty="0"/>
              <a:t>until you are instructed to use the stylus again.</a:t>
            </a:r>
          </a:p>
          <a:p>
            <a:pPr algn="ctr"/>
            <a:endParaRPr lang="en-US" sz="2400" dirty="0"/>
          </a:p>
          <a:p>
            <a:pPr algn="ctr"/>
            <a:r>
              <a:rPr lang="en-US" sz="2400" dirty="0"/>
              <a:t>From now on, use the space bar to continue — press it with the index finger of </a:t>
            </a:r>
            <a:r>
              <a:rPr lang="en-US" sz="2400" b="1" dirty="0"/>
              <a:t>your other </a:t>
            </a:r>
            <a:r>
              <a:rPr lang="en-US" sz="2400" dirty="0"/>
              <a:t>hand.</a:t>
            </a:r>
          </a:p>
        </p:txBody>
      </p:sp>
      <p:grpSp>
        <p:nvGrpSpPr>
          <p:cNvPr id="13" name="Gruppieren 12">
            <a:extLst>
              <a:ext uri="{FF2B5EF4-FFF2-40B4-BE49-F238E27FC236}">
                <a16:creationId xmlns:a16="http://schemas.microsoft.com/office/drawing/2014/main" id="{032733C8-80FD-475B-A87B-68EB6E430441}"/>
              </a:ext>
            </a:extLst>
          </p:cNvPr>
          <p:cNvGrpSpPr>
            <a:grpSpLocks noChangeAspect="1"/>
          </p:cNvGrpSpPr>
          <p:nvPr/>
        </p:nvGrpSpPr>
        <p:grpSpPr>
          <a:xfrm>
            <a:off x="4220391" y="5445224"/>
            <a:ext cx="703217" cy="569327"/>
            <a:chOff x="2228034" y="2144757"/>
            <a:chExt cx="1311628" cy="1061900"/>
          </a:xfrm>
        </p:grpSpPr>
        <p:sp>
          <p:nvSpPr>
            <p:cNvPr id="14" name="Rechteck: abgerundete Ecken 13">
              <a:extLst>
                <a:ext uri="{FF2B5EF4-FFF2-40B4-BE49-F238E27FC236}">
                  <a16:creationId xmlns:a16="http://schemas.microsoft.com/office/drawing/2014/main" id="{A24B76CA-636F-4043-938B-62696D8B525E}"/>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15" name="Gruppieren 14">
              <a:extLst>
                <a:ext uri="{FF2B5EF4-FFF2-40B4-BE49-F238E27FC236}">
                  <a16:creationId xmlns:a16="http://schemas.microsoft.com/office/drawing/2014/main" id="{7F2A2050-8DCC-4207-9968-C3098A48B77F}"/>
                </a:ext>
              </a:extLst>
            </p:cNvPr>
            <p:cNvGrpSpPr>
              <a:grpSpLocks noChangeAspect="1"/>
            </p:cNvGrpSpPr>
            <p:nvPr/>
          </p:nvGrpSpPr>
          <p:grpSpPr>
            <a:xfrm>
              <a:off x="2702911" y="2190589"/>
              <a:ext cx="322289" cy="322289"/>
              <a:chOff x="1088874" y="1937857"/>
              <a:chExt cx="914400" cy="914400"/>
            </a:xfrm>
          </p:grpSpPr>
          <p:sp>
            <p:nvSpPr>
              <p:cNvPr id="17" name="Bogen 16">
                <a:extLst>
                  <a:ext uri="{FF2B5EF4-FFF2-40B4-BE49-F238E27FC236}">
                    <a16:creationId xmlns:a16="http://schemas.microsoft.com/office/drawing/2014/main" id="{49D87045-2DD2-4820-9F42-5F0290E192A7}"/>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18" name="Bogen 17">
                <a:extLst>
                  <a:ext uri="{FF2B5EF4-FFF2-40B4-BE49-F238E27FC236}">
                    <a16:creationId xmlns:a16="http://schemas.microsoft.com/office/drawing/2014/main" id="{8761075B-9C71-41CC-A88D-2DABCD0AB692}"/>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19" name="Bogen 18">
                <a:extLst>
                  <a:ext uri="{FF2B5EF4-FFF2-40B4-BE49-F238E27FC236}">
                    <a16:creationId xmlns:a16="http://schemas.microsoft.com/office/drawing/2014/main" id="{F67ED9D2-7BB6-4F1E-A07C-D3586E09119A}"/>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16" name="Grafik 15" descr="Nach rechts zeigender Finger, Handrücken mit einfarbiger Füllung">
              <a:extLst>
                <a:ext uri="{FF2B5EF4-FFF2-40B4-BE49-F238E27FC236}">
                  <a16:creationId xmlns:a16="http://schemas.microsoft.com/office/drawing/2014/main" id="{D036CF9D-718F-455C-A04D-7FBB90B0A9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Tree>
    <p:extLst>
      <p:ext uri="{BB962C8B-B14F-4D97-AF65-F5344CB8AC3E}">
        <p14:creationId xmlns:p14="http://schemas.microsoft.com/office/powerpoint/2010/main" val="17561638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3A5B274C-42B9-41FA-A22D-B75DF2812460}"/>
              </a:ext>
            </a:extLst>
          </p:cNvPr>
          <p:cNvSpPr txBox="1"/>
          <p:nvPr/>
        </p:nvSpPr>
        <p:spPr>
          <a:xfrm>
            <a:off x="-164957" y="2244060"/>
            <a:ext cx="9473915" cy="2369880"/>
          </a:xfrm>
          <a:prstGeom prst="rect">
            <a:avLst/>
          </a:prstGeom>
          <a:noFill/>
        </p:spPr>
        <p:txBody>
          <a:bodyPr wrap="square" rtlCol="0">
            <a:spAutoFit/>
          </a:bodyPr>
          <a:lstStyle/>
          <a:p>
            <a:pPr algn="ctr"/>
            <a:r>
              <a:rPr lang="de-DE" sz="2800" b="1" dirty="0">
                <a:solidFill>
                  <a:srgbClr val="C00000"/>
                </a:solidFill>
              </a:rPr>
              <a:t>REMINDER</a:t>
            </a:r>
          </a:p>
          <a:p>
            <a:pPr algn="ctr"/>
            <a:endParaRPr lang="de-DE" dirty="0"/>
          </a:p>
          <a:p>
            <a:pPr algn="ctr">
              <a:spcAft>
                <a:spcPts val="1200"/>
              </a:spcAft>
            </a:pPr>
            <a:r>
              <a:rPr lang="en-US" dirty="0">
                <a:cs typeface="Calibri" panose="020F0502020204030204" pitchFamily="34" charset="0"/>
              </a:rPr>
              <a:t>Imagine the movements as </a:t>
            </a:r>
            <a:r>
              <a:rPr lang="en-US" b="1" dirty="0">
                <a:cs typeface="Calibri" panose="020F0502020204030204" pitchFamily="34" charset="0"/>
              </a:rPr>
              <a:t>realistically</a:t>
            </a:r>
            <a:r>
              <a:rPr lang="en-US" dirty="0">
                <a:cs typeface="Calibri" panose="020F0502020204030204" pitchFamily="34" charset="0"/>
              </a:rPr>
              <a:t> as possible. </a:t>
            </a:r>
          </a:p>
          <a:p>
            <a:pPr algn="ctr">
              <a:spcAft>
                <a:spcPts val="1200"/>
              </a:spcAft>
            </a:pPr>
            <a:r>
              <a:rPr lang="en-US" dirty="0">
                <a:cs typeface="Calibri" panose="020F0502020204030204" pitchFamily="34" charset="0"/>
              </a:rPr>
              <a:t>Imagine tapping</a:t>
            </a:r>
            <a:r>
              <a:rPr lang="en-US" dirty="0"/>
              <a:t> the circles as </a:t>
            </a:r>
            <a:r>
              <a:rPr lang="en-US" b="1" dirty="0"/>
              <a:t>quickly</a:t>
            </a:r>
            <a:r>
              <a:rPr lang="en-US" dirty="0"/>
              <a:t> as possible in the </a:t>
            </a:r>
            <a:r>
              <a:rPr lang="en-US" b="1" dirty="0"/>
              <a:t>correct order</a:t>
            </a:r>
            <a:r>
              <a:rPr lang="en-US" dirty="0"/>
              <a:t>.</a:t>
            </a:r>
          </a:p>
          <a:p>
            <a:pPr algn="ctr">
              <a:spcAft>
                <a:spcPts val="1200"/>
              </a:spcAft>
            </a:pPr>
            <a:r>
              <a:rPr lang="en-US" dirty="0"/>
              <a:t>Make sure to </a:t>
            </a:r>
            <a:r>
              <a:rPr lang="en-US" b="1" dirty="0"/>
              <a:t>hit every circle </a:t>
            </a:r>
            <a:r>
              <a:rPr lang="en-US" dirty="0"/>
              <a:t>in your imagery. </a:t>
            </a:r>
          </a:p>
          <a:p>
            <a:pPr algn="ctr">
              <a:spcAft>
                <a:spcPts val="1200"/>
              </a:spcAft>
            </a:pPr>
            <a:r>
              <a:rPr lang="en-US" b="1" dirty="0"/>
              <a:t>Press </a:t>
            </a:r>
            <a:r>
              <a:rPr lang="en-US" dirty="0"/>
              <a:t>the</a:t>
            </a:r>
            <a:r>
              <a:rPr lang="en-US" b="1" dirty="0"/>
              <a:t> space bar simultaneously </a:t>
            </a:r>
            <a:r>
              <a:rPr lang="en-US" dirty="0"/>
              <a:t>with each imagined tap.</a:t>
            </a:r>
          </a:p>
        </p:txBody>
      </p:sp>
      <p:grpSp>
        <p:nvGrpSpPr>
          <p:cNvPr id="3" name="Gruppieren 2">
            <a:extLst>
              <a:ext uri="{FF2B5EF4-FFF2-40B4-BE49-F238E27FC236}">
                <a16:creationId xmlns:a16="http://schemas.microsoft.com/office/drawing/2014/main" id="{BC1543C2-38FF-4992-B991-7904EFCF93DD}"/>
              </a:ext>
            </a:extLst>
          </p:cNvPr>
          <p:cNvGrpSpPr>
            <a:grpSpLocks noChangeAspect="1"/>
          </p:cNvGrpSpPr>
          <p:nvPr/>
        </p:nvGrpSpPr>
        <p:grpSpPr>
          <a:xfrm>
            <a:off x="7884368" y="6165304"/>
            <a:ext cx="703217" cy="569327"/>
            <a:chOff x="2228034" y="2144757"/>
            <a:chExt cx="1311628" cy="1061900"/>
          </a:xfrm>
        </p:grpSpPr>
        <p:sp>
          <p:nvSpPr>
            <p:cNvPr id="4" name="Rechteck: abgerundete Ecken 3">
              <a:extLst>
                <a:ext uri="{FF2B5EF4-FFF2-40B4-BE49-F238E27FC236}">
                  <a16:creationId xmlns:a16="http://schemas.microsoft.com/office/drawing/2014/main" id="{0B3A43B7-03A6-4364-9FF0-D8F2C17521E1}"/>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6" name="Gruppieren 5">
              <a:extLst>
                <a:ext uri="{FF2B5EF4-FFF2-40B4-BE49-F238E27FC236}">
                  <a16:creationId xmlns:a16="http://schemas.microsoft.com/office/drawing/2014/main" id="{0D7036AA-1A87-4FDF-ADE9-02B8CB0EB936}"/>
                </a:ext>
              </a:extLst>
            </p:cNvPr>
            <p:cNvGrpSpPr>
              <a:grpSpLocks noChangeAspect="1"/>
            </p:cNvGrpSpPr>
            <p:nvPr/>
          </p:nvGrpSpPr>
          <p:grpSpPr>
            <a:xfrm>
              <a:off x="2702911" y="2190589"/>
              <a:ext cx="322289" cy="322289"/>
              <a:chOff x="1088874" y="1937857"/>
              <a:chExt cx="914400" cy="914400"/>
            </a:xfrm>
          </p:grpSpPr>
          <p:sp>
            <p:nvSpPr>
              <p:cNvPr id="8" name="Bogen 7">
                <a:extLst>
                  <a:ext uri="{FF2B5EF4-FFF2-40B4-BE49-F238E27FC236}">
                    <a16:creationId xmlns:a16="http://schemas.microsoft.com/office/drawing/2014/main" id="{3C1CE2E0-0E3A-4D72-BFD8-22922B13B7AB}"/>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9" name="Bogen 8">
                <a:extLst>
                  <a:ext uri="{FF2B5EF4-FFF2-40B4-BE49-F238E27FC236}">
                    <a16:creationId xmlns:a16="http://schemas.microsoft.com/office/drawing/2014/main" id="{58605A7D-088A-4A47-B6FE-2DC76EDB054B}"/>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10" name="Bogen 9">
                <a:extLst>
                  <a:ext uri="{FF2B5EF4-FFF2-40B4-BE49-F238E27FC236}">
                    <a16:creationId xmlns:a16="http://schemas.microsoft.com/office/drawing/2014/main" id="{54C922FA-0B0C-4E09-9755-0C8B2E645AEA}"/>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7" name="Grafik 6" descr="Nach rechts zeigender Finger, Handrücken mit einfarbiger Füllung">
              <a:extLst>
                <a:ext uri="{FF2B5EF4-FFF2-40B4-BE49-F238E27FC236}">
                  <a16:creationId xmlns:a16="http://schemas.microsoft.com/office/drawing/2014/main" id="{64815FBE-2829-4112-9B82-F56BBF08F2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Tree>
    <p:extLst>
      <p:ext uri="{BB962C8B-B14F-4D97-AF65-F5344CB8AC3E}">
        <p14:creationId xmlns:p14="http://schemas.microsoft.com/office/powerpoint/2010/main" val="2250571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F1A23D74-145E-47D9-A096-6B6542C098F2}"/>
              </a:ext>
            </a:extLst>
          </p:cNvPr>
          <p:cNvSpPr txBox="1"/>
          <p:nvPr/>
        </p:nvSpPr>
        <p:spPr>
          <a:xfrm>
            <a:off x="1706376" y="2490282"/>
            <a:ext cx="5731248" cy="2215991"/>
          </a:xfrm>
          <a:prstGeom prst="rect">
            <a:avLst/>
          </a:prstGeom>
          <a:noFill/>
        </p:spPr>
        <p:txBody>
          <a:bodyPr wrap="none" rtlCol="0">
            <a:spAutoFit/>
          </a:bodyPr>
          <a:lstStyle/>
          <a:p>
            <a:pPr algn="ctr"/>
            <a:r>
              <a:rPr lang="de-DE" sz="2800" b="1" dirty="0">
                <a:solidFill>
                  <a:srgbClr val="F79646"/>
                </a:solidFill>
              </a:rPr>
              <a:t>NOW IT COUNTS!</a:t>
            </a:r>
          </a:p>
          <a:p>
            <a:pPr algn="ctr"/>
            <a:endParaRPr lang="de-DE" sz="2200" b="1" dirty="0"/>
          </a:p>
          <a:p>
            <a:pPr algn="ctr"/>
            <a:r>
              <a:rPr lang="en-US" sz="2200" dirty="0"/>
              <a:t>You will now complete a block of 15 trials. </a:t>
            </a:r>
          </a:p>
          <a:p>
            <a:pPr algn="ctr"/>
            <a:r>
              <a:rPr lang="en-US" sz="2200" dirty="0"/>
              <a:t>Each of them counts.</a:t>
            </a:r>
          </a:p>
          <a:p>
            <a:pPr algn="ctr"/>
            <a:endParaRPr lang="en-US" sz="2200" dirty="0"/>
          </a:p>
          <a:p>
            <a:pPr algn="ctr"/>
            <a:r>
              <a:rPr lang="en-US" sz="2200" dirty="0"/>
              <a:t>You will not receive any feedback on these trials.</a:t>
            </a:r>
          </a:p>
        </p:txBody>
      </p:sp>
      <p:grpSp>
        <p:nvGrpSpPr>
          <p:cNvPr id="5" name="Gruppieren 4">
            <a:extLst>
              <a:ext uri="{FF2B5EF4-FFF2-40B4-BE49-F238E27FC236}">
                <a16:creationId xmlns:a16="http://schemas.microsoft.com/office/drawing/2014/main" id="{6A1FADA5-6F56-4D53-BBC5-15B85C0F8696}"/>
              </a:ext>
            </a:extLst>
          </p:cNvPr>
          <p:cNvGrpSpPr>
            <a:grpSpLocks noChangeAspect="1"/>
          </p:cNvGrpSpPr>
          <p:nvPr/>
        </p:nvGrpSpPr>
        <p:grpSpPr>
          <a:xfrm>
            <a:off x="7884368" y="6165304"/>
            <a:ext cx="703217" cy="569327"/>
            <a:chOff x="2228034" y="2144757"/>
            <a:chExt cx="1311628" cy="1061900"/>
          </a:xfrm>
        </p:grpSpPr>
        <p:sp>
          <p:nvSpPr>
            <p:cNvPr id="6" name="Rechteck: abgerundete Ecken 5">
              <a:extLst>
                <a:ext uri="{FF2B5EF4-FFF2-40B4-BE49-F238E27FC236}">
                  <a16:creationId xmlns:a16="http://schemas.microsoft.com/office/drawing/2014/main" id="{8377DD2D-E36A-46C0-B08B-7076ED21D8E8}"/>
                </a:ext>
              </a:extLst>
            </p:cNvPr>
            <p:cNvSpPr/>
            <p:nvPr/>
          </p:nvSpPr>
          <p:spPr>
            <a:xfrm>
              <a:off x="2228034" y="2144757"/>
              <a:ext cx="1311628" cy="360040"/>
            </a:xfrm>
            <a:prstGeom prst="roundRect">
              <a:avLst/>
            </a:prstGeom>
            <a:solidFill>
              <a:schemeClr val="tx1">
                <a:lumMod val="65000"/>
                <a:lumOff val="35000"/>
              </a:schemeClr>
            </a:solidFill>
            <a:ln>
              <a:solidFill>
                <a:schemeClr val="tx1">
                  <a:lumMod val="65000"/>
                  <a:lumOff val="35000"/>
                </a:schemeClr>
              </a:solidFill>
            </a:ln>
            <a:scene3d>
              <a:camera prst="perspectiveRelaxed">
                <a:rot lat="20400000" lon="0" rev="0"/>
              </a:camera>
              <a:lightRig rig="soft" dir="t"/>
            </a:scene3d>
            <a:sp3d extrusionH="38100" prstMaterial="plastic">
              <a:bevelT w="25400"/>
              <a:bevelB w="31750" h="0"/>
              <a:extrusionClr>
                <a:schemeClr val="tx1">
                  <a:lumMod val="65000"/>
                  <a:lumOff val="35000"/>
                </a:schemeClr>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bg1"/>
                </a:solidFill>
              </a:endParaRPr>
            </a:p>
          </p:txBody>
        </p:sp>
        <p:grpSp>
          <p:nvGrpSpPr>
            <p:cNvPr id="7" name="Gruppieren 6">
              <a:extLst>
                <a:ext uri="{FF2B5EF4-FFF2-40B4-BE49-F238E27FC236}">
                  <a16:creationId xmlns:a16="http://schemas.microsoft.com/office/drawing/2014/main" id="{787DF446-0CBA-49F9-9295-D29F4F68B9EF}"/>
                </a:ext>
              </a:extLst>
            </p:cNvPr>
            <p:cNvGrpSpPr>
              <a:grpSpLocks noChangeAspect="1"/>
            </p:cNvGrpSpPr>
            <p:nvPr/>
          </p:nvGrpSpPr>
          <p:grpSpPr>
            <a:xfrm>
              <a:off x="2702911" y="2190589"/>
              <a:ext cx="322289" cy="322289"/>
              <a:chOff x="1088874" y="1937857"/>
              <a:chExt cx="914400" cy="914400"/>
            </a:xfrm>
          </p:grpSpPr>
          <p:sp>
            <p:nvSpPr>
              <p:cNvPr id="9" name="Bogen 8">
                <a:extLst>
                  <a:ext uri="{FF2B5EF4-FFF2-40B4-BE49-F238E27FC236}">
                    <a16:creationId xmlns:a16="http://schemas.microsoft.com/office/drawing/2014/main" id="{C439A898-EBB4-46F3-84FD-FAAA0E965C60}"/>
                  </a:ext>
                </a:extLst>
              </p:cNvPr>
              <p:cNvSpPr>
                <a:spLocks noChangeAspect="1"/>
              </p:cNvSpPr>
              <p:nvPr/>
            </p:nvSpPr>
            <p:spPr>
              <a:xfrm rot="13626447">
                <a:off x="1088874" y="1937857"/>
                <a:ext cx="914400" cy="914400"/>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11" name="Bogen 10">
                <a:extLst>
                  <a:ext uri="{FF2B5EF4-FFF2-40B4-BE49-F238E27FC236}">
                    <a16:creationId xmlns:a16="http://schemas.microsoft.com/office/drawing/2014/main" id="{29CBA523-EC42-4D33-B0F2-5CEE261D0EC3}"/>
                  </a:ext>
                </a:extLst>
              </p:cNvPr>
              <p:cNvSpPr>
                <a:spLocks noChangeAspect="1"/>
              </p:cNvSpPr>
              <p:nvPr/>
            </p:nvSpPr>
            <p:spPr>
              <a:xfrm rot="13626447">
                <a:off x="1411587" y="2260570"/>
                <a:ext cx="268973" cy="268973"/>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sp>
            <p:nvSpPr>
              <p:cNvPr id="12" name="Bogen 11">
                <a:extLst>
                  <a:ext uri="{FF2B5EF4-FFF2-40B4-BE49-F238E27FC236}">
                    <a16:creationId xmlns:a16="http://schemas.microsoft.com/office/drawing/2014/main" id="{4FCAE967-38E0-43D3-A71E-2B54EAC1E62D}"/>
                  </a:ext>
                </a:extLst>
              </p:cNvPr>
              <p:cNvSpPr>
                <a:spLocks noChangeAspect="1"/>
              </p:cNvSpPr>
              <p:nvPr/>
            </p:nvSpPr>
            <p:spPr>
              <a:xfrm rot="13626447">
                <a:off x="1222185" y="2071168"/>
                <a:ext cx="647777" cy="647777"/>
              </a:xfrm>
              <a:prstGeom prst="arc">
                <a:avLst>
                  <a:gd name="adj1" fmla="val 16200000"/>
                  <a:gd name="adj2" fmla="val 1056473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AT"/>
              </a:p>
            </p:txBody>
          </p:sp>
        </p:grpSp>
        <p:pic>
          <p:nvPicPr>
            <p:cNvPr id="8" name="Grafik 7" descr="Nach rechts zeigender Finger, Handrücken mit einfarbiger Füllung">
              <a:extLst>
                <a:ext uri="{FF2B5EF4-FFF2-40B4-BE49-F238E27FC236}">
                  <a16:creationId xmlns:a16="http://schemas.microsoft.com/office/drawing/2014/main" id="{27A311C9-FC65-4E84-B2C8-8F8169EE6A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2317238" y="2286479"/>
              <a:ext cx="921914" cy="918441"/>
            </a:xfrm>
            <a:prstGeom prst="rect">
              <a:avLst/>
            </a:prstGeom>
            <a:scene3d>
              <a:camera prst="orthographicFront">
                <a:rot lat="0" lon="0" rev="0"/>
              </a:camera>
              <a:lightRig rig="threePt" dir="t"/>
            </a:scene3d>
          </p:spPr>
        </p:pic>
      </p:grpSp>
    </p:spTree>
    <p:extLst>
      <p:ext uri="{BB962C8B-B14F-4D97-AF65-F5344CB8AC3E}">
        <p14:creationId xmlns:p14="http://schemas.microsoft.com/office/powerpoint/2010/main" val="7888137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ssdiagramm: Verbinder 1">
            <a:extLst>
              <a:ext uri="{FF2B5EF4-FFF2-40B4-BE49-F238E27FC236}">
                <a16:creationId xmlns:a16="http://schemas.microsoft.com/office/drawing/2014/main" id="{FD6567D6-F09E-478E-B00A-23BA831776D5}"/>
              </a:ext>
            </a:extLst>
          </p:cNvPr>
          <p:cNvSpPr>
            <a:spLocks noChangeAspect="1"/>
          </p:cNvSpPr>
          <p:nvPr/>
        </p:nvSpPr>
        <p:spPr>
          <a:xfrm>
            <a:off x="4192200" y="6322622"/>
            <a:ext cx="759600" cy="759516"/>
          </a:xfrm>
          <a:prstGeom prst="flowChartConnecto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AT" sz="1100" b="1" dirty="0">
              <a:solidFill>
                <a:schemeClr val="tx1"/>
              </a:solidFill>
            </a:endParaRPr>
          </a:p>
        </p:txBody>
      </p:sp>
      <p:grpSp>
        <p:nvGrpSpPr>
          <p:cNvPr id="18" name="Gruppieren 17">
            <a:extLst>
              <a:ext uri="{FF2B5EF4-FFF2-40B4-BE49-F238E27FC236}">
                <a16:creationId xmlns:a16="http://schemas.microsoft.com/office/drawing/2014/main" id="{D65E774A-9070-438D-BBAF-38F3D7CEF61E}"/>
              </a:ext>
            </a:extLst>
          </p:cNvPr>
          <p:cNvGrpSpPr>
            <a:grpSpLocks noChangeAspect="1"/>
          </p:cNvGrpSpPr>
          <p:nvPr/>
        </p:nvGrpSpPr>
        <p:grpSpPr>
          <a:xfrm>
            <a:off x="4429030" y="6551132"/>
            <a:ext cx="285940" cy="288000"/>
            <a:chOff x="5940869" y="2276879"/>
            <a:chExt cx="1039546" cy="1025549"/>
          </a:xfrm>
          <a:blipFill>
            <a:blip r:embed="rId3"/>
            <a:tile tx="0" ty="0" sx="100000" sy="100000" flip="none" algn="tl"/>
          </a:blipFill>
        </p:grpSpPr>
        <p:sp>
          <p:nvSpPr>
            <p:cNvPr id="4" name="Welle 3">
              <a:extLst>
                <a:ext uri="{FF2B5EF4-FFF2-40B4-BE49-F238E27FC236}">
                  <a16:creationId xmlns:a16="http://schemas.microsoft.com/office/drawing/2014/main" id="{F66AB30B-C471-452D-875A-780A7777A6EC}"/>
                </a:ext>
              </a:extLst>
            </p:cNvPr>
            <p:cNvSpPr/>
            <p:nvPr/>
          </p:nvSpPr>
          <p:spPr>
            <a:xfrm rot="11871007" flipV="1">
              <a:off x="6214015" y="2292500"/>
              <a:ext cx="766400" cy="603450"/>
            </a:xfrm>
            <a:prstGeom prst="wave">
              <a:avLst/>
            </a:prstGeom>
            <a:blipFill>
              <a:blip r:embed="rId4"/>
              <a:stretch>
                <a:fillRect/>
              </a:stretch>
            </a:blipFill>
            <a:ln w="158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cxnSp>
          <p:nvCxnSpPr>
            <p:cNvPr id="6" name="Gerader Verbinder 5">
              <a:extLst>
                <a:ext uri="{FF2B5EF4-FFF2-40B4-BE49-F238E27FC236}">
                  <a16:creationId xmlns:a16="http://schemas.microsoft.com/office/drawing/2014/main" id="{6A49DD5C-C70D-4769-BD61-C7535DB64258}"/>
                </a:ext>
              </a:extLst>
            </p:cNvPr>
            <p:cNvCxnSpPr>
              <a:cxnSpLocks/>
            </p:cNvCxnSpPr>
            <p:nvPr/>
          </p:nvCxnSpPr>
          <p:spPr>
            <a:xfrm flipV="1">
              <a:off x="5940869" y="2276879"/>
              <a:ext cx="360283" cy="1025549"/>
            </a:xfrm>
            <a:prstGeom prst="line">
              <a:avLst/>
            </a:prstGeom>
            <a:grpFill/>
            <a:ln w="158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8" name="Textfeld 7">
            <a:extLst>
              <a:ext uri="{FF2B5EF4-FFF2-40B4-BE49-F238E27FC236}">
                <a16:creationId xmlns:a16="http://schemas.microsoft.com/office/drawing/2014/main" id="{3BD3C414-9242-43D6-906B-0263CC58364C}"/>
              </a:ext>
            </a:extLst>
          </p:cNvPr>
          <p:cNvSpPr txBox="1"/>
          <p:nvPr/>
        </p:nvSpPr>
        <p:spPr>
          <a:xfrm>
            <a:off x="4960416" y="6391622"/>
            <a:ext cx="2057165" cy="369332"/>
          </a:xfrm>
          <a:prstGeom prst="rect">
            <a:avLst/>
          </a:prstGeom>
          <a:noFill/>
        </p:spPr>
        <p:txBody>
          <a:bodyPr wrap="none" rtlCol="0">
            <a:spAutoFit/>
          </a:bodyPr>
          <a:lstStyle/>
          <a:p>
            <a:pPr algn="ctr"/>
            <a:r>
              <a:rPr lang="de-DE" i="1" dirty="0"/>
              <a:t>Start </a:t>
            </a:r>
            <a:r>
              <a:rPr lang="de-DE" i="1" dirty="0" err="1"/>
              <a:t>with</a:t>
            </a:r>
            <a:r>
              <a:rPr lang="de-DE" i="1" dirty="0"/>
              <a:t> </a:t>
            </a:r>
            <a:r>
              <a:rPr lang="de-DE" i="1" dirty="0" err="1"/>
              <a:t>spacebar</a:t>
            </a:r>
            <a:r>
              <a:rPr lang="de-DE" i="1" dirty="0"/>
              <a:t> </a:t>
            </a:r>
            <a:endParaRPr lang="de-DE" b="1" i="1" dirty="0"/>
          </a:p>
        </p:txBody>
      </p:sp>
    </p:spTree>
    <p:extLst>
      <p:ext uri="{BB962C8B-B14F-4D97-AF65-F5344CB8AC3E}">
        <p14:creationId xmlns:p14="http://schemas.microsoft.com/office/powerpoint/2010/main" val="28861179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hteck 3"/>
          <p:cNvSpPr/>
          <p:nvPr/>
        </p:nvSpPr>
        <p:spPr>
          <a:xfrm>
            <a:off x="354238" y="2730892"/>
            <a:ext cx="8435524" cy="865173"/>
          </a:xfrm>
          <a:prstGeom prst="rect">
            <a:avLst/>
          </a:prstGeom>
        </p:spPr>
        <p:txBody>
          <a:bodyPr wrap="square">
            <a:spAutoFit/>
          </a:bodyPr>
          <a:lstStyle/>
          <a:p>
            <a:pPr algn="ctr">
              <a:lnSpc>
                <a:spcPct val="107000"/>
              </a:lnSpc>
              <a:spcAft>
                <a:spcPts val="800"/>
              </a:spcAft>
            </a:pPr>
            <a:r>
              <a:rPr lang="en-US" sz="2400" dirty="0"/>
              <a:t>The following 9 questions refer to the imagery you used to complete the 15 trials in this block.</a:t>
            </a:r>
            <a:endParaRPr lang="de-DE" sz="1600" dirty="0">
              <a:highlight>
                <a:srgbClr val="FFFF00"/>
              </a:highlight>
              <a:latin typeface="+mj-lt"/>
              <a:cs typeface="Calibri" panose="020F0502020204030204" pitchFamily="34" charset="0"/>
            </a:endParaRPr>
          </a:p>
        </p:txBody>
      </p:sp>
      <p:grpSp>
        <p:nvGrpSpPr>
          <p:cNvPr id="2" name="Gruppieren 1">
            <a:extLst>
              <a:ext uri="{FF2B5EF4-FFF2-40B4-BE49-F238E27FC236}">
                <a16:creationId xmlns:a16="http://schemas.microsoft.com/office/drawing/2014/main" id="{DAC5C247-52AE-417E-B092-9BA05B3F2454}"/>
              </a:ext>
            </a:extLst>
          </p:cNvPr>
          <p:cNvGrpSpPr>
            <a:grpSpLocks noChangeAspect="1"/>
          </p:cNvGrpSpPr>
          <p:nvPr/>
        </p:nvGrpSpPr>
        <p:grpSpPr>
          <a:xfrm>
            <a:off x="4226420" y="3898829"/>
            <a:ext cx="720000" cy="568919"/>
            <a:chOff x="4255220" y="3970722"/>
            <a:chExt cx="633559" cy="500617"/>
          </a:xfrm>
        </p:grpSpPr>
        <p:sp>
          <p:nvSpPr>
            <p:cNvPr id="20" name="Denkblase: wolkenförmig 19">
              <a:extLst>
                <a:ext uri="{FF2B5EF4-FFF2-40B4-BE49-F238E27FC236}">
                  <a16:creationId xmlns:a16="http://schemas.microsoft.com/office/drawing/2014/main" id="{3F56EAE8-E9EC-43D8-BF68-6445240C4868}"/>
                </a:ext>
              </a:extLst>
            </p:cNvPr>
            <p:cNvSpPr>
              <a:spLocks noChangeAspect="1"/>
            </p:cNvSpPr>
            <p:nvPr/>
          </p:nvSpPr>
          <p:spPr>
            <a:xfrm rot="432628">
              <a:off x="4255220" y="3970722"/>
              <a:ext cx="633559" cy="500617"/>
            </a:xfrm>
            <a:prstGeom prst="cloudCallout">
              <a:avLst>
                <a:gd name="adj1" fmla="val -56755"/>
                <a:gd name="adj2" fmla="val 71194"/>
              </a:avLst>
            </a:prstGeom>
            <a:solidFill>
              <a:schemeClr val="lt1">
                <a:alpha val="0"/>
              </a:schemeClr>
            </a:solidFill>
            <a:ln w="15875">
              <a:solidFill>
                <a:schemeClr val="accent5">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a:p>
          </p:txBody>
        </p:sp>
        <p:grpSp>
          <p:nvGrpSpPr>
            <p:cNvPr id="21" name="Gruppieren 20">
              <a:extLst>
                <a:ext uri="{FF2B5EF4-FFF2-40B4-BE49-F238E27FC236}">
                  <a16:creationId xmlns:a16="http://schemas.microsoft.com/office/drawing/2014/main" id="{63C1C636-7564-4AC5-B59B-B27B901BC786}"/>
                </a:ext>
              </a:extLst>
            </p:cNvPr>
            <p:cNvGrpSpPr>
              <a:grpSpLocks noChangeAspect="1"/>
            </p:cNvGrpSpPr>
            <p:nvPr/>
          </p:nvGrpSpPr>
          <p:grpSpPr>
            <a:xfrm>
              <a:off x="4395853" y="4024830"/>
              <a:ext cx="352292" cy="392400"/>
              <a:chOff x="4184655" y="1692997"/>
              <a:chExt cx="1906332" cy="2123348"/>
            </a:xfrm>
            <a:solidFill>
              <a:schemeClr val="accent5">
                <a:lumMod val="60000"/>
                <a:lumOff val="40000"/>
              </a:schemeClr>
            </a:solidFill>
          </p:grpSpPr>
          <p:pic>
            <p:nvPicPr>
              <p:cNvPr id="22" name="Grafik 21" descr="Bleistift mit einfarbiger Füllung">
                <a:extLst>
                  <a:ext uri="{FF2B5EF4-FFF2-40B4-BE49-F238E27FC236}">
                    <a16:creationId xmlns:a16="http://schemas.microsoft.com/office/drawing/2014/main" id="{70C0DBCC-52E6-4528-8CB9-539278ADD684}"/>
                  </a:ext>
                </a:extLst>
              </p:cNvPr>
              <p:cNvPicPr preferRelativeResize="0">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1085753">
                <a:off x="4326104" y="1692997"/>
                <a:ext cx="1764883" cy="1764000"/>
              </a:xfrm>
              <a:prstGeom prst="rect">
                <a:avLst/>
              </a:prstGeom>
            </p:spPr>
          </p:pic>
          <p:grpSp>
            <p:nvGrpSpPr>
              <p:cNvPr id="23" name="Gruppieren 22">
                <a:extLst>
                  <a:ext uri="{FF2B5EF4-FFF2-40B4-BE49-F238E27FC236}">
                    <a16:creationId xmlns:a16="http://schemas.microsoft.com/office/drawing/2014/main" id="{68C27DF2-F59E-4E52-B4BA-C3A42C76FCB5}"/>
                  </a:ext>
                </a:extLst>
              </p:cNvPr>
              <p:cNvGrpSpPr/>
              <p:nvPr/>
            </p:nvGrpSpPr>
            <p:grpSpPr>
              <a:xfrm>
                <a:off x="4550400" y="3041655"/>
                <a:ext cx="43200" cy="774690"/>
                <a:chOff x="3385929" y="4336972"/>
                <a:chExt cx="57150" cy="774690"/>
              </a:xfrm>
              <a:grpFill/>
            </p:grpSpPr>
            <p:sp>
              <p:nvSpPr>
                <p:cNvPr id="31" name="Rechteck: abgerundete Ecken 30">
                  <a:extLst>
                    <a:ext uri="{FF2B5EF4-FFF2-40B4-BE49-F238E27FC236}">
                      <a16:creationId xmlns:a16="http://schemas.microsoft.com/office/drawing/2014/main" id="{3EDB918F-AEB1-4CE9-821C-2D0148C0A3D4}"/>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2" name="Rechteck: abgerundete Ecken 31">
                  <a:extLst>
                    <a:ext uri="{FF2B5EF4-FFF2-40B4-BE49-F238E27FC236}">
                      <a16:creationId xmlns:a16="http://schemas.microsoft.com/office/drawing/2014/main" id="{70EB0FA7-CA15-4401-9055-DF8B3F276FCE}"/>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nvGrpSpPr>
              <p:cNvPr id="24" name="Gruppieren 23">
                <a:extLst>
                  <a:ext uri="{FF2B5EF4-FFF2-40B4-BE49-F238E27FC236}">
                    <a16:creationId xmlns:a16="http://schemas.microsoft.com/office/drawing/2014/main" id="{7A675ECF-98FD-4800-BEDA-CFF75000E502}"/>
                  </a:ext>
                </a:extLst>
              </p:cNvPr>
              <p:cNvGrpSpPr/>
              <p:nvPr/>
            </p:nvGrpSpPr>
            <p:grpSpPr>
              <a:xfrm rot="5400000">
                <a:off x="4550400" y="3041655"/>
                <a:ext cx="43200" cy="774690"/>
                <a:chOff x="3385929" y="4336972"/>
                <a:chExt cx="57150" cy="774690"/>
              </a:xfrm>
              <a:grpFill/>
            </p:grpSpPr>
            <p:sp>
              <p:nvSpPr>
                <p:cNvPr id="29" name="Rechteck: abgerundete Ecken 28">
                  <a:extLst>
                    <a:ext uri="{FF2B5EF4-FFF2-40B4-BE49-F238E27FC236}">
                      <a16:creationId xmlns:a16="http://schemas.microsoft.com/office/drawing/2014/main" id="{86F8345A-D700-4969-BCC9-EFE6206593A7}"/>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30" name="Rechteck: abgerundete Ecken 29">
                  <a:extLst>
                    <a:ext uri="{FF2B5EF4-FFF2-40B4-BE49-F238E27FC236}">
                      <a16:creationId xmlns:a16="http://schemas.microsoft.com/office/drawing/2014/main" id="{B41AB370-D6E5-4E75-83A7-22D33F254FA7}"/>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sp>
            <p:nvSpPr>
              <p:cNvPr id="25" name="Rechteck: abgerundete Ecken 24">
                <a:extLst>
                  <a:ext uri="{FF2B5EF4-FFF2-40B4-BE49-F238E27FC236}">
                    <a16:creationId xmlns:a16="http://schemas.microsoft.com/office/drawing/2014/main" id="{BF934D75-D30D-4B87-9EBE-01D250E1F619}"/>
                  </a:ext>
                </a:extLst>
              </p:cNvPr>
              <p:cNvSpPr/>
              <p:nvPr/>
            </p:nvSpPr>
            <p:spPr>
              <a:xfrm rot="2700000">
                <a:off x="4352873" y="3518528"/>
                <a:ext cx="4320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nvGrpSpPr>
              <p:cNvPr id="26" name="Gruppieren 25">
                <a:extLst>
                  <a:ext uri="{FF2B5EF4-FFF2-40B4-BE49-F238E27FC236}">
                    <a16:creationId xmlns:a16="http://schemas.microsoft.com/office/drawing/2014/main" id="{7F1C7A76-F7CB-4061-958C-77EECDDC587D}"/>
                  </a:ext>
                </a:extLst>
              </p:cNvPr>
              <p:cNvGrpSpPr/>
              <p:nvPr/>
            </p:nvGrpSpPr>
            <p:grpSpPr>
              <a:xfrm rot="8100000">
                <a:off x="4550400" y="3041655"/>
                <a:ext cx="43200" cy="774690"/>
                <a:chOff x="3385929" y="4336972"/>
                <a:chExt cx="57150" cy="774690"/>
              </a:xfrm>
              <a:grpFill/>
            </p:grpSpPr>
            <p:sp>
              <p:nvSpPr>
                <p:cNvPr id="27" name="Rechteck: abgerundete Ecken 26">
                  <a:extLst>
                    <a:ext uri="{FF2B5EF4-FFF2-40B4-BE49-F238E27FC236}">
                      <a16:creationId xmlns:a16="http://schemas.microsoft.com/office/drawing/2014/main" id="{2A36B25E-D041-441B-A390-DCBA62D3B0D0}"/>
                    </a:ext>
                  </a:extLst>
                </p:cNvPr>
                <p:cNvSpPr/>
                <p:nvPr/>
              </p:nvSpPr>
              <p:spPr>
                <a:xfrm>
                  <a:off x="3385929" y="433697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dirty="0"/>
                </a:p>
              </p:txBody>
            </p:sp>
            <p:sp>
              <p:nvSpPr>
                <p:cNvPr id="28" name="Rechteck: abgerundete Ecken 27">
                  <a:extLst>
                    <a:ext uri="{FF2B5EF4-FFF2-40B4-BE49-F238E27FC236}">
                      <a16:creationId xmlns:a16="http://schemas.microsoft.com/office/drawing/2014/main" id="{3DEBB1EC-E791-460A-B9D8-FDA4F2878C80}"/>
                    </a:ext>
                  </a:extLst>
                </p:cNvPr>
                <p:cNvSpPr/>
                <p:nvPr/>
              </p:nvSpPr>
              <p:spPr>
                <a:xfrm>
                  <a:off x="3385929" y="4895662"/>
                  <a:ext cx="57150" cy="216000"/>
                </a:xfrm>
                <a:prstGeom prst="roundRect">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AT"/>
                </a:p>
              </p:txBody>
            </p:sp>
          </p:grpSp>
        </p:grpSp>
      </p:grpSp>
      <p:sp>
        <p:nvSpPr>
          <p:cNvPr id="17" name="Abgerundetes Rechteck 2">
            <a:extLst>
              <a:ext uri="{FF2B5EF4-FFF2-40B4-BE49-F238E27FC236}">
                <a16:creationId xmlns:a16="http://schemas.microsoft.com/office/drawing/2014/main" id="{56C3CF6C-7350-420D-83A8-B5EC2393D25A}"/>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1781015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1127682"/>
            <a:chOff x="55618" y="1925792"/>
            <a:chExt cx="8867572" cy="1127682"/>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10312"/>
              <a:ext cx="2077514" cy="543162"/>
            </a:xfrm>
            <a:prstGeom prst="rect">
              <a:avLst/>
            </a:prstGeom>
          </p:spPr>
          <p:txBody>
            <a:bodyPr wrap="square">
              <a:spAutoFit/>
            </a:bodyPr>
            <a:lstStyle/>
            <a:p>
              <a:pPr algn="r">
                <a:lnSpc>
                  <a:spcPct val="107000"/>
                </a:lnSpc>
                <a:spcAft>
                  <a:spcPts val="800"/>
                </a:spcAft>
              </a:pPr>
              <a:r>
                <a:rPr lang="en-US" sz="1400" dirty="0"/>
                <a:t>Imagery held for a very short time</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1804854" cy="543162"/>
            </a:xfrm>
            <a:prstGeom prst="rect">
              <a:avLst/>
            </a:prstGeom>
          </p:spPr>
          <p:txBody>
            <a:bodyPr wrap="square">
              <a:spAutoFit/>
            </a:bodyPr>
            <a:lstStyle/>
            <a:p>
              <a:pPr>
                <a:lnSpc>
                  <a:spcPct val="107000"/>
                </a:lnSpc>
                <a:spcAft>
                  <a:spcPts val="800"/>
                </a:spcAft>
              </a:pPr>
              <a:r>
                <a:rPr lang="en-US" sz="1400" dirty="0"/>
                <a:t>Imagery held for the whole time</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61665"/>
            </a:xfrm>
            <a:prstGeom prst="rect">
              <a:avLst/>
            </a:prstGeom>
          </p:spPr>
          <p:txBody>
            <a:bodyPr wrap="square">
              <a:spAutoFit/>
            </a:bodyPr>
            <a:lstStyle/>
            <a:p>
              <a:pPr marL="0" marR="0" algn="ctr">
                <a:spcBef>
                  <a:spcPts val="0"/>
                </a:spcBef>
                <a:spcAft>
                  <a:spcPts val="0"/>
                </a:spcAft>
              </a:pPr>
              <a:r>
                <a:rPr lang="en-US" sz="2400" dirty="0"/>
                <a:t>How </a:t>
              </a:r>
              <a:r>
                <a:rPr lang="en-US" sz="2400" b="1" dirty="0"/>
                <a:t>long</a:t>
              </a:r>
              <a:r>
                <a:rPr lang="en-US" sz="2400" dirty="0"/>
                <a:t> was the imagery held?</a:t>
              </a:r>
              <a:endParaRPr lang="de-DE" sz="2100" dirty="0">
                <a:latin typeface="+mj-lt"/>
                <a:cs typeface="Calibri" panose="020F0502020204030204" pitchFamily="34" charset="0"/>
              </a:endParaRPr>
            </a:p>
          </p:txBody>
        </p:sp>
      </p:grpSp>
      <p:sp>
        <p:nvSpPr>
          <p:cNvPr id="18" name="Abgerundetes Rechteck 2">
            <a:extLst>
              <a:ext uri="{FF2B5EF4-FFF2-40B4-BE49-F238E27FC236}">
                <a16:creationId xmlns:a16="http://schemas.microsoft.com/office/drawing/2014/main" id="{7A62ABB0-0590-41CA-B16B-3E0BD77FE0D4}"/>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3904493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10312"/>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No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feeling</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2077514" cy="304827"/>
            </a:xfrm>
            <a:prstGeom prst="rect">
              <a:avLst/>
            </a:prstGeom>
          </p:spPr>
          <p:txBody>
            <a:bodyPr wrap="square">
              <a:spAutoFit/>
            </a:bodyPr>
            <a:lstStyle/>
            <a:p>
              <a:pPr>
                <a:lnSpc>
                  <a:spcPct val="107000"/>
                </a:lnSpc>
                <a:spcAft>
                  <a:spcPts val="800"/>
                </a:spcAft>
              </a:pPr>
              <a:r>
                <a:rPr lang="de-AT" sz="1350" dirty="0">
                  <a:effectLst/>
                  <a:latin typeface="+mj-lt"/>
                  <a:ea typeface="Calibri" panose="020F0502020204030204" pitchFamily="34" charset="0"/>
                  <a:cs typeface="Times New Roman" panose="02020603050405020304" pitchFamily="18" charset="0"/>
                </a:rPr>
                <a:t>Very </a:t>
              </a:r>
              <a:r>
                <a:rPr lang="de-AT" sz="1350" dirty="0" err="1">
                  <a:effectLst/>
                  <a:latin typeface="+mj-lt"/>
                  <a:ea typeface="Calibri" panose="020F0502020204030204" pitchFamily="34" charset="0"/>
                  <a:cs typeface="Times New Roman" panose="02020603050405020304" pitchFamily="18" charset="0"/>
                </a:rPr>
                <a:t>clear</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feeling</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well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did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you</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feel</a:t>
              </a:r>
              <a:r>
                <a:rPr lang="de-AT" sz="2100" b="1"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b="1"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texture</a:t>
              </a:r>
              <a:r>
                <a:rPr lang="de-AT" sz="2100" b="1"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of</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objects</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within</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a:t>
              </a:r>
              <a:endParaRPr lang="de-DE" sz="2100" dirty="0">
                <a:latin typeface="+mj-lt"/>
                <a:cs typeface="Calibri" panose="020F0502020204030204" pitchFamily="34" charset="0"/>
              </a:endParaRPr>
            </a:p>
          </p:txBody>
        </p:sp>
      </p:grpSp>
      <p:sp>
        <p:nvSpPr>
          <p:cNvPr id="18" name="Abgerundetes Rechteck 2">
            <a:extLst>
              <a:ext uri="{FF2B5EF4-FFF2-40B4-BE49-F238E27FC236}">
                <a16:creationId xmlns:a16="http://schemas.microsoft.com/office/drawing/2014/main" id="{2196A892-D4D8-4C62-9D48-3654C56D3CB2}"/>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42929962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97259"/>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No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imagery</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97259"/>
              <a:ext cx="2077514" cy="304827"/>
            </a:xfrm>
            <a:prstGeom prst="rect">
              <a:avLst/>
            </a:prstGeom>
          </p:spPr>
          <p:txBody>
            <a:bodyPr wrap="square">
              <a:spAutoFit/>
            </a:bodyPr>
            <a:lstStyle/>
            <a:p>
              <a:pPr>
                <a:lnSpc>
                  <a:spcPct val="107000"/>
                </a:lnSpc>
                <a:spcAft>
                  <a:spcPts val="800"/>
                </a:spcAft>
              </a:pPr>
              <a:r>
                <a:rPr lang="de-AT" sz="1350" dirty="0" err="1">
                  <a:latin typeface="+mj-lt"/>
                  <a:ea typeface="Calibri" panose="020F0502020204030204" pitchFamily="34" charset="0"/>
                  <a:cs typeface="Times New Roman" panose="02020603050405020304" pitchFamily="18" charset="0"/>
                </a:rPr>
                <a:t>Perfectly</a:t>
              </a:r>
              <a:r>
                <a:rPr lang="de-AT" sz="1350" dirty="0">
                  <a:latin typeface="+mj-lt"/>
                  <a:ea typeface="Calibri" panose="020F0502020204030204" pitchFamily="34" charset="0"/>
                  <a:cs typeface="Times New Roman" panose="02020603050405020304" pitchFamily="18" charset="0"/>
                </a:rPr>
                <a:t> </a:t>
              </a:r>
              <a:r>
                <a:rPr lang="de-AT" sz="1350" dirty="0" err="1">
                  <a:latin typeface="+mj-lt"/>
                  <a:ea typeface="Calibri" panose="020F0502020204030204" pitchFamily="34" charset="0"/>
                  <a:cs typeface="Times New Roman" panose="02020603050405020304" pitchFamily="18" charset="0"/>
                </a:rPr>
                <a:t>clear</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clear</a:t>
              </a:r>
              <a:r>
                <a:rPr lang="de-AT" sz="2100" dirty="0">
                  <a:effectLst/>
                  <a:latin typeface="Calibri" panose="020F0502020204030204" pitchFamily="34" charset="0"/>
                  <a:ea typeface="Calibri" panose="020F0502020204030204" pitchFamily="34" charset="0"/>
                  <a:cs typeface="Times New Roman" panose="02020603050405020304" pitchFamily="18" charset="0"/>
                </a:rPr>
                <a:t> was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29102434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97259"/>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No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hearing</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97259"/>
              <a:ext cx="2077514" cy="304827"/>
            </a:xfrm>
            <a:prstGeom prst="rect">
              <a:avLst/>
            </a:prstGeom>
          </p:spPr>
          <p:txBody>
            <a:bodyPr wrap="square">
              <a:spAutoFit/>
            </a:bodyPr>
            <a:lstStyle/>
            <a:p>
              <a:pPr>
                <a:lnSpc>
                  <a:spcPct val="107000"/>
                </a:lnSpc>
                <a:spcAft>
                  <a:spcPts val="800"/>
                </a:spcAft>
              </a:pPr>
              <a:r>
                <a:rPr lang="de-AT" sz="1350" dirty="0">
                  <a:effectLst/>
                  <a:latin typeface="+mj-lt"/>
                  <a:ea typeface="Calibri" panose="020F0502020204030204" pitchFamily="34" charset="0"/>
                  <a:cs typeface="Times New Roman" panose="02020603050405020304" pitchFamily="18" charset="0"/>
                </a:rPr>
                <a:t>Very </a:t>
              </a:r>
              <a:r>
                <a:rPr lang="de-AT" sz="1350" dirty="0" err="1">
                  <a:effectLst/>
                  <a:latin typeface="+mj-lt"/>
                  <a:ea typeface="Calibri" panose="020F0502020204030204" pitchFamily="34" charset="0"/>
                  <a:cs typeface="Times New Roman" panose="02020603050405020304" pitchFamily="18" charset="0"/>
                </a:rPr>
                <a:t>clear</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hearing</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well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did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you</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hear</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endParaRPr lang="de-DE" sz="2100" dirty="0">
                <a:latin typeface="+mj-lt"/>
                <a:cs typeface="Calibri" panose="020F0502020204030204" pitchFamily="34" charset="0"/>
              </a:endParaRPr>
            </a:p>
          </p:txBody>
        </p:sp>
      </p:grpSp>
      <p:sp>
        <p:nvSpPr>
          <p:cNvPr id="18" name="Abgerundetes Rechteck 2">
            <a:extLst>
              <a:ext uri="{FF2B5EF4-FFF2-40B4-BE49-F238E27FC236}">
                <a16:creationId xmlns:a16="http://schemas.microsoft.com/office/drawing/2014/main" id="{E8AA469F-D185-45E5-9451-035F626560FE}"/>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601370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10312"/>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Imagery</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difficult</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to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create</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2077514" cy="304827"/>
            </a:xfrm>
            <a:prstGeom prst="rect">
              <a:avLst/>
            </a:prstGeom>
          </p:spPr>
          <p:txBody>
            <a:bodyPr wrap="square">
              <a:spAutoFit/>
            </a:bodyPr>
            <a:lstStyle/>
            <a:p>
              <a:pP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Imagery</a:t>
              </a:r>
              <a:r>
                <a:rPr lang="de-AT" sz="1350" dirty="0">
                  <a:effectLst/>
                  <a:latin typeface="+mj-lt"/>
                  <a:ea typeface="Calibri" panose="020F0502020204030204" pitchFamily="34" charset="0"/>
                  <a:cs typeface="Times New Roman" panose="02020603050405020304" pitchFamily="18" charset="0"/>
                </a:rPr>
                <a:t> easy </a:t>
              </a:r>
              <a:r>
                <a:rPr lang="de-AT" sz="1350" dirty="0" err="1">
                  <a:effectLst/>
                  <a:latin typeface="+mj-lt"/>
                  <a:ea typeface="Calibri" panose="020F0502020204030204" pitchFamily="34" charset="0"/>
                  <a:cs typeface="Times New Roman" panose="02020603050405020304" pitchFamily="18" charset="0"/>
                </a:rPr>
                <a:t>to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create</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easily</a:t>
              </a:r>
              <a:r>
                <a:rPr lang="de-AT" sz="2100" dirty="0">
                  <a:effectLst/>
                  <a:latin typeface="Calibri" panose="020F0502020204030204" pitchFamily="34" charset="0"/>
                  <a:ea typeface="Calibri" panose="020F0502020204030204" pitchFamily="34" charset="0"/>
                  <a:cs typeface="Times New Roman" panose="02020603050405020304" pitchFamily="18" charset="0"/>
                </a:rPr>
                <a:t> was an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created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3291648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97259"/>
              <a:ext cx="2077514" cy="304827"/>
            </a:xfrm>
            <a:prstGeom prst="rect">
              <a:avLst/>
            </a:prstGeom>
          </p:spPr>
          <p:txBody>
            <a:bodyPr wrap="square">
              <a:spAutoFit/>
            </a:bodyPr>
            <a:lstStyle/>
            <a:p>
              <a:pPr algn="r">
                <a:lnSpc>
                  <a:spcPct val="107000"/>
                </a:lnSpc>
                <a:spcAft>
                  <a:spcPts val="800"/>
                </a:spcAft>
              </a:pPr>
              <a:r>
                <a:rPr lang="de-AT" sz="1350" dirty="0" err="1">
                  <a:latin typeface="+mj-lt"/>
                  <a:ea typeface="Calibri" panose="020F0502020204030204" pitchFamily="34" charset="0"/>
                  <a:cs typeface="Times New Roman" panose="02020603050405020304" pitchFamily="18" charset="0"/>
                </a:rPr>
                <a:t>No</a:t>
              </a:r>
              <a:r>
                <a:rPr lang="de-AT" sz="1350" dirty="0">
                  <a:latin typeface="+mj-lt"/>
                  <a:ea typeface="Calibri" panose="020F0502020204030204" pitchFamily="34" charset="0"/>
                  <a:cs typeface="Times New Roman" panose="02020603050405020304" pitchFamily="18" charset="0"/>
                </a:rPr>
                <a:t> </a:t>
              </a:r>
              <a:r>
                <a:rPr lang="de-AT" sz="1350" dirty="0" err="1">
                  <a:latin typeface="+mj-lt"/>
                  <a:ea typeface="Calibri" panose="020F0502020204030204" pitchFamily="34" charset="0"/>
                  <a:cs typeface="Times New Roman" panose="02020603050405020304" pitchFamily="18" charset="0"/>
                </a:rPr>
                <a:t>seeing</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97259"/>
              <a:ext cx="2077514" cy="304827"/>
            </a:xfrm>
            <a:prstGeom prst="rect">
              <a:avLst/>
            </a:prstGeom>
          </p:spPr>
          <p:txBody>
            <a:bodyPr wrap="square">
              <a:spAutoFit/>
            </a:bodyPr>
            <a:lstStyle/>
            <a:p>
              <a:pPr>
                <a:lnSpc>
                  <a:spcPct val="107000"/>
                </a:lnSpc>
                <a:spcAft>
                  <a:spcPts val="800"/>
                </a:spcAft>
              </a:pPr>
              <a:r>
                <a:rPr lang="de-AT" sz="1350" dirty="0">
                  <a:effectLst/>
                  <a:latin typeface="+mj-lt"/>
                  <a:ea typeface="Calibri" panose="020F0502020204030204" pitchFamily="34" charset="0"/>
                  <a:cs typeface="Times New Roman" panose="02020603050405020304" pitchFamily="18" charset="0"/>
                </a:rPr>
                <a:t>Very </a:t>
              </a:r>
              <a:r>
                <a:rPr lang="de-AT" sz="1350" dirty="0" err="1">
                  <a:effectLst/>
                  <a:latin typeface="+mj-lt"/>
                  <a:ea typeface="Calibri" panose="020F0502020204030204" pitchFamily="34" charset="0"/>
                  <a:cs typeface="Times New Roman" panose="02020603050405020304" pitchFamily="18" charset="0"/>
                </a:rPr>
                <a:t>clear</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seeing</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well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did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you</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see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1266214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10312"/>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Imager</a:t>
              </a:r>
              <a:r>
                <a:rPr lang="de-AT" sz="1350" dirty="0" err="1">
                  <a:latin typeface="+mj-lt"/>
                  <a:ea typeface="Calibri" panose="020F0502020204030204" pitchFamily="34" charset="0"/>
                  <a:cs typeface="Times New Roman" panose="02020603050405020304" pitchFamily="18" charset="0"/>
                </a:rPr>
                <a:t>y</a:t>
              </a:r>
              <a:r>
                <a:rPr lang="de-AT" sz="1350" dirty="0">
                  <a:latin typeface="+mj-lt"/>
                  <a:ea typeface="Calibri" panose="020F0502020204030204" pitchFamily="34" charset="0"/>
                  <a:cs typeface="Times New Roman" panose="02020603050405020304" pitchFamily="18" charset="0"/>
                </a:rPr>
                <a:t> slow </a:t>
              </a:r>
              <a:r>
                <a:rPr lang="de-AT" sz="1350" dirty="0" err="1">
                  <a:latin typeface="+mj-lt"/>
                  <a:ea typeface="Calibri" panose="020F0502020204030204" pitchFamily="34" charset="0"/>
                  <a:cs typeface="Times New Roman" panose="02020603050405020304" pitchFamily="18" charset="0"/>
                </a:rPr>
                <a:t>to</a:t>
              </a:r>
              <a:r>
                <a:rPr lang="de-AT" sz="1350" dirty="0">
                  <a:latin typeface="+mj-lt"/>
                  <a:ea typeface="Calibri" panose="020F0502020204030204" pitchFamily="34" charset="0"/>
                  <a:cs typeface="Times New Roman" panose="02020603050405020304" pitchFamily="18" charset="0"/>
                </a:rPr>
                <a:t> </a:t>
              </a:r>
              <a:r>
                <a:rPr lang="de-AT" sz="1350" dirty="0" err="1">
                  <a:latin typeface="+mj-lt"/>
                  <a:ea typeface="Calibri" panose="020F0502020204030204" pitchFamily="34" charset="0"/>
                  <a:cs typeface="Times New Roman" panose="02020603050405020304" pitchFamily="18" charset="0"/>
                </a:rPr>
                <a:t>create</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2077514" cy="304827"/>
            </a:xfrm>
            <a:prstGeom prst="rect">
              <a:avLst/>
            </a:prstGeom>
          </p:spPr>
          <p:txBody>
            <a:bodyPr wrap="square">
              <a:spAutoFit/>
            </a:bodyPr>
            <a:lstStyle/>
            <a:p>
              <a:pP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Imagery</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created</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quickly</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quickly</a:t>
              </a:r>
              <a:r>
                <a:rPr lang="de-AT" sz="2100" dirty="0">
                  <a:effectLst/>
                  <a:latin typeface="Calibri" panose="020F0502020204030204" pitchFamily="34" charset="0"/>
                  <a:ea typeface="Calibri" panose="020F0502020204030204" pitchFamily="34" charset="0"/>
                  <a:cs typeface="Times New Roman" panose="02020603050405020304" pitchFamily="18" charset="0"/>
                </a:rPr>
                <a:t> was an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created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826804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138214" y="2852936"/>
            <a:ext cx="8867572" cy="993735"/>
            <a:chOff x="55618" y="1925792"/>
            <a:chExt cx="8867572" cy="993735"/>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96917" y="2510312"/>
              <a:ext cx="2077514"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No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feeling</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2077514" cy="304827"/>
            </a:xfrm>
            <a:prstGeom prst="rect">
              <a:avLst/>
            </a:prstGeom>
          </p:spPr>
          <p:txBody>
            <a:bodyPr wrap="square">
              <a:spAutoFit/>
            </a:bodyPr>
            <a:lstStyle/>
            <a:p>
              <a:pPr>
                <a:lnSpc>
                  <a:spcPct val="107000"/>
                </a:lnSpc>
                <a:spcAft>
                  <a:spcPts val="800"/>
                </a:spcAft>
              </a:pPr>
              <a:r>
                <a:rPr lang="de-AT" sz="1350" dirty="0">
                  <a:effectLst/>
                  <a:latin typeface="+mj-lt"/>
                  <a:ea typeface="Calibri" panose="020F0502020204030204" pitchFamily="34" charset="0"/>
                  <a:cs typeface="Times New Roman" panose="02020603050405020304" pitchFamily="18" charset="0"/>
                </a:rPr>
                <a:t>Very </a:t>
              </a:r>
              <a:r>
                <a:rPr lang="de-AT" sz="1350" dirty="0" err="1">
                  <a:effectLst/>
                  <a:latin typeface="+mj-lt"/>
                  <a:ea typeface="Calibri" panose="020F0502020204030204" pitchFamily="34" charset="0"/>
                  <a:cs typeface="Times New Roman" panose="02020603050405020304" pitchFamily="18" charset="0"/>
                </a:rPr>
                <a:t>clear</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feeling</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well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did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you</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feel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muscular</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movements</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of</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13286499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Abgerundetes Rechteck 2">
            <a:extLst>
              <a:ext uri="{FF2B5EF4-FFF2-40B4-BE49-F238E27FC236}">
                <a16:creationId xmlns:a16="http://schemas.microsoft.com/office/drawing/2014/main" id="{FAAFA20E-E15D-4B34-9579-8ED78BF9CDB9}"/>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grpSp>
        <p:nvGrpSpPr>
          <p:cNvPr id="2" name="Gruppieren 1">
            <a:extLst>
              <a:ext uri="{FF2B5EF4-FFF2-40B4-BE49-F238E27FC236}">
                <a16:creationId xmlns:a16="http://schemas.microsoft.com/office/drawing/2014/main" id="{AF2F06EE-DD51-4F5B-BCB6-3CCEBF488FA8}"/>
              </a:ext>
            </a:extLst>
          </p:cNvPr>
          <p:cNvGrpSpPr/>
          <p:nvPr/>
        </p:nvGrpSpPr>
        <p:grpSpPr>
          <a:xfrm>
            <a:off x="0" y="2852936"/>
            <a:ext cx="9036496" cy="1111079"/>
            <a:chOff x="-82596" y="1925792"/>
            <a:chExt cx="9036496" cy="1111079"/>
          </a:xfrm>
        </p:grpSpPr>
        <p:sp>
          <p:nvSpPr>
            <p:cNvPr id="23" name="Abgerundetes Rechteck 2">
              <a:extLst>
                <a:ext uri="{FF2B5EF4-FFF2-40B4-BE49-F238E27FC236}">
                  <a16:creationId xmlns:a16="http://schemas.microsoft.com/office/drawing/2014/main" id="{D8BA6CF5-B89D-4544-9624-FEDFCE2FFDF8}"/>
                </a:ext>
              </a:extLst>
            </p:cNvPr>
            <p:cNvSpPr>
              <a:spLocks noChangeAspect="1"/>
            </p:cNvSpPr>
            <p:nvPr/>
          </p:nvSpPr>
          <p:spPr>
            <a:xfrm>
              <a:off x="391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4</a:t>
              </a:r>
            </a:p>
          </p:txBody>
        </p:sp>
        <p:sp>
          <p:nvSpPr>
            <p:cNvPr id="34" name="Abgerundetes Rechteck 2">
              <a:extLst>
                <a:ext uri="{FF2B5EF4-FFF2-40B4-BE49-F238E27FC236}">
                  <a16:creationId xmlns:a16="http://schemas.microsoft.com/office/drawing/2014/main" id="{4060A3C4-D89B-4C4C-8BF1-808B32F55C58}"/>
                </a:ext>
              </a:extLst>
            </p:cNvPr>
            <p:cNvSpPr>
              <a:spLocks noChangeAspect="1"/>
            </p:cNvSpPr>
            <p:nvPr/>
          </p:nvSpPr>
          <p:spPr>
            <a:xfrm>
              <a:off x="5983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9</a:t>
              </a:r>
              <a:endParaRPr lang="de-AT" sz="1350" b="0" strike="noStrike" spc="-1" dirty="0">
                <a:solidFill>
                  <a:schemeClr val="tx1"/>
                </a:solidFill>
                <a:latin typeface="Arial"/>
              </a:endParaRPr>
            </a:p>
          </p:txBody>
        </p:sp>
        <p:sp>
          <p:nvSpPr>
            <p:cNvPr id="35" name="Abgerundetes Rechteck 2">
              <a:extLst>
                <a:ext uri="{FF2B5EF4-FFF2-40B4-BE49-F238E27FC236}">
                  <a16:creationId xmlns:a16="http://schemas.microsoft.com/office/drawing/2014/main" id="{306A1F09-1556-4A38-9C04-104451C3EA8C}"/>
                </a:ext>
              </a:extLst>
            </p:cNvPr>
            <p:cNvSpPr>
              <a:spLocks noChangeAspect="1"/>
            </p:cNvSpPr>
            <p:nvPr/>
          </p:nvSpPr>
          <p:spPr>
            <a:xfrm>
              <a:off x="515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7</a:t>
              </a:r>
              <a:endParaRPr lang="de-AT" sz="1350" b="0" strike="noStrike" spc="-1" dirty="0">
                <a:solidFill>
                  <a:schemeClr val="tx1"/>
                </a:solidFill>
                <a:latin typeface="Arial"/>
              </a:endParaRPr>
            </a:p>
          </p:txBody>
        </p:sp>
        <p:sp>
          <p:nvSpPr>
            <p:cNvPr id="36" name="Abgerundetes Rechteck 2">
              <a:extLst>
                <a:ext uri="{FF2B5EF4-FFF2-40B4-BE49-F238E27FC236}">
                  <a16:creationId xmlns:a16="http://schemas.microsoft.com/office/drawing/2014/main" id="{5E61400D-4D01-4C32-A97D-BFAD5969A550}"/>
                </a:ext>
              </a:extLst>
            </p:cNvPr>
            <p:cNvSpPr>
              <a:spLocks noChangeAspect="1"/>
            </p:cNvSpPr>
            <p:nvPr/>
          </p:nvSpPr>
          <p:spPr>
            <a:xfrm>
              <a:off x="3085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2</a:t>
              </a:r>
            </a:p>
          </p:txBody>
        </p:sp>
        <p:sp>
          <p:nvSpPr>
            <p:cNvPr id="37" name="Abgerundetes Rechteck 2">
              <a:extLst>
                <a:ext uri="{FF2B5EF4-FFF2-40B4-BE49-F238E27FC236}">
                  <a16:creationId xmlns:a16="http://schemas.microsoft.com/office/drawing/2014/main" id="{29B9E1BB-77F7-4B3E-9F2E-6999826A2BAC}"/>
                </a:ext>
              </a:extLst>
            </p:cNvPr>
            <p:cNvSpPr>
              <a:spLocks noChangeAspect="1"/>
            </p:cNvSpPr>
            <p:nvPr/>
          </p:nvSpPr>
          <p:spPr>
            <a:xfrm>
              <a:off x="349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3</a:t>
              </a:r>
            </a:p>
          </p:txBody>
        </p:sp>
        <p:sp>
          <p:nvSpPr>
            <p:cNvPr id="39" name="Abgerundetes Rechteck 2">
              <a:extLst>
                <a:ext uri="{FF2B5EF4-FFF2-40B4-BE49-F238E27FC236}">
                  <a16:creationId xmlns:a16="http://schemas.microsoft.com/office/drawing/2014/main" id="{555A8B00-117E-466A-BD10-5960A5F30F92}"/>
                </a:ext>
              </a:extLst>
            </p:cNvPr>
            <p:cNvSpPr>
              <a:spLocks noChangeAspect="1"/>
            </p:cNvSpPr>
            <p:nvPr/>
          </p:nvSpPr>
          <p:spPr>
            <a:xfrm>
              <a:off x="5569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8</a:t>
              </a:r>
            </a:p>
          </p:txBody>
        </p:sp>
        <p:sp>
          <p:nvSpPr>
            <p:cNvPr id="40" name="Abgerundetes Rechteck 2">
              <a:extLst>
                <a:ext uri="{FF2B5EF4-FFF2-40B4-BE49-F238E27FC236}">
                  <a16:creationId xmlns:a16="http://schemas.microsoft.com/office/drawing/2014/main" id="{A1B70BDD-8E07-438C-BA14-D225E9F28A58}"/>
                </a:ext>
              </a:extLst>
            </p:cNvPr>
            <p:cNvSpPr>
              <a:spLocks noChangeAspect="1"/>
            </p:cNvSpPr>
            <p:nvPr/>
          </p:nvSpPr>
          <p:spPr>
            <a:xfrm>
              <a:off x="432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5</a:t>
              </a:r>
              <a:endParaRPr lang="de-AT" sz="1350" b="0" strike="noStrike" spc="-1" dirty="0">
                <a:solidFill>
                  <a:schemeClr val="tx1"/>
                </a:solidFill>
                <a:latin typeface="Arial"/>
              </a:endParaRPr>
            </a:p>
          </p:txBody>
        </p:sp>
        <p:sp>
          <p:nvSpPr>
            <p:cNvPr id="41" name="Abgerundetes Rechteck 2">
              <a:extLst>
                <a:ext uri="{FF2B5EF4-FFF2-40B4-BE49-F238E27FC236}">
                  <a16:creationId xmlns:a16="http://schemas.microsoft.com/office/drawing/2014/main" id="{4B2836BC-B6BD-4C13-83B2-8C30E2E6030B}"/>
                </a:ext>
              </a:extLst>
            </p:cNvPr>
            <p:cNvSpPr>
              <a:spLocks noChangeAspect="1"/>
            </p:cNvSpPr>
            <p:nvPr/>
          </p:nvSpPr>
          <p:spPr>
            <a:xfrm>
              <a:off x="474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6</a:t>
              </a:r>
              <a:endParaRPr lang="de-AT" sz="1350" b="0" strike="noStrike" spc="-1" dirty="0">
                <a:solidFill>
                  <a:schemeClr val="tx1"/>
                </a:solidFill>
                <a:latin typeface="Arial"/>
              </a:endParaRPr>
            </a:p>
          </p:txBody>
        </p:sp>
        <p:sp>
          <p:nvSpPr>
            <p:cNvPr id="42" name="Abgerundetes Rechteck 2">
              <a:extLst>
                <a:ext uri="{FF2B5EF4-FFF2-40B4-BE49-F238E27FC236}">
                  <a16:creationId xmlns:a16="http://schemas.microsoft.com/office/drawing/2014/main" id="{3357201B-251D-4C3D-B881-24C59A477586}"/>
                </a:ext>
              </a:extLst>
            </p:cNvPr>
            <p:cNvSpPr>
              <a:spLocks noChangeAspect="1"/>
            </p:cNvSpPr>
            <p:nvPr/>
          </p:nvSpPr>
          <p:spPr>
            <a:xfrm>
              <a:off x="639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10</a:t>
              </a:r>
            </a:p>
          </p:txBody>
        </p:sp>
        <p:sp>
          <p:nvSpPr>
            <p:cNvPr id="43" name="Rechteck 42">
              <a:extLst>
                <a:ext uri="{FF2B5EF4-FFF2-40B4-BE49-F238E27FC236}">
                  <a16:creationId xmlns:a16="http://schemas.microsoft.com/office/drawing/2014/main" id="{445BEEB3-6B52-4820-BA41-203C04E9482A}"/>
                </a:ext>
              </a:extLst>
            </p:cNvPr>
            <p:cNvSpPr/>
            <p:nvPr/>
          </p:nvSpPr>
          <p:spPr>
            <a:xfrm>
              <a:off x="-82596" y="2510312"/>
              <a:ext cx="2257027" cy="304827"/>
            </a:xfrm>
            <a:prstGeom prst="rect">
              <a:avLst/>
            </a:prstGeom>
          </p:spPr>
          <p:txBody>
            <a:bodyPr wrap="square">
              <a:spAutoFit/>
            </a:bodyPr>
            <a:lstStyle/>
            <a:p>
              <a:pPr algn="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Unable</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to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control</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imagery</a:t>
              </a:r>
              <a:endParaRPr lang="de-DE" sz="1350" dirty="0">
                <a:latin typeface="+mj-lt"/>
                <a:cs typeface="Calibri" panose="020F0502020204030204" pitchFamily="34" charset="0"/>
              </a:endParaRPr>
            </a:p>
          </p:txBody>
        </p:sp>
        <p:sp>
          <p:nvSpPr>
            <p:cNvPr id="44" name="Abgerundetes Rechteck 2">
              <a:extLst>
                <a:ext uri="{FF2B5EF4-FFF2-40B4-BE49-F238E27FC236}">
                  <a16:creationId xmlns:a16="http://schemas.microsoft.com/office/drawing/2014/main" id="{69F14105-7DE9-4759-830A-FF30E3F60ACA}"/>
                </a:ext>
              </a:extLst>
            </p:cNvPr>
            <p:cNvSpPr>
              <a:spLocks noChangeAspect="1"/>
            </p:cNvSpPr>
            <p:nvPr/>
          </p:nvSpPr>
          <p:spPr>
            <a:xfrm>
              <a:off x="2257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spc="-1" dirty="0">
                  <a:solidFill>
                    <a:schemeClr val="tx1"/>
                  </a:solidFill>
                  <a:latin typeface="Arial"/>
                </a:rPr>
                <a:t>0</a:t>
              </a:r>
              <a:endParaRPr lang="de-AT" sz="1350" b="0" strike="noStrike" spc="-1" dirty="0">
                <a:solidFill>
                  <a:schemeClr val="tx1"/>
                </a:solidFill>
                <a:latin typeface="Arial"/>
              </a:endParaRPr>
            </a:p>
          </p:txBody>
        </p:sp>
        <p:sp>
          <p:nvSpPr>
            <p:cNvPr id="45" name="Abgerundetes Rechteck 2">
              <a:extLst>
                <a:ext uri="{FF2B5EF4-FFF2-40B4-BE49-F238E27FC236}">
                  <a16:creationId xmlns:a16="http://schemas.microsoft.com/office/drawing/2014/main" id="{4FDF11F5-7595-460C-9032-27733EC5648D}"/>
                </a:ext>
              </a:extLst>
            </p:cNvPr>
            <p:cNvSpPr>
              <a:spLocks noChangeAspect="1"/>
            </p:cNvSpPr>
            <p:nvPr/>
          </p:nvSpPr>
          <p:spPr>
            <a:xfrm>
              <a:off x="2671404" y="2595527"/>
              <a:ext cx="323926" cy="324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a:solidFill>
                    <a:schemeClr val="tx1"/>
                  </a:solidFill>
                  <a:latin typeface="Arial"/>
                </a:rPr>
                <a:t>1</a:t>
              </a:r>
            </a:p>
          </p:txBody>
        </p:sp>
        <p:sp>
          <p:nvSpPr>
            <p:cNvPr id="46" name="Rechteck 45">
              <a:extLst>
                <a:ext uri="{FF2B5EF4-FFF2-40B4-BE49-F238E27FC236}">
                  <a16:creationId xmlns:a16="http://schemas.microsoft.com/office/drawing/2014/main" id="{EE7009EA-CE34-4597-BA47-39D6658D694D}"/>
                </a:ext>
              </a:extLst>
            </p:cNvPr>
            <p:cNvSpPr/>
            <p:nvPr/>
          </p:nvSpPr>
          <p:spPr>
            <a:xfrm>
              <a:off x="6799594" y="2509739"/>
              <a:ext cx="2154306" cy="527132"/>
            </a:xfrm>
            <a:prstGeom prst="rect">
              <a:avLst/>
            </a:prstGeom>
          </p:spPr>
          <p:txBody>
            <a:bodyPr wrap="square">
              <a:spAutoFit/>
            </a:bodyPr>
            <a:lstStyle/>
            <a:p>
              <a:pPr>
                <a:lnSpc>
                  <a:spcPct val="107000"/>
                </a:lnSpc>
                <a:spcAft>
                  <a:spcPts val="800"/>
                </a:spcAft>
              </a:pPr>
              <a:r>
                <a:rPr lang="de-AT" sz="1350" dirty="0" err="1">
                  <a:effectLst/>
                  <a:latin typeface="+mj-lt"/>
                  <a:ea typeface="Calibri" panose="020F0502020204030204" pitchFamily="34" charset="0"/>
                  <a:cs typeface="Times New Roman" panose="02020603050405020304" pitchFamily="18" charset="0"/>
                </a:rPr>
                <a:t>Completely</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able</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to</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control</a:t>
              </a:r>
              <a:r>
                <a:rPr lang="de-AT" sz="1350" dirty="0">
                  <a:effectLst/>
                  <a:latin typeface="+mj-lt"/>
                  <a:ea typeface="Calibri" panose="020F0502020204030204" pitchFamily="34" charset="0"/>
                  <a:cs typeface="Times New Roman" panose="02020603050405020304" pitchFamily="18" charset="0"/>
                </a:rPr>
                <a:t> </a:t>
              </a:r>
              <a:r>
                <a:rPr lang="de-AT" sz="1350" dirty="0" err="1">
                  <a:effectLst/>
                  <a:latin typeface="+mj-lt"/>
                  <a:ea typeface="Calibri" panose="020F0502020204030204" pitchFamily="34" charset="0"/>
                  <a:cs typeface="Times New Roman" panose="02020603050405020304" pitchFamily="18" charset="0"/>
                </a:rPr>
                <a:t>imagery</a:t>
              </a:r>
              <a:endParaRPr lang="de-DE" sz="1350" dirty="0">
                <a:latin typeface="+mj-lt"/>
                <a:cs typeface="Calibri" panose="020F0502020204030204" pitchFamily="34" charset="0"/>
              </a:endParaRPr>
            </a:p>
          </p:txBody>
        </p:sp>
        <p:sp>
          <p:nvSpPr>
            <p:cNvPr id="47" name="Rechteck 46">
              <a:extLst>
                <a:ext uri="{FF2B5EF4-FFF2-40B4-BE49-F238E27FC236}">
                  <a16:creationId xmlns:a16="http://schemas.microsoft.com/office/drawing/2014/main" id="{E5B6330F-5DE0-46D7-B1BE-671472920B42}"/>
                </a:ext>
              </a:extLst>
            </p:cNvPr>
            <p:cNvSpPr/>
            <p:nvPr/>
          </p:nvSpPr>
          <p:spPr>
            <a:xfrm>
              <a:off x="55618" y="1925792"/>
              <a:ext cx="8867572" cy="415498"/>
            </a:xfrm>
            <a:prstGeom prst="rect">
              <a:avLst/>
            </a:prstGeom>
          </p:spPr>
          <p:txBody>
            <a:bodyPr wrap="square">
              <a:spAutoFit/>
            </a:bodyPr>
            <a:lstStyle/>
            <a:p>
              <a:pPr marL="0" marR="0" algn="ctr">
                <a:spcBef>
                  <a:spcPts val="0"/>
                </a:spcBef>
                <a:spcAft>
                  <a:spcPts val="0"/>
                </a:spcAft>
              </a:pPr>
              <a:r>
                <a:rPr lang="de-AT" sz="2100" dirty="0" err="1">
                  <a:effectLst/>
                  <a:latin typeface="Calibri" panose="020F0502020204030204" pitchFamily="34" charset="0"/>
                  <a:ea typeface="Calibri" panose="020F0502020204030204" pitchFamily="34" charset="0"/>
                  <a:cs typeface="Times New Roman" panose="02020603050405020304" pitchFamily="18" charset="0"/>
                </a:rPr>
                <a:t>How</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well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could</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you</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b="1" dirty="0" err="1">
                  <a:effectLst/>
                  <a:latin typeface="Calibri" panose="020F0502020204030204" pitchFamily="34" charset="0"/>
                  <a:ea typeface="Calibri" panose="020F0502020204030204" pitchFamily="34" charset="0"/>
                  <a:cs typeface="Times New Roman" panose="02020603050405020304" pitchFamily="18" charset="0"/>
                </a:rPr>
                <a:t>control</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the</a:t>
              </a:r>
              <a:r>
                <a:rPr lang="de-AT" sz="2100" dirty="0">
                  <a:effectLst/>
                  <a:latin typeface="Calibri" panose="020F0502020204030204" pitchFamily="34" charset="0"/>
                  <a:ea typeface="Calibri" panose="020F0502020204030204" pitchFamily="34" charset="0"/>
                  <a:cs typeface="Times New Roman" panose="02020603050405020304" pitchFamily="18" charset="0"/>
                </a:rPr>
                <a:t> </a:t>
              </a:r>
              <a:r>
                <a:rPr lang="de-AT" sz="2100" dirty="0" err="1">
                  <a:effectLst/>
                  <a:latin typeface="Calibri" panose="020F0502020204030204" pitchFamily="34" charset="0"/>
                  <a:ea typeface="Calibri" panose="020F0502020204030204" pitchFamily="34" charset="0"/>
                  <a:cs typeface="Times New Roman" panose="02020603050405020304" pitchFamily="18" charset="0"/>
                </a:rPr>
                <a:t>imagery</a:t>
              </a:r>
              <a:r>
                <a:rPr lang="de-AT" sz="2100" dirty="0">
                  <a:effectLst/>
                  <a:latin typeface="Calibri" panose="020F0502020204030204" pitchFamily="34" charset="0"/>
                  <a:ea typeface="Calibri" panose="020F0502020204030204" pitchFamily="34" charset="0"/>
                  <a:cs typeface="Times New Roman" panose="02020603050405020304" pitchFamily="18" charset="0"/>
                </a:rPr>
                <a:t>?</a:t>
              </a:r>
              <a:endParaRPr lang="de-DE" sz="2100" dirty="0">
                <a:latin typeface="+mj-lt"/>
                <a:cs typeface="Calibri" panose="020F0502020204030204" pitchFamily="34" charset="0"/>
              </a:endParaRPr>
            </a:p>
          </p:txBody>
        </p:sp>
      </p:grpSp>
    </p:spTree>
    <p:extLst>
      <p:ext uri="{BB962C8B-B14F-4D97-AF65-F5344CB8AC3E}">
        <p14:creationId xmlns:p14="http://schemas.microsoft.com/office/powerpoint/2010/main" val="6975517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756093" y="3213557"/>
            <a:ext cx="7631833" cy="430887"/>
          </a:xfrm>
          <a:prstGeom prst="rect">
            <a:avLst/>
          </a:prstGeom>
          <a:noFill/>
        </p:spPr>
        <p:txBody>
          <a:bodyPr wrap="none" rtlCol="0">
            <a:spAutoFit/>
          </a:bodyPr>
          <a:lstStyle/>
          <a:p>
            <a:pPr algn="ctr"/>
            <a:r>
              <a:rPr lang="en-US" sz="2200" dirty="0"/>
              <a:t>You will now complete a variation of the task you just performed.</a:t>
            </a:r>
            <a:endParaRPr lang="de-DE" sz="2200" dirty="0"/>
          </a:p>
        </p:txBody>
      </p:sp>
      <p:sp>
        <p:nvSpPr>
          <p:cNvPr id="4" name="Abgerundetes Rechteck 2">
            <a:extLst>
              <a:ext uri="{FF2B5EF4-FFF2-40B4-BE49-F238E27FC236}">
                <a16:creationId xmlns:a16="http://schemas.microsoft.com/office/drawing/2014/main" id="{B8379863-4FCF-4A15-8E94-4659C7C2B0F7}"/>
              </a:ext>
            </a:extLst>
          </p:cNvPr>
          <p:cNvSpPr/>
          <p:nvPr/>
        </p:nvSpPr>
        <p:spPr>
          <a:xfrm>
            <a:off x="7524328"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Tree>
    <p:extLst>
      <p:ext uri="{BB962C8B-B14F-4D97-AF65-F5344CB8AC3E}">
        <p14:creationId xmlns:p14="http://schemas.microsoft.com/office/powerpoint/2010/main" val="19847901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13AD34A-B457-467D-9BA0-7B55010250C9}"/>
              </a:ext>
            </a:extLst>
          </p:cNvPr>
          <p:cNvSpPr/>
          <p:nvPr/>
        </p:nvSpPr>
        <p:spPr>
          <a:xfrm>
            <a:off x="456956" y="2492896"/>
            <a:ext cx="8230088" cy="492443"/>
          </a:xfrm>
          <a:prstGeom prst="rect">
            <a:avLst/>
          </a:prstGeom>
        </p:spPr>
        <p:txBody>
          <a:bodyPr wrap="square">
            <a:spAutoFit/>
          </a:bodyPr>
          <a:lstStyle/>
          <a:p>
            <a:pPr marL="0" marR="0" algn="ctr">
              <a:spcBef>
                <a:spcPts val="0"/>
              </a:spcBef>
              <a:spcAft>
                <a:spcPts val="0"/>
              </a:spcAft>
            </a:pPr>
            <a:r>
              <a:rPr lang="de-DE" sz="2600" dirty="0" err="1">
                <a:latin typeface="+mj-lt"/>
                <a:ea typeface="Times New Roman"/>
                <a:cs typeface="Times New Roman"/>
              </a:rPr>
              <a:t>Which</a:t>
            </a:r>
            <a:r>
              <a:rPr lang="de-DE" sz="2600" dirty="0">
                <a:latin typeface="+mj-lt"/>
                <a:ea typeface="Times New Roman"/>
                <a:cs typeface="Times New Roman"/>
              </a:rPr>
              <a:t> </a:t>
            </a:r>
            <a:r>
              <a:rPr lang="de-DE" sz="2600" dirty="0" err="1">
                <a:latin typeface="+mj-lt"/>
                <a:ea typeface="Times New Roman"/>
                <a:cs typeface="Times New Roman"/>
              </a:rPr>
              <a:t>hand</a:t>
            </a:r>
            <a:r>
              <a:rPr lang="de-DE" sz="2600" dirty="0">
                <a:latin typeface="+mj-lt"/>
                <a:ea typeface="Times New Roman"/>
                <a:cs typeface="Times New Roman"/>
              </a:rPr>
              <a:t> </a:t>
            </a:r>
            <a:r>
              <a:rPr lang="de-DE" sz="2600" dirty="0" err="1">
                <a:latin typeface="+mj-lt"/>
                <a:ea typeface="Times New Roman"/>
                <a:cs typeface="Times New Roman"/>
              </a:rPr>
              <a:t>did</a:t>
            </a:r>
            <a:r>
              <a:rPr lang="de-DE" sz="2600" dirty="0">
                <a:latin typeface="+mj-lt"/>
                <a:ea typeface="Times New Roman"/>
                <a:cs typeface="Times New Roman"/>
              </a:rPr>
              <a:t> </a:t>
            </a:r>
            <a:r>
              <a:rPr lang="de-DE" sz="2600" dirty="0" err="1">
                <a:latin typeface="+mj-lt"/>
                <a:ea typeface="Times New Roman"/>
                <a:cs typeface="Times New Roman"/>
              </a:rPr>
              <a:t>you</a:t>
            </a:r>
            <a:r>
              <a:rPr lang="de-DE" sz="2600" dirty="0">
                <a:latin typeface="+mj-lt"/>
                <a:ea typeface="Times New Roman"/>
                <a:cs typeface="Times New Roman"/>
              </a:rPr>
              <a:t> </a:t>
            </a:r>
            <a:r>
              <a:rPr lang="de-DE" sz="2600" dirty="0" err="1">
                <a:latin typeface="+mj-lt"/>
                <a:ea typeface="Times New Roman"/>
                <a:cs typeface="Times New Roman"/>
              </a:rPr>
              <a:t>use</a:t>
            </a:r>
            <a:r>
              <a:rPr lang="de-DE" sz="2600" dirty="0">
                <a:latin typeface="+mj-lt"/>
                <a:ea typeface="Times New Roman"/>
                <a:cs typeface="Times New Roman"/>
              </a:rPr>
              <a:t> </a:t>
            </a:r>
            <a:r>
              <a:rPr lang="de-DE" sz="2600" dirty="0" err="1">
                <a:latin typeface="+mj-lt"/>
                <a:ea typeface="Times New Roman"/>
                <a:cs typeface="Times New Roman"/>
              </a:rPr>
              <a:t>to</a:t>
            </a:r>
            <a:r>
              <a:rPr lang="de-DE" sz="2600" dirty="0">
                <a:latin typeface="+mj-lt"/>
                <a:ea typeface="Times New Roman"/>
                <a:cs typeface="Times New Roman"/>
              </a:rPr>
              <a:t> hold </a:t>
            </a:r>
            <a:r>
              <a:rPr lang="de-DE" sz="2600" dirty="0" err="1">
                <a:latin typeface="+mj-lt"/>
                <a:ea typeface="Times New Roman"/>
                <a:cs typeface="Times New Roman"/>
              </a:rPr>
              <a:t>the</a:t>
            </a:r>
            <a:r>
              <a:rPr lang="de-DE" sz="2600" dirty="0">
                <a:latin typeface="+mj-lt"/>
                <a:ea typeface="Times New Roman"/>
                <a:cs typeface="Times New Roman"/>
              </a:rPr>
              <a:t> </a:t>
            </a:r>
            <a:r>
              <a:rPr lang="de-DE" sz="2600" dirty="0" err="1">
                <a:latin typeface="+mj-lt"/>
                <a:ea typeface="Times New Roman"/>
                <a:cs typeface="Times New Roman"/>
              </a:rPr>
              <a:t>stylus</a:t>
            </a:r>
            <a:r>
              <a:rPr lang="de-DE" sz="2600" dirty="0">
                <a:latin typeface="+mj-lt"/>
                <a:ea typeface="Times New Roman"/>
                <a:cs typeface="Times New Roman"/>
              </a:rPr>
              <a:t>?</a:t>
            </a:r>
          </a:p>
        </p:txBody>
      </p:sp>
      <p:sp>
        <p:nvSpPr>
          <p:cNvPr id="12" name="Abgerundetes Rechteck 2">
            <a:extLst>
              <a:ext uri="{FF2B5EF4-FFF2-40B4-BE49-F238E27FC236}">
                <a16:creationId xmlns:a16="http://schemas.microsoft.com/office/drawing/2014/main" id="{B42C0D27-ACD5-4258-A96E-E00AD03E3F6A}"/>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8" name="Abgerundetes Rechteck 2">
            <a:extLst>
              <a:ext uri="{FF2B5EF4-FFF2-40B4-BE49-F238E27FC236}">
                <a16:creationId xmlns:a16="http://schemas.microsoft.com/office/drawing/2014/main" id="{EA214336-14AC-430C-AA2A-66305804977C}"/>
              </a:ext>
            </a:extLst>
          </p:cNvPr>
          <p:cNvSpPr/>
          <p:nvPr/>
        </p:nvSpPr>
        <p:spPr>
          <a:xfrm>
            <a:off x="5482518"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DE" sz="1350" spc="-1" dirty="0" err="1">
                <a:solidFill>
                  <a:schemeClr val="tx1"/>
                </a:solidFill>
                <a:latin typeface="Calibri"/>
                <a:ea typeface="DejaVu Sans"/>
              </a:rPr>
              <a:t>right</a:t>
            </a:r>
            <a:endParaRPr lang="de-AT" sz="1350" b="0" strike="noStrike" spc="-1" dirty="0">
              <a:solidFill>
                <a:schemeClr val="tx1"/>
              </a:solidFill>
              <a:latin typeface="Arial"/>
            </a:endParaRPr>
          </a:p>
        </p:txBody>
      </p:sp>
      <p:sp>
        <p:nvSpPr>
          <p:cNvPr id="10" name="Abgerundetes Rechteck 2">
            <a:extLst>
              <a:ext uri="{FF2B5EF4-FFF2-40B4-BE49-F238E27FC236}">
                <a16:creationId xmlns:a16="http://schemas.microsoft.com/office/drawing/2014/main" id="{0D0A67AC-5FB9-43EC-90F3-BCE7C1C83F0D}"/>
              </a:ext>
            </a:extLst>
          </p:cNvPr>
          <p:cNvSpPr/>
          <p:nvPr/>
        </p:nvSpPr>
        <p:spPr>
          <a:xfrm>
            <a:off x="2262992"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DE" sz="1350" spc="-1" dirty="0" err="1">
                <a:solidFill>
                  <a:schemeClr val="tx1"/>
                </a:solidFill>
                <a:latin typeface="Calibri"/>
                <a:ea typeface="DejaVu Sans"/>
              </a:rPr>
              <a:t>left</a:t>
            </a:r>
            <a:endParaRPr lang="de-AT" sz="1350" b="0" strike="noStrike" spc="-1" dirty="0">
              <a:solidFill>
                <a:schemeClr val="tx1"/>
              </a:solidFill>
              <a:latin typeface="Arial"/>
            </a:endParaRPr>
          </a:p>
        </p:txBody>
      </p:sp>
    </p:spTree>
    <p:extLst>
      <p:ext uri="{BB962C8B-B14F-4D97-AF65-F5344CB8AC3E}">
        <p14:creationId xmlns:p14="http://schemas.microsoft.com/office/powerpoint/2010/main" val="6701064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bgerundetes Rechteck 2">
            <a:extLst>
              <a:ext uri="{FF2B5EF4-FFF2-40B4-BE49-F238E27FC236}">
                <a16:creationId xmlns:a16="http://schemas.microsoft.com/office/drawing/2014/main" id="{B42C0D27-ACD5-4258-A96E-E00AD03E3F6A}"/>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7" name="Rechteck 6">
            <a:extLst>
              <a:ext uri="{FF2B5EF4-FFF2-40B4-BE49-F238E27FC236}">
                <a16:creationId xmlns:a16="http://schemas.microsoft.com/office/drawing/2014/main" id="{A84C46E0-3A3A-4628-A6A4-6490E688FC44}"/>
              </a:ext>
            </a:extLst>
          </p:cNvPr>
          <p:cNvSpPr/>
          <p:nvPr/>
        </p:nvSpPr>
        <p:spPr>
          <a:xfrm>
            <a:off x="456956" y="2492896"/>
            <a:ext cx="8230088" cy="523220"/>
          </a:xfrm>
          <a:prstGeom prst="rect">
            <a:avLst/>
          </a:prstGeom>
        </p:spPr>
        <p:txBody>
          <a:bodyPr wrap="square">
            <a:spAutoFit/>
          </a:bodyPr>
          <a:lstStyle/>
          <a:p>
            <a:pPr marL="0" marR="0" algn="ctr">
              <a:spcBef>
                <a:spcPts val="0"/>
              </a:spcBef>
              <a:spcAft>
                <a:spcPts val="0"/>
              </a:spcAft>
            </a:pPr>
            <a:r>
              <a:rPr lang="en-US" sz="2800" dirty="0"/>
              <a:t>Is this the hand you usually use to hold a pen?</a:t>
            </a:r>
            <a:endParaRPr lang="de-DE" sz="2600" dirty="0">
              <a:latin typeface="+mj-lt"/>
              <a:ea typeface="Times New Roman"/>
              <a:cs typeface="Times New Roman"/>
            </a:endParaRPr>
          </a:p>
        </p:txBody>
      </p:sp>
      <p:sp>
        <p:nvSpPr>
          <p:cNvPr id="8" name="Abgerundetes Rechteck 2">
            <a:extLst>
              <a:ext uri="{FF2B5EF4-FFF2-40B4-BE49-F238E27FC236}">
                <a16:creationId xmlns:a16="http://schemas.microsoft.com/office/drawing/2014/main" id="{16D3751D-7355-49F0-9D75-2E0DD9A819EF}"/>
              </a:ext>
            </a:extLst>
          </p:cNvPr>
          <p:cNvSpPr/>
          <p:nvPr/>
        </p:nvSpPr>
        <p:spPr>
          <a:xfrm>
            <a:off x="5482518"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AT" sz="1350" b="0" strike="noStrike" spc="-1" dirty="0" err="1">
                <a:solidFill>
                  <a:schemeClr val="tx1"/>
                </a:solidFill>
                <a:latin typeface="+mj-lt"/>
              </a:rPr>
              <a:t>yes</a:t>
            </a:r>
            <a:endParaRPr lang="de-AT" sz="1350" b="0" strike="noStrike" spc="-1" dirty="0">
              <a:solidFill>
                <a:schemeClr val="tx1"/>
              </a:solidFill>
              <a:latin typeface="+mj-lt"/>
            </a:endParaRPr>
          </a:p>
        </p:txBody>
      </p:sp>
      <p:sp>
        <p:nvSpPr>
          <p:cNvPr id="9" name="Abgerundetes Rechteck 2">
            <a:extLst>
              <a:ext uri="{FF2B5EF4-FFF2-40B4-BE49-F238E27FC236}">
                <a16:creationId xmlns:a16="http://schemas.microsoft.com/office/drawing/2014/main" id="{6D3BB9E9-6F9C-4EBD-880C-53994FCEB44B}"/>
              </a:ext>
            </a:extLst>
          </p:cNvPr>
          <p:cNvSpPr/>
          <p:nvPr/>
        </p:nvSpPr>
        <p:spPr>
          <a:xfrm>
            <a:off x="2262992"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DE" sz="1350" spc="-1" dirty="0" err="1">
                <a:solidFill>
                  <a:schemeClr val="tx1"/>
                </a:solidFill>
                <a:latin typeface="Calibri"/>
                <a:ea typeface="DejaVu Sans"/>
              </a:rPr>
              <a:t>no</a:t>
            </a:r>
            <a:endParaRPr lang="de-AT" sz="1350" b="0" strike="noStrike" spc="-1" dirty="0">
              <a:solidFill>
                <a:schemeClr val="tx1"/>
              </a:solidFill>
              <a:latin typeface="Arial"/>
            </a:endParaRPr>
          </a:p>
        </p:txBody>
      </p:sp>
    </p:spTree>
    <p:extLst>
      <p:ext uri="{BB962C8B-B14F-4D97-AF65-F5344CB8AC3E}">
        <p14:creationId xmlns:p14="http://schemas.microsoft.com/office/powerpoint/2010/main" val="18270836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13AD34A-B457-467D-9BA0-7B55010250C9}"/>
              </a:ext>
            </a:extLst>
          </p:cNvPr>
          <p:cNvSpPr/>
          <p:nvPr/>
        </p:nvSpPr>
        <p:spPr>
          <a:xfrm>
            <a:off x="318234" y="1294987"/>
            <a:ext cx="8507532" cy="2308324"/>
          </a:xfrm>
          <a:prstGeom prst="rect">
            <a:avLst/>
          </a:prstGeom>
        </p:spPr>
        <p:txBody>
          <a:bodyPr wrap="square">
            <a:spAutoFit/>
          </a:bodyPr>
          <a:lstStyle/>
          <a:p>
            <a:pPr marL="0" marR="0" algn="ctr">
              <a:spcBef>
                <a:spcPts val="0"/>
              </a:spcBef>
              <a:spcAft>
                <a:spcPts val="0"/>
              </a:spcAft>
            </a:pPr>
            <a:endParaRPr lang="de-DE" sz="1600" dirty="0">
              <a:latin typeface="+mj-lt"/>
              <a:ea typeface="Times New Roman"/>
              <a:cs typeface="Times New Roman"/>
            </a:endParaRPr>
          </a:p>
          <a:p>
            <a:pPr marL="0" marR="0" algn="ctr">
              <a:spcBef>
                <a:spcPts val="0"/>
              </a:spcBef>
              <a:spcAft>
                <a:spcPts val="0"/>
              </a:spcAft>
            </a:pPr>
            <a:endParaRPr lang="de-DE" sz="2200" dirty="0">
              <a:latin typeface="+mj-lt"/>
              <a:ea typeface="Times New Roman"/>
              <a:cs typeface="Times New Roman"/>
            </a:endParaRPr>
          </a:p>
          <a:p>
            <a:pPr marL="0" marR="0" algn="ctr">
              <a:spcBef>
                <a:spcPts val="0"/>
              </a:spcBef>
              <a:spcAft>
                <a:spcPts val="0"/>
              </a:spcAft>
            </a:pPr>
            <a:endParaRPr lang="de-DE" b="0" dirty="0">
              <a:solidFill>
                <a:schemeClr val="tx1"/>
              </a:solidFill>
              <a:effectLst/>
              <a:latin typeface="+mj-lt"/>
              <a:ea typeface="Times New Roman"/>
              <a:cs typeface="Times New Roman"/>
            </a:endParaRPr>
          </a:p>
          <a:p>
            <a:pPr marL="0" marR="0" algn="ctr">
              <a:spcBef>
                <a:spcPts val="0"/>
              </a:spcBef>
              <a:spcAft>
                <a:spcPts val="0"/>
              </a:spcAft>
            </a:pPr>
            <a:r>
              <a:rPr lang="en-US" sz="2400" dirty="0">
                <a:latin typeface="+mj-lt"/>
              </a:rPr>
              <a:t>At any point during the experiment, did you realize that you had completed one or more blocks (execution or imagery of movement sequences) incorrectly?</a:t>
            </a:r>
            <a:endParaRPr lang="de-DE" sz="2400" dirty="0">
              <a:latin typeface="+mj-lt"/>
              <a:ea typeface="Times New Roman"/>
              <a:cs typeface="Times New Roman"/>
            </a:endParaRPr>
          </a:p>
          <a:p>
            <a:pPr algn="ctr"/>
            <a:endParaRPr lang="de-DE" sz="1600" dirty="0">
              <a:latin typeface="+mj-lt"/>
              <a:cs typeface="Calibri" panose="020F0502020204030204" pitchFamily="34" charset="0"/>
            </a:endParaRPr>
          </a:p>
        </p:txBody>
      </p:sp>
      <p:sp>
        <p:nvSpPr>
          <p:cNvPr id="12" name="Abgerundetes Rechteck 2">
            <a:extLst>
              <a:ext uri="{FF2B5EF4-FFF2-40B4-BE49-F238E27FC236}">
                <a16:creationId xmlns:a16="http://schemas.microsoft.com/office/drawing/2014/main" id="{B42C0D27-ACD5-4258-A96E-E00AD03E3F6A}"/>
              </a:ext>
            </a:extLst>
          </p:cNvPr>
          <p:cNvSpPr/>
          <p:nvPr/>
        </p:nvSpPr>
        <p:spPr>
          <a:xfrm>
            <a:off x="4042792" y="6161448"/>
            <a:ext cx="1058416" cy="457200"/>
          </a:xfrm>
          <a:prstGeom prst="roundRect">
            <a:avLst/>
          </a:prstGeom>
          <a:solidFill>
            <a:srgbClr val="FFF3E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err="1"/>
              <a:t>next</a:t>
            </a:r>
            <a:endParaRPr lang="de-DE" dirty="0"/>
          </a:p>
        </p:txBody>
      </p:sp>
      <p:sp>
        <p:nvSpPr>
          <p:cNvPr id="7" name="Abgerundetes Rechteck 2">
            <a:extLst>
              <a:ext uri="{FF2B5EF4-FFF2-40B4-BE49-F238E27FC236}">
                <a16:creationId xmlns:a16="http://schemas.microsoft.com/office/drawing/2014/main" id="{FB733F9E-250F-4BB1-841B-6AF2ECFF4D10}"/>
              </a:ext>
            </a:extLst>
          </p:cNvPr>
          <p:cNvSpPr/>
          <p:nvPr/>
        </p:nvSpPr>
        <p:spPr>
          <a:xfrm>
            <a:off x="5482518"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DE" sz="1350" spc="-1" dirty="0" err="1">
                <a:solidFill>
                  <a:schemeClr val="tx1"/>
                </a:solidFill>
                <a:latin typeface="Calibri"/>
              </a:rPr>
              <a:t>yes</a:t>
            </a:r>
            <a:endParaRPr lang="de-AT" sz="1350" b="0" strike="noStrike" spc="-1" dirty="0">
              <a:solidFill>
                <a:schemeClr val="tx1"/>
              </a:solidFill>
              <a:latin typeface="Arial"/>
            </a:endParaRPr>
          </a:p>
        </p:txBody>
      </p:sp>
      <p:sp>
        <p:nvSpPr>
          <p:cNvPr id="8" name="Abgerundetes Rechteck 2">
            <a:extLst>
              <a:ext uri="{FF2B5EF4-FFF2-40B4-BE49-F238E27FC236}">
                <a16:creationId xmlns:a16="http://schemas.microsoft.com/office/drawing/2014/main" id="{0DA0D16F-1904-43FA-B8A2-CBC14295FAA4}"/>
              </a:ext>
            </a:extLst>
          </p:cNvPr>
          <p:cNvSpPr/>
          <p:nvPr/>
        </p:nvSpPr>
        <p:spPr>
          <a:xfrm>
            <a:off x="2262992" y="3977814"/>
            <a:ext cx="1404000" cy="900000"/>
          </a:xfrm>
          <a:prstGeom prst="roundRect">
            <a:avLst/>
          </a:prstGeom>
          <a:solidFill>
            <a:schemeClr val="bg1">
              <a:lumMod val="85000"/>
            </a:schemeClr>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lnSpc>
                <a:spcPct val="100000"/>
              </a:lnSpc>
            </a:pPr>
            <a:r>
              <a:rPr lang="de-DE" sz="1350" b="0" strike="noStrike" spc="-1" dirty="0" err="1">
                <a:solidFill>
                  <a:schemeClr val="tx1"/>
                </a:solidFill>
                <a:latin typeface="Calibri"/>
              </a:rPr>
              <a:t>no</a:t>
            </a:r>
            <a:endParaRPr lang="de-AT" sz="1350" b="0" strike="noStrike" spc="-1" dirty="0">
              <a:solidFill>
                <a:schemeClr val="tx1"/>
              </a:solidFill>
              <a:latin typeface="Arial"/>
            </a:endParaRPr>
          </a:p>
        </p:txBody>
      </p:sp>
    </p:spTree>
    <p:extLst>
      <p:ext uri="{BB962C8B-B14F-4D97-AF65-F5344CB8AC3E}">
        <p14:creationId xmlns:p14="http://schemas.microsoft.com/office/powerpoint/2010/main" val="1281803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F97DABE5-DBE0-44E2-B167-0A0E0D39D6E2}"/>
              </a:ext>
            </a:extLst>
          </p:cNvPr>
          <p:cNvSpPr txBox="1"/>
          <p:nvPr/>
        </p:nvSpPr>
        <p:spPr>
          <a:xfrm>
            <a:off x="899592" y="1484784"/>
            <a:ext cx="7560840" cy="1754326"/>
          </a:xfrm>
          <a:prstGeom prst="rect">
            <a:avLst/>
          </a:prstGeom>
          <a:noFill/>
        </p:spPr>
        <p:txBody>
          <a:bodyPr wrap="square" rtlCol="0">
            <a:spAutoFit/>
          </a:bodyPr>
          <a:lstStyle/>
          <a:p>
            <a:r>
              <a:rPr lang="de-AT" dirty="0"/>
              <a:t>More </a:t>
            </a:r>
            <a:r>
              <a:rPr lang="de-AT" dirty="0" err="1"/>
              <a:t>questions</a:t>
            </a:r>
            <a:r>
              <a:rPr lang="de-AT" dirty="0"/>
              <a:t> </a:t>
            </a:r>
            <a:r>
              <a:rPr lang="de-AT" dirty="0" err="1"/>
              <a:t>that</a:t>
            </a:r>
            <a:r>
              <a:rPr lang="de-AT" dirty="0"/>
              <a:t> </a:t>
            </a:r>
            <a:r>
              <a:rPr lang="de-AT" dirty="0" err="1"/>
              <a:t>you</a:t>
            </a:r>
            <a:r>
              <a:rPr lang="de-AT" dirty="0"/>
              <a:t> </a:t>
            </a:r>
            <a:r>
              <a:rPr lang="de-AT" dirty="0" err="1"/>
              <a:t>saw</a:t>
            </a:r>
            <a:r>
              <a:rPr lang="de-AT" dirty="0"/>
              <a:t> in </a:t>
            </a:r>
            <a:r>
              <a:rPr lang="de-AT" dirty="0" err="1"/>
              <a:t>the</a:t>
            </a:r>
            <a:r>
              <a:rPr lang="de-AT" dirty="0"/>
              <a:t> </a:t>
            </a:r>
            <a:r>
              <a:rPr lang="de-AT" dirty="0" err="1"/>
              <a:t>experiment</a:t>
            </a:r>
            <a:r>
              <a:rPr lang="de-AT" dirty="0"/>
              <a:t> </a:t>
            </a:r>
            <a:r>
              <a:rPr lang="de-AT" dirty="0" err="1"/>
              <a:t>were</a:t>
            </a:r>
            <a:r>
              <a:rPr lang="de-AT" dirty="0"/>
              <a:t> </a:t>
            </a:r>
            <a:r>
              <a:rPr lang="de-AT" dirty="0" err="1"/>
              <a:t>data</a:t>
            </a:r>
            <a:r>
              <a:rPr lang="de-AT" dirty="0"/>
              <a:t> </a:t>
            </a:r>
            <a:r>
              <a:rPr lang="de-AT" dirty="0" err="1"/>
              <a:t>quality</a:t>
            </a:r>
            <a:r>
              <a:rPr lang="de-AT" dirty="0"/>
              <a:t> </a:t>
            </a:r>
            <a:r>
              <a:rPr lang="de-AT" dirty="0" err="1"/>
              <a:t>checks</a:t>
            </a:r>
            <a:r>
              <a:rPr lang="de-AT" dirty="0"/>
              <a:t> </a:t>
            </a:r>
          </a:p>
          <a:p>
            <a:r>
              <a:rPr lang="de-AT" dirty="0"/>
              <a:t>(</a:t>
            </a:r>
            <a:r>
              <a:rPr lang="de-AT" dirty="0" err="1"/>
              <a:t>they</a:t>
            </a:r>
            <a:r>
              <a:rPr lang="de-AT" dirty="0"/>
              <a:t> </a:t>
            </a:r>
            <a:r>
              <a:rPr lang="de-AT" dirty="0" err="1"/>
              <a:t>don‘t</a:t>
            </a:r>
            <a:r>
              <a:rPr lang="de-AT" dirty="0"/>
              <a:t> </a:t>
            </a:r>
            <a:r>
              <a:rPr lang="de-AT" dirty="0" err="1"/>
              <a:t>have</a:t>
            </a:r>
            <a:r>
              <a:rPr lang="de-AT" dirty="0"/>
              <a:t> </a:t>
            </a:r>
            <a:r>
              <a:rPr lang="de-AT" dirty="0" err="1"/>
              <a:t>to</a:t>
            </a:r>
            <a:r>
              <a:rPr lang="de-AT" dirty="0"/>
              <a:t> do </a:t>
            </a:r>
            <a:r>
              <a:rPr lang="de-AT" dirty="0" err="1"/>
              <a:t>anything</a:t>
            </a:r>
            <a:r>
              <a:rPr lang="de-AT" dirty="0"/>
              <a:t> </a:t>
            </a:r>
            <a:r>
              <a:rPr lang="de-AT" dirty="0" err="1"/>
              <a:t>with</a:t>
            </a:r>
            <a:r>
              <a:rPr lang="de-AT" dirty="0"/>
              <a:t> </a:t>
            </a:r>
            <a:r>
              <a:rPr lang="de-AT" dirty="0" err="1"/>
              <a:t>the</a:t>
            </a:r>
            <a:r>
              <a:rPr lang="de-AT" dirty="0"/>
              <a:t> </a:t>
            </a:r>
            <a:r>
              <a:rPr lang="de-AT" dirty="0" err="1"/>
              <a:t>task</a:t>
            </a:r>
            <a:r>
              <a:rPr lang="de-AT" dirty="0"/>
              <a:t>; but </a:t>
            </a:r>
            <a:r>
              <a:rPr lang="de-AT" dirty="0" err="1"/>
              <a:t>if</a:t>
            </a:r>
            <a:r>
              <a:rPr lang="de-AT" dirty="0"/>
              <a:t> </a:t>
            </a:r>
            <a:r>
              <a:rPr lang="de-AT" dirty="0" err="1"/>
              <a:t>you</a:t>
            </a:r>
            <a:r>
              <a:rPr lang="de-AT" dirty="0"/>
              <a:t> </a:t>
            </a:r>
            <a:r>
              <a:rPr lang="de-AT" dirty="0" err="1"/>
              <a:t>are</a:t>
            </a:r>
            <a:r>
              <a:rPr lang="de-AT" dirty="0"/>
              <a:t> </a:t>
            </a:r>
            <a:r>
              <a:rPr lang="de-AT" dirty="0" err="1"/>
              <a:t>interested</a:t>
            </a:r>
            <a:r>
              <a:rPr lang="de-AT" dirty="0"/>
              <a:t> in </a:t>
            </a:r>
            <a:r>
              <a:rPr lang="de-AT" dirty="0" err="1"/>
              <a:t>them</a:t>
            </a:r>
            <a:r>
              <a:rPr lang="de-AT" dirty="0"/>
              <a:t>, I </a:t>
            </a:r>
            <a:r>
              <a:rPr lang="de-AT" dirty="0" err="1"/>
              <a:t>can</a:t>
            </a:r>
            <a:r>
              <a:rPr lang="de-AT" dirty="0"/>
              <a:t> also send </a:t>
            </a:r>
            <a:r>
              <a:rPr lang="de-AT" dirty="0" err="1"/>
              <a:t>them</a:t>
            </a:r>
            <a:r>
              <a:rPr lang="de-AT" dirty="0"/>
              <a:t> </a:t>
            </a:r>
            <a:r>
              <a:rPr lang="de-AT" dirty="0" err="1"/>
              <a:t>to</a:t>
            </a:r>
            <a:r>
              <a:rPr lang="de-AT" dirty="0"/>
              <a:t> </a:t>
            </a:r>
            <a:r>
              <a:rPr lang="de-AT" dirty="0" err="1"/>
              <a:t>you</a:t>
            </a:r>
            <a:r>
              <a:rPr lang="de-AT" dirty="0"/>
              <a:t>) </a:t>
            </a:r>
          </a:p>
          <a:p>
            <a:pPr marL="285750" indent="-285750">
              <a:buFontTx/>
              <a:buChar char="-"/>
            </a:pPr>
            <a:r>
              <a:rPr lang="de-AT" dirty="0"/>
              <a:t>ARS-18 (</a:t>
            </a:r>
            <a:r>
              <a:rPr lang="de-AT" dirty="0" err="1"/>
              <a:t>Maniaci</a:t>
            </a:r>
            <a:r>
              <a:rPr lang="de-AT" dirty="0"/>
              <a:t> &amp; Rogge, 2014)</a:t>
            </a:r>
          </a:p>
          <a:p>
            <a:pPr marL="285750" indent="-285750">
              <a:buFontTx/>
              <a:buChar char="-"/>
            </a:pPr>
            <a:r>
              <a:rPr lang="de-AT" dirty="0" err="1"/>
              <a:t>Concentration</a:t>
            </a:r>
            <a:r>
              <a:rPr lang="de-AT" dirty="0"/>
              <a:t> </a:t>
            </a:r>
            <a:r>
              <a:rPr lang="de-AT" dirty="0" err="1"/>
              <a:t>rating</a:t>
            </a:r>
            <a:r>
              <a:rPr lang="de-AT" dirty="0"/>
              <a:t> (</a:t>
            </a:r>
            <a:r>
              <a:rPr lang="de-AT" dirty="0" err="1"/>
              <a:t>single</a:t>
            </a:r>
            <a:r>
              <a:rPr lang="de-AT" dirty="0"/>
              <a:t> item)</a:t>
            </a:r>
          </a:p>
          <a:p>
            <a:pPr marL="285750" indent="-285750">
              <a:buFontTx/>
              <a:buChar char="-"/>
            </a:pPr>
            <a:r>
              <a:rPr lang="de-AT" dirty="0" err="1"/>
              <a:t>Attentiveness</a:t>
            </a:r>
            <a:r>
              <a:rPr lang="de-AT" dirty="0"/>
              <a:t> </a:t>
            </a:r>
            <a:r>
              <a:rPr lang="de-AT" dirty="0" err="1"/>
              <a:t>rating</a:t>
            </a:r>
            <a:r>
              <a:rPr lang="de-AT" dirty="0"/>
              <a:t> (</a:t>
            </a:r>
            <a:r>
              <a:rPr lang="de-AT" dirty="0" err="1"/>
              <a:t>single</a:t>
            </a:r>
            <a:r>
              <a:rPr lang="de-AT" dirty="0"/>
              <a:t> item)</a:t>
            </a:r>
            <a:endParaRPr lang="en-US" dirty="0"/>
          </a:p>
        </p:txBody>
      </p:sp>
    </p:spTree>
    <p:extLst>
      <p:ext uri="{BB962C8B-B14F-4D97-AF65-F5344CB8AC3E}">
        <p14:creationId xmlns:p14="http://schemas.microsoft.com/office/powerpoint/2010/main" val="76079613"/>
      </p:ext>
    </p:extLst>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2798</Words>
  <Application>Microsoft Office PowerPoint</Application>
  <PresentationFormat>Presentación en pantalla (4:3)</PresentationFormat>
  <Paragraphs>438</Paragraphs>
  <Slides>68</Slides>
  <Notes>37</Notes>
  <HiddenSlides>11</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68</vt:i4>
      </vt:variant>
    </vt:vector>
  </HeadingPairs>
  <TitlesOfParts>
    <vt:vector size="73" baseType="lpstr">
      <vt:lpstr>Arial</vt:lpstr>
      <vt:lpstr>Calibri</vt:lpstr>
      <vt:lpstr>Söhne</vt:lpstr>
      <vt:lpstr>Wingdings</vt:lpstr>
      <vt:lpstr>Larissa-Design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Dr. phil. Stephan Dahm</dc:creator>
  <cp:lastModifiedBy>Marcos Moreno Verdu</cp:lastModifiedBy>
  <cp:revision>442</cp:revision>
  <dcterms:created xsi:type="dcterms:W3CDTF">2018-06-13T06:29:01Z</dcterms:created>
  <dcterms:modified xsi:type="dcterms:W3CDTF">2025-06-17T10:02:57Z</dcterms:modified>
</cp:coreProperties>
</file>